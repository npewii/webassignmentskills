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9" r:id="rId2"/>
    <p:sldMasterId id="2147483689" r:id="rId3"/>
    <p:sldMasterId id="2147483701" r:id="rId4"/>
    <p:sldMasterId id="2147483720" r:id="rId5"/>
    <p:sldMasterId id="2147483732" r:id="rId6"/>
    <p:sldMasterId id="2147483746" r:id="rId7"/>
  </p:sldMasterIdLst>
  <p:notesMasterIdLst>
    <p:notesMasterId r:id="rId47"/>
  </p:notesMasterIdLst>
  <p:sldIdLst>
    <p:sldId id="1235" r:id="rId8"/>
    <p:sldId id="1299" r:id="rId9"/>
    <p:sldId id="1334" r:id="rId10"/>
    <p:sldId id="1469" r:id="rId11"/>
    <p:sldId id="1470" r:id="rId12"/>
    <p:sldId id="1482" r:id="rId13"/>
    <p:sldId id="1483" r:id="rId14"/>
    <p:sldId id="1484" r:id="rId15"/>
    <p:sldId id="1485" r:id="rId16"/>
    <p:sldId id="1471" r:id="rId17"/>
    <p:sldId id="1475" r:id="rId18"/>
    <p:sldId id="1425" r:id="rId19"/>
    <p:sldId id="1466" r:id="rId20"/>
    <p:sldId id="1476" r:id="rId21"/>
    <p:sldId id="1453" r:id="rId22"/>
    <p:sldId id="1478" r:id="rId23"/>
    <p:sldId id="1472" r:id="rId24"/>
    <p:sldId id="1477" r:id="rId25"/>
    <p:sldId id="1448" r:id="rId26"/>
    <p:sldId id="1467" r:id="rId27"/>
    <p:sldId id="1468" r:id="rId28"/>
    <p:sldId id="1487" r:id="rId29"/>
    <p:sldId id="1460" r:id="rId30"/>
    <p:sldId id="1455" r:id="rId31"/>
    <p:sldId id="1479" r:id="rId32"/>
    <p:sldId id="1480" r:id="rId33"/>
    <p:sldId id="1474" r:id="rId34"/>
    <p:sldId id="1488" r:id="rId35"/>
    <p:sldId id="1489" r:id="rId36"/>
    <p:sldId id="1481" r:id="rId37"/>
    <p:sldId id="1461" r:id="rId38"/>
    <p:sldId id="1451" r:id="rId39"/>
    <p:sldId id="1443" r:id="rId40"/>
    <p:sldId id="1464" r:id="rId41"/>
    <p:sldId id="1442" r:id="rId42"/>
    <p:sldId id="1465" r:id="rId43"/>
    <p:sldId id="1463" r:id="rId44"/>
    <p:sldId id="463" r:id="rId45"/>
    <p:sldId id="1338"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B75B"/>
    <a:srgbClr val="455F51"/>
    <a:srgbClr val="0BB863"/>
    <a:srgbClr val="FFC300"/>
    <a:srgbClr val="91D300"/>
    <a:srgbClr val="10A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91" autoAdjust="0"/>
    <p:restoredTop sz="94660"/>
  </p:normalViewPr>
  <p:slideViewPr>
    <p:cSldViewPr snapToGrid="0">
      <p:cViewPr varScale="1">
        <p:scale>
          <a:sx n="91" d="100"/>
          <a:sy n="91" d="100"/>
        </p:scale>
        <p:origin x="150"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5D8971-ACB2-4236-B6E6-139E5A972C1D}"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zh-CN" altLang="en-US"/>
        </a:p>
      </dgm:t>
    </dgm:pt>
    <dgm:pt modelId="{E4E84131-338A-41C8-BE32-46F182F27244}">
      <dgm:prSet phldrT="[文本]"/>
      <dgm:spPr/>
      <dgm:t>
        <a:bodyPr/>
        <a:lstStyle/>
        <a:p>
          <a:r>
            <a:rPr lang="zh-CN" altLang="en-US"/>
            <a:t>接口的设计</a:t>
          </a:r>
        </a:p>
      </dgm:t>
    </dgm:pt>
    <dgm:pt modelId="{116D12D0-FD64-44AF-B498-51777B89BF95}" type="parTrans" cxnId="{31E8B112-19A6-43EF-A8D6-158C93793C79}">
      <dgm:prSet/>
      <dgm:spPr/>
      <dgm:t>
        <a:bodyPr/>
        <a:lstStyle/>
        <a:p>
          <a:endParaRPr lang="zh-CN" altLang="en-US"/>
        </a:p>
      </dgm:t>
    </dgm:pt>
    <dgm:pt modelId="{805F6827-AB56-4849-9C24-D82184446F3D}" type="sibTrans" cxnId="{31E8B112-19A6-43EF-A8D6-158C93793C79}">
      <dgm:prSet/>
      <dgm:spPr/>
      <dgm:t>
        <a:bodyPr/>
        <a:lstStyle/>
        <a:p>
          <a:endParaRPr lang="zh-CN" altLang="en-US"/>
        </a:p>
      </dgm:t>
    </dgm:pt>
    <dgm:pt modelId="{981A5377-650B-44D4-88CA-040EC6EE3EFB}">
      <dgm:prSet phldrT="[文本]"/>
      <dgm:spPr/>
      <dgm:t>
        <a:bodyPr/>
        <a:lstStyle/>
        <a:p>
          <a:r>
            <a:rPr lang="zh-CN" altLang="en-US"/>
            <a:t>功能编码</a:t>
          </a:r>
        </a:p>
      </dgm:t>
    </dgm:pt>
    <dgm:pt modelId="{E2AC8954-F195-4DEF-A237-24C41FBE2E37}" type="parTrans" cxnId="{11F16C44-48F0-4A59-9E77-914E39B74EBE}">
      <dgm:prSet/>
      <dgm:spPr/>
      <dgm:t>
        <a:bodyPr/>
        <a:lstStyle/>
        <a:p>
          <a:endParaRPr lang="zh-CN" altLang="en-US"/>
        </a:p>
      </dgm:t>
    </dgm:pt>
    <dgm:pt modelId="{1B5A9362-0199-4A45-82FB-A4966E0AF861}" type="sibTrans" cxnId="{11F16C44-48F0-4A59-9E77-914E39B74EBE}">
      <dgm:prSet/>
      <dgm:spPr/>
      <dgm:t>
        <a:bodyPr/>
        <a:lstStyle/>
        <a:p>
          <a:endParaRPr lang="zh-CN" altLang="en-US"/>
        </a:p>
      </dgm:t>
    </dgm:pt>
    <dgm:pt modelId="{7674CBEB-5B51-421A-A698-0580799C1105}">
      <dgm:prSet phldrT="[文本]" phldr="0"/>
      <dgm:spPr/>
      <dgm:t>
        <a:bodyPr/>
        <a:lstStyle/>
        <a:p>
          <a:r>
            <a:rPr lang="zh-CN" altLang="en-US"/>
            <a:t>缓存控制</a:t>
          </a:r>
        </a:p>
      </dgm:t>
    </dgm:pt>
    <dgm:pt modelId="{2203DF9D-B7D0-48FC-A9B3-E2DBD56812E4}" type="parTrans" cxnId="{1CF578AF-A056-4E37-B426-F1A941FB64F2}">
      <dgm:prSet/>
      <dgm:spPr/>
      <dgm:t>
        <a:bodyPr/>
        <a:lstStyle/>
        <a:p>
          <a:endParaRPr lang="zh-CN" altLang="en-US"/>
        </a:p>
      </dgm:t>
    </dgm:pt>
    <dgm:pt modelId="{053D8B9C-C289-4F50-B3F4-220634EF10BD}" type="sibTrans" cxnId="{1CF578AF-A056-4E37-B426-F1A941FB64F2}">
      <dgm:prSet/>
      <dgm:spPr/>
      <dgm:t>
        <a:bodyPr/>
        <a:lstStyle/>
        <a:p>
          <a:endParaRPr lang="zh-CN" altLang="en-US"/>
        </a:p>
      </dgm:t>
    </dgm:pt>
    <dgm:pt modelId="{51D62ED2-87C1-42DD-A5B3-AF048670E711}">
      <dgm:prSet phldrT="[文本]"/>
      <dgm:spPr/>
      <dgm:t>
        <a:bodyPr/>
        <a:lstStyle/>
        <a:p>
          <a:r>
            <a:rPr lang="zh-CN" altLang="en-US"/>
            <a:t>教学任务查询功能的实现</a:t>
          </a:r>
        </a:p>
      </dgm:t>
    </dgm:pt>
    <dgm:pt modelId="{DC1BB0F6-F554-4E89-920F-C6EDA5431B4F}" type="parTrans" cxnId="{35389903-BF18-4564-B260-7F4EF1F9E2B1}">
      <dgm:prSet/>
      <dgm:spPr/>
      <dgm:t>
        <a:bodyPr/>
        <a:lstStyle/>
        <a:p>
          <a:endParaRPr lang="zh-CN" altLang="en-US"/>
        </a:p>
      </dgm:t>
    </dgm:pt>
    <dgm:pt modelId="{7D609B83-F533-4976-8698-E4AA9BEC0673}" type="sibTrans" cxnId="{35389903-BF18-4564-B260-7F4EF1F9E2B1}">
      <dgm:prSet/>
      <dgm:spPr/>
      <dgm:t>
        <a:bodyPr/>
        <a:lstStyle/>
        <a:p>
          <a:endParaRPr lang="zh-CN" altLang="en-US"/>
        </a:p>
      </dgm:t>
    </dgm:pt>
    <dgm:pt modelId="{045381CE-5898-45B6-A78D-A268C1DEC30A}">
      <dgm:prSet phldrT="[文本]"/>
      <dgm:spPr/>
      <dgm:t>
        <a:bodyPr/>
        <a:lstStyle/>
        <a:p>
          <a:r>
            <a:rPr lang="zh-CN" altLang="en-US"/>
            <a:t>作业一</a:t>
          </a:r>
        </a:p>
      </dgm:t>
    </dgm:pt>
    <dgm:pt modelId="{14E710B4-A11F-4D11-8B44-ADBCB147B310}" type="parTrans" cxnId="{51B7B6B0-6A7F-435D-845A-C46DF3791857}">
      <dgm:prSet/>
      <dgm:spPr/>
      <dgm:t>
        <a:bodyPr/>
        <a:lstStyle/>
        <a:p>
          <a:endParaRPr lang="zh-CN" altLang="en-US"/>
        </a:p>
      </dgm:t>
    </dgm:pt>
    <dgm:pt modelId="{3B324867-8079-4A44-B314-0B9B1A53D55F}" type="sibTrans" cxnId="{51B7B6B0-6A7F-435D-845A-C46DF3791857}">
      <dgm:prSet/>
      <dgm:spPr/>
      <dgm:t>
        <a:bodyPr/>
        <a:lstStyle/>
        <a:p>
          <a:endParaRPr lang="zh-CN" altLang="en-US"/>
        </a:p>
      </dgm:t>
    </dgm:pt>
    <dgm:pt modelId="{AE757E10-BDA5-409E-A09A-F074C50AC08D}">
      <dgm:prSet phldrT="[文本]"/>
      <dgm:spPr/>
      <dgm:t>
        <a:bodyPr/>
        <a:lstStyle/>
        <a:p>
          <a:r>
            <a:rPr lang="zh-CN" altLang="en-US"/>
            <a:t>强缓存</a:t>
          </a:r>
        </a:p>
      </dgm:t>
    </dgm:pt>
    <dgm:pt modelId="{0B7CAAE0-38BB-42E8-9D35-CD0C2480894F}" type="parTrans" cxnId="{5FC2E3E4-FCA4-491A-99FA-F50C1E127EC7}">
      <dgm:prSet/>
      <dgm:spPr/>
      <dgm:t>
        <a:bodyPr/>
        <a:lstStyle/>
        <a:p>
          <a:endParaRPr lang="zh-CN" altLang="en-US"/>
        </a:p>
      </dgm:t>
    </dgm:pt>
    <dgm:pt modelId="{DBB1BB4E-3905-4462-BC1C-B84F861F812C}" type="sibTrans" cxnId="{5FC2E3E4-FCA4-491A-99FA-F50C1E127EC7}">
      <dgm:prSet/>
      <dgm:spPr/>
      <dgm:t>
        <a:bodyPr/>
        <a:lstStyle/>
        <a:p>
          <a:endParaRPr lang="zh-CN" altLang="en-US"/>
        </a:p>
      </dgm:t>
    </dgm:pt>
    <dgm:pt modelId="{BA418328-968E-4597-A7D6-84F74D5BF8E2}">
      <dgm:prSet phldrT="[文本]"/>
      <dgm:spPr/>
      <dgm:t>
        <a:bodyPr/>
        <a:lstStyle/>
        <a:p>
          <a:r>
            <a:rPr lang="zh-CN" altLang="en-US"/>
            <a:t>缓存验证</a:t>
          </a:r>
        </a:p>
      </dgm:t>
    </dgm:pt>
    <dgm:pt modelId="{7F9F8305-D09F-4D54-9CB0-69CAA9EAD813}" type="parTrans" cxnId="{3FA43AE4-941B-41FA-BC65-6C4C3C6861E2}">
      <dgm:prSet/>
      <dgm:spPr/>
      <dgm:t>
        <a:bodyPr/>
        <a:lstStyle/>
        <a:p>
          <a:endParaRPr lang="zh-CN" altLang="en-US"/>
        </a:p>
      </dgm:t>
    </dgm:pt>
    <dgm:pt modelId="{C5844FA9-0DDE-43E9-8338-B8BCA5303275}" type="sibTrans" cxnId="{3FA43AE4-941B-41FA-BC65-6C4C3C6861E2}">
      <dgm:prSet/>
      <dgm:spPr/>
      <dgm:t>
        <a:bodyPr/>
        <a:lstStyle/>
        <a:p>
          <a:endParaRPr lang="zh-CN" altLang="en-US"/>
        </a:p>
      </dgm:t>
    </dgm:pt>
    <dgm:pt modelId="{331E06CF-3F22-4B7E-9373-2AB9F3AF5E81}">
      <dgm:prSet phldrT="[文本]"/>
      <dgm:spPr/>
      <dgm:t>
        <a:bodyPr/>
        <a:lstStyle/>
        <a:p>
          <a:r>
            <a:rPr lang="zh-CN" altLang="en-US"/>
            <a:t>作业二</a:t>
          </a:r>
        </a:p>
      </dgm:t>
    </dgm:pt>
    <dgm:pt modelId="{14DD3AB4-EBB5-4B23-BCFC-60DDB7868A90}" type="parTrans" cxnId="{D4D86847-C2BC-4E6B-8DAF-3792ED2F7C01}">
      <dgm:prSet/>
      <dgm:spPr/>
      <dgm:t>
        <a:bodyPr/>
        <a:lstStyle/>
        <a:p>
          <a:endParaRPr lang="zh-CN" altLang="en-US"/>
        </a:p>
      </dgm:t>
    </dgm:pt>
    <dgm:pt modelId="{1A5B4EAA-642B-41C0-B997-37E367F1E8C4}" type="sibTrans" cxnId="{D4D86847-C2BC-4E6B-8DAF-3792ED2F7C01}">
      <dgm:prSet/>
      <dgm:spPr/>
      <dgm:t>
        <a:bodyPr/>
        <a:lstStyle/>
        <a:p>
          <a:endParaRPr lang="zh-CN" altLang="en-US"/>
        </a:p>
      </dgm:t>
    </dgm:pt>
    <dgm:pt modelId="{A72232D4-1CD0-49EC-82B9-99E0C49EC541}" type="pres">
      <dgm:prSet presAssocID="{D55D8971-ACB2-4236-B6E6-139E5A972C1D}" presName="linear" presStyleCnt="0">
        <dgm:presLayoutVars>
          <dgm:dir/>
          <dgm:animLvl val="lvl"/>
          <dgm:resizeHandles val="exact"/>
        </dgm:presLayoutVars>
      </dgm:prSet>
      <dgm:spPr/>
    </dgm:pt>
    <dgm:pt modelId="{BF2C2CA1-D4F7-431F-8B73-89A47CC406C0}" type="pres">
      <dgm:prSet presAssocID="{51D62ED2-87C1-42DD-A5B3-AF048670E711}" presName="parentLin" presStyleCnt="0"/>
      <dgm:spPr/>
    </dgm:pt>
    <dgm:pt modelId="{EC7ED6D8-F2EF-48EA-B5B2-D3B084E32BB4}" type="pres">
      <dgm:prSet presAssocID="{51D62ED2-87C1-42DD-A5B3-AF048670E711}" presName="parentLeftMargin" presStyleLbl="node1" presStyleIdx="0" presStyleCnt="2"/>
      <dgm:spPr/>
    </dgm:pt>
    <dgm:pt modelId="{0111CC35-2B78-491D-8670-C7710A6C1592}" type="pres">
      <dgm:prSet presAssocID="{51D62ED2-87C1-42DD-A5B3-AF048670E711}" presName="parentText" presStyleLbl="node1" presStyleIdx="0" presStyleCnt="2">
        <dgm:presLayoutVars>
          <dgm:chMax val="0"/>
          <dgm:bulletEnabled val="1"/>
        </dgm:presLayoutVars>
      </dgm:prSet>
      <dgm:spPr/>
    </dgm:pt>
    <dgm:pt modelId="{5AFFF8D1-9CC0-4227-8703-524805977E1C}" type="pres">
      <dgm:prSet presAssocID="{51D62ED2-87C1-42DD-A5B3-AF048670E711}" presName="negativeSpace" presStyleCnt="0"/>
      <dgm:spPr/>
    </dgm:pt>
    <dgm:pt modelId="{531DAD39-4A14-41B0-8EAE-46E45E060C47}" type="pres">
      <dgm:prSet presAssocID="{51D62ED2-87C1-42DD-A5B3-AF048670E711}" presName="childText" presStyleLbl="conFgAcc1" presStyleIdx="0" presStyleCnt="2">
        <dgm:presLayoutVars>
          <dgm:bulletEnabled val="1"/>
        </dgm:presLayoutVars>
      </dgm:prSet>
      <dgm:spPr/>
    </dgm:pt>
    <dgm:pt modelId="{8FD67925-6FAF-4CB0-AF3C-4A8899DA5AA1}" type="pres">
      <dgm:prSet presAssocID="{7D609B83-F533-4976-8698-E4AA9BEC0673}" presName="spaceBetweenRectangles" presStyleCnt="0"/>
      <dgm:spPr/>
    </dgm:pt>
    <dgm:pt modelId="{ED74AB36-051E-4ADA-8785-479AEDEF9096}" type="pres">
      <dgm:prSet presAssocID="{7674CBEB-5B51-421A-A698-0580799C1105}" presName="parentLin" presStyleCnt="0"/>
      <dgm:spPr/>
    </dgm:pt>
    <dgm:pt modelId="{5E2B493D-B152-4637-B37F-BDFF5AF361BA}" type="pres">
      <dgm:prSet presAssocID="{7674CBEB-5B51-421A-A698-0580799C1105}" presName="parentLeftMargin" presStyleLbl="node1" presStyleIdx="0" presStyleCnt="2"/>
      <dgm:spPr/>
    </dgm:pt>
    <dgm:pt modelId="{7AED97A5-34F7-4EB5-AB5C-89D886E5248D}" type="pres">
      <dgm:prSet presAssocID="{7674CBEB-5B51-421A-A698-0580799C1105}" presName="parentText" presStyleLbl="node1" presStyleIdx="1" presStyleCnt="2">
        <dgm:presLayoutVars>
          <dgm:chMax val="0"/>
          <dgm:bulletEnabled val="1"/>
        </dgm:presLayoutVars>
      </dgm:prSet>
      <dgm:spPr/>
    </dgm:pt>
    <dgm:pt modelId="{6EED2FB1-CE5E-4C39-B429-DFEBF8335D13}" type="pres">
      <dgm:prSet presAssocID="{7674CBEB-5B51-421A-A698-0580799C1105}" presName="negativeSpace" presStyleCnt="0"/>
      <dgm:spPr/>
    </dgm:pt>
    <dgm:pt modelId="{DCE72A8E-A6BC-45F1-B82E-450A8F65E0B6}" type="pres">
      <dgm:prSet presAssocID="{7674CBEB-5B51-421A-A698-0580799C1105}" presName="childText" presStyleLbl="conFgAcc1" presStyleIdx="1" presStyleCnt="2" custLinFactNeighborX="-18540">
        <dgm:presLayoutVars>
          <dgm:bulletEnabled val="1"/>
        </dgm:presLayoutVars>
      </dgm:prSet>
      <dgm:spPr/>
    </dgm:pt>
  </dgm:ptLst>
  <dgm:cxnLst>
    <dgm:cxn modelId="{35389903-BF18-4564-B260-7F4EF1F9E2B1}" srcId="{D55D8971-ACB2-4236-B6E6-139E5A972C1D}" destId="{51D62ED2-87C1-42DD-A5B3-AF048670E711}" srcOrd="0" destOrd="0" parTransId="{DC1BB0F6-F554-4E89-920F-C6EDA5431B4F}" sibTransId="{7D609B83-F533-4976-8698-E4AA9BEC0673}"/>
    <dgm:cxn modelId="{9233EF03-2FDF-4A82-B7B6-DB9F821652E9}" type="presOf" srcId="{BA418328-968E-4597-A7D6-84F74D5BF8E2}" destId="{DCE72A8E-A6BC-45F1-B82E-450A8F65E0B6}" srcOrd="0" destOrd="1" presId="urn:microsoft.com/office/officeart/2005/8/layout/list1"/>
    <dgm:cxn modelId="{38E27307-3D3A-4FB7-BBAA-AB9C8E3BB763}" type="presOf" srcId="{D55D8971-ACB2-4236-B6E6-139E5A972C1D}" destId="{A72232D4-1CD0-49EC-82B9-99E0C49EC541}" srcOrd="0" destOrd="0" presId="urn:microsoft.com/office/officeart/2005/8/layout/list1"/>
    <dgm:cxn modelId="{31E8B112-19A6-43EF-A8D6-158C93793C79}" srcId="{51D62ED2-87C1-42DD-A5B3-AF048670E711}" destId="{E4E84131-338A-41C8-BE32-46F182F27244}" srcOrd="0" destOrd="0" parTransId="{116D12D0-FD64-44AF-B498-51777B89BF95}" sibTransId="{805F6827-AB56-4849-9C24-D82184446F3D}"/>
    <dgm:cxn modelId="{19A0DE16-DE23-49CD-9748-B17018F68C43}" type="presOf" srcId="{E4E84131-338A-41C8-BE32-46F182F27244}" destId="{531DAD39-4A14-41B0-8EAE-46E45E060C47}" srcOrd="0" destOrd="0" presId="urn:microsoft.com/office/officeart/2005/8/layout/list1"/>
    <dgm:cxn modelId="{667B4F3B-9D1D-4A49-AB7B-B3AC729491B9}" type="presOf" srcId="{331E06CF-3F22-4B7E-9373-2AB9F3AF5E81}" destId="{DCE72A8E-A6BC-45F1-B82E-450A8F65E0B6}" srcOrd="0" destOrd="2" presId="urn:microsoft.com/office/officeart/2005/8/layout/list1"/>
    <dgm:cxn modelId="{11F16C44-48F0-4A59-9E77-914E39B74EBE}" srcId="{51D62ED2-87C1-42DD-A5B3-AF048670E711}" destId="{981A5377-650B-44D4-88CA-040EC6EE3EFB}" srcOrd="1" destOrd="0" parTransId="{E2AC8954-F195-4DEF-A237-24C41FBE2E37}" sibTransId="{1B5A9362-0199-4A45-82FB-A4966E0AF861}"/>
    <dgm:cxn modelId="{DAB49D44-42D3-475F-BE21-6E8E374A3CF4}" type="presOf" srcId="{7674CBEB-5B51-421A-A698-0580799C1105}" destId="{7AED97A5-34F7-4EB5-AB5C-89D886E5248D}" srcOrd="1" destOrd="0" presId="urn:microsoft.com/office/officeart/2005/8/layout/list1"/>
    <dgm:cxn modelId="{D4D86847-C2BC-4E6B-8DAF-3792ED2F7C01}" srcId="{7674CBEB-5B51-421A-A698-0580799C1105}" destId="{331E06CF-3F22-4B7E-9373-2AB9F3AF5E81}" srcOrd="2" destOrd="0" parTransId="{14DD3AB4-EBB5-4B23-BCFC-60DDB7868A90}" sibTransId="{1A5B4EAA-642B-41C0-B997-37E367F1E8C4}"/>
    <dgm:cxn modelId="{D3A58A47-3E3A-4F12-AD52-13E73C8A1A9D}" type="presOf" srcId="{AE757E10-BDA5-409E-A09A-F074C50AC08D}" destId="{DCE72A8E-A6BC-45F1-B82E-450A8F65E0B6}" srcOrd="0" destOrd="0" presId="urn:microsoft.com/office/officeart/2005/8/layout/list1"/>
    <dgm:cxn modelId="{A1F56E49-1B3C-42F6-81E2-78302BB3D677}" type="presOf" srcId="{045381CE-5898-45B6-A78D-A268C1DEC30A}" destId="{531DAD39-4A14-41B0-8EAE-46E45E060C47}" srcOrd="0" destOrd="2" presId="urn:microsoft.com/office/officeart/2005/8/layout/list1"/>
    <dgm:cxn modelId="{857C287C-ECC9-4A90-9656-B68BA83D96CA}" type="presOf" srcId="{51D62ED2-87C1-42DD-A5B3-AF048670E711}" destId="{EC7ED6D8-F2EF-48EA-B5B2-D3B084E32BB4}" srcOrd="0" destOrd="0" presId="urn:microsoft.com/office/officeart/2005/8/layout/list1"/>
    <dgm:cxn modelId="{6D69997F-2294-4124-B377-18085BFDCBC2}" type="presOf" srcId="{981A5377-650B-44D4-88CA-040EC6EE3EFB}" destId="{531DAD39-4A14-41B0-8EAE-46E45E060C47}" srcOrd="0" destOrd="1" presId="urn:microsoft.com/office/officeart/2005/8/layout/list1"/>
    <dgm:cxn modelId="{A2607AA9-3109-483C-B4E3-03D5659110D8}" type="presOf" srcId="{7674CBEB-5B51-421A-A698-0580799C1105}" destId="{5E2B493D-B152-4637-B37F-BDFF5AF361BA}" srcOrd="0" destOrd="0" presId="urn:microsoft.com/office/officeart/2005/8/layout/list1"/>
    <dgm:cxn modelId="{1CF578AF-A056-4E37-B426-F1A941FB64F2}" srcId="{D55D8971-ACB2-4236-B6E6-139E5A972C1D}" destId="{7674CBEB-5B51-421A-A698-0580799C1105}" srcOrd="1" destOrd="0" parTransId="{2203DF9D-B7D0-48FC-A9B3-E2DBD56812E4}" sibTransId="{053D8B9C-C289-4F50-B3F4-220634EF10BD}"/>
    <dgm:cxn modelId="{51B7B6B0-6A7F-435D-845A-C46DF3791857}" srcId="{51D62ED2-87C1-42DD-A5B3-AF048670E711}" destId="{045381CE-5898-45B6-A78D-A268C1DEC30A}" srcOrd="2" destOrd="0" parTransId="{14E710B4-A11F-4D11-8B44-ADBCB147B310}" sibTransId="{3B324867-8079-4A44-B314-0B9B1A53D55F}"/>
    <dgm:cxn modelId="{00E832CC-DE1C-4819-8A7C-B8953151087F}" type="presOf" srcId="{51D62ED2-87C1-42DD-A5B3-AF048670E711}" destId="{0111CC35-2B78-491D-8670-C7710A6C1592}" srcOrd="1" destOrd="0" presId="urn:microsoft.com/office/officeart/2005/8/layout/list1"/>
    <dgm:cxn modelId="{3FA43AE4-941B-41FA-BC65-6C4C3C6861E2}" srcId="{7674CBEB-5B51-421A-A698-0580799C1105}" destId="{BA418328-968E-4597-A7D6-84F74D5BF8E2}" srcOrd="1" destOrd="0" parTransId="{7F9F8305-D09F-4D54-9CB0-69CAA9EAD813}" sibTransId="{C5844FA9-0DDE-43E9-8338-B8BCA5303275}"/>
    <dgm:cxn modelId="{5FC2E3E4-FCA4-491A-99FA-F50C1E127EC7}" srcId="{7674CBEB-5B51-421A-A698-0580799C1105}" destId="{AE757E10-BDA5-409E-A09A-F074C50AC08D}" srcOrd="0" destOrd="0" parTransId="{0B7CAAE0-38BB-42E8-9D35-CD0C2480894F}" sibTransId="{DBB1BB4E-3905-4462-BC1C-B84F861F812C}"/>
    <dgm:cxn modelId="{2937715A-2714-4C61-99A0-1EA51B28E000}" type="presParOf" srcId="{A72232D4-1CD0-49EC-82B9-99E0C49EC541}" destId="{BF2C2CA1-D4F7-431F-8B73-89A47CC406C0}" srcOrd="0" destOrd="0" presId="urn:microsoft.com/office/officeart/2005/8/layout/list1"/>
    <dgm:cxn modelId="{1F9D7500-2F4C-4CDE-8967-80FC03286AF8}" type="presParOf" srcId="{BF2C2CA1-D4F7-431F-8B73-89A47CC406C0}" destId="{EC7ED6D8-F2EF-48EA-B5B2-D3B084E32BB4}" srcOrd="0" destOrd="0" presId="urn:microsoft.com/office/officeart/2005/8/layout/list1"/>
    <dgm:cxn modelId="{FA55FD2E-6AD4-4CFA-AD43-9DFB2F0D29DF}" type="presParOf" srcId="{BF2C2CA1-D4F7-431F-8B73-89A47CC406C0}" destId="{0111CC35-2B78-491D-8670-C7710A6C1592}" srcOrd="1" destOrd="0" presId="urn:microsoft.com/office/officeart/2005/8/layout/list1"/>
    <dgm:cxn modelId="{068C6AAC-E40A-4277-97E7-3BA0235C2868}" type="presParOf" srcId="{A72232D4-1CD0-49EC-82B9-99E0C49EC541}" destId="{5AFFF8D1-9CC0-4227-8703-524805977E1C}" srcOrd="1" destOrd="0" presId="urn:microsoft.com/office/officeart/2005/8/layout/list1"/>
    <dgm:cxn modelId="{4710444C-5E57-42E4-992B-62CD81EA67E2}" type="presParOf" srcId="{A72232D4-1CD0-49EC-82B9-99E0C49EC541}" destId="{531DAD39-4A14-41B0-8EAE-46E45E060C47}" srcOrd="2" destOrd="0" presId="urn:microsoft.com/office/officeart/2005/8/layout/list1"/>
    <dgm:cxn modelId="{23377FD0-8998-4758-986E-D48CDF7FFE40}" type="presParOf" srcId="{A72232D4-1CD0-49EC-82B9-99E0C49EC541}" destId="{8FD67925-6FAF-4CB0-AF3C-4A8899DA5AA1}" srcOrd="3" destOrd="0" presId="urn:microsoft.com/office/officeart/2005/8/layout/list1"/>
    <dgm:cxn modelId="{2009914E-CB1D-4D20-B91A-5CD18EF5F7DC}" type="presParOf" srcId="{A72232D4-1CD0-49EC-82B9-99E0C49EC541}" destId="{ED74AB36-051E-4ADA-8785-479AEDEF9096}" srcOrd="4" destOrd="0" presId="urn:microsoft.com/office/officeart/2005/8/layout/list1"/>
    <dgm:cxn modelId="{1121BE70-79D3-431D-8CCF-E91E627D6D26}" type="presParOf" srcId="{ED74AB36-051E-4ADA-8785-479AEDEF9096}" destId="{5E2B493D-B152-4637-B37F-BDFF5AF361BA}" srcOrd="0" destOrd="0" presId="urn:microsoft.com/office/officeart/2005/8/layout/list1"/>
    <dgm:cxn modelId="{4D50FB06-D3DA-44BA-80A2-9D00B400F8B3}" type="presParOf" srcId="{ED74AB36-051E-4ADA-8785-479AEDEF9096}" destId="{7AED97A5-34F7-4EB5-AB5C-89D886E5248D}" srcOrd="1" destOrd="0" presId="urn:microsoft.com/office/officeart/2005/8/layout/list1"/>
    <dgm:cxn modelId="{FDFB7902-BB52-4D26-982E-3A63D34258C6}" type="presParOf" srcId="{A72232D4-1CD0-49EC-82B9-99E0C49EC541}" destId="{6EED2FB1-CE5E-4C39-B429-DFEBF8335D13}" srcOrd="5" destOrd="0" presId="urn:microsoft.com/office/officeart/2005/8/layout/list1"/>
    <dgm:cxn modelId="{D6624C81-8341-434B-A6FA-B05160B31D95}" type="presParOf" srcId="{A72232D4-1CD0-49EC-82B9-99E0C49EC541}" destId="{DCE72A8E-A6BC-45F1-B82E-450A8F65E0B6}"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FD9A47-735D-4B60-BB2B-FCF5687DBA8A}" type="doc">
      <dgm:prSet loTypeId="urn:microsoft.com/office/officeart/2005/8/layout/process5" loCatId="process" qsTypeId="urn:microsoft.com/office/officeart/2005/8/quickstyle/3d1" qsCatId="3D" csTypeId="urn:microsoft.com/office/officeart/2005/8/colors/accent0_3" csCatId="mainScheme" phldr="1"/>
      <dgm:spPr/>
      <dgm:t>
        <a:bodyPr/>
        <a:lstStyle/>
        <a:p>
          <a:endParaRPr lang="zh-CN" altLang="en-US"/>
        </a:p>
      </dgm:t>
    </dgm:pt>
    <dgm:pt modelId="{3EED417B-6D7D-4F1A-9EB9-635E7E74F081}">
      <dgm:prSet phldrT="[文本]"/>
      <dgm:spPr/>
      <dgm:t>
        <a:bodyPr/>
        <a:lstStyle/>
        <a:p>
          <a:r>
            <a:rPr lang="zh-CN" altLang="en-US"/>
            <a:t>获取资源的最后修改时间（数据表字段）</a:t>
          </a:r>
        </a:p>
      </dgm:t>
    </dgm:pt>
    <dgm:pt modelId="{1235F9E2-A60B-428B-A1E1-9AC03E9D8547}" type="parTrans" cxnId="{09C68A70-1199-43DB-AD8F-4D30938FA768}">
      <dgm:prSet/>
      <dgm:spPr/>
      <dgm:t>
        <a:bodyPr/>
        <a:lstStyle/>
        <a:p>
          <a:endParaRPr lang="zh-CN" altLang="en-US"/>
        </a:p>
      </dgm:t>
    </dgm:pt>
    <dgm:pt modelId="{CE078DD4-3C29-4003-AFEE-6475C805EA04}" type="sibTrans" cxnId="{09C68A70-1199-43DB-AD8F-4D30938FA768}">
      <dgm:prSet/>
      <dgm:spPr/>
      <dgm:t>
        <a:bodyPr/>
        <a:lstStyle/>
        <a:p>
          <a:endParaRPr lang="zh-CN" altLang="en-US"/>
        </a:p>
      </dgm:t>
    </dgm:pt>
    <dgm:pt modelId="{E8B1090F-C9E8-4A8D-9D5F-7999DAB25204}">
      <dgm:prSet phldrT="[文本]"/>
      <dgm:spPr/>
      <dgm:t>
        <a:bodyPr/>
        <a:lstStyle/>
        <a:p>
          <a:r>
            <a:rPr lang="zh-CN" altLang="en-US"/>
            <a:t>生成</a:t>
          </a:r>
          <a:r>
            <a:rPr lang="en-US" altLang="zh-CN"/>
            <a:t>Cache-Control</a:t>
          </a:r>
          <a:r>
            <a:rPr lang="zh-CN" altLang="en-US"/>
            <a:t>响应头</a:t>
          </a:r>
        </a:p>
      </dgm:t>
    </dgm:pt>
    <dgm:pt modelId="{AB32BD02-DBE1-42F3-8DCA-6E804E669E8D}" type="parTrans" cxnId="{3E578E31-6767-4BD3-860F-8266BB49CFB6}">
      <dgm:prSet/>
      <dgm:spPr/>
      <dgm:t>
        <a:bodyPr/>
        <a:lstStyle/>
        <a:p>
          <a:endParaRPr lang="zh-CN" altLang="en-US"/>
        </a:p>
      </dgm:t>
    </dgm:pt>
    <dgm:pt modelId="{9834CB82-352F-43FF-A2BC-F4DB0D9AC831}" type="sibTrans" cxnId="{3E578E31-6767-4BD3-860F-8266BB49CFB6}">
      <dgm:prSet/>
      <dgm:spPr/>
      <dgm:t>
        <a:bodyPr/>
        <a:lstStyle/>
        <a:p>
          <a:endParaRPr lang="zh-CN" altLang="en-US"/>
        </a:p>
      </dgm:t>
    </dgm:pt>
    <dgm:pt modelId="{624ACEC6-8FA0-4B7A-9F08-E2FEE4D52DD7}">
      <dgm:prSet phldrT="[文本]"/>
      <dgm:spPr/>
      <dgm:t>
        <a:bodyPr/>
        <a:lstStyle/>
        <a:p>
          <a:r>
            <a:rPr lang="zh-CN" altLang="en-US"/>
            <a:t>返回</a:t>
          </a:r>
          <a:r>
            <a:rPr lang="en-US" altLang="zh-CN"/>
            <a:t>200 +</a:t>
          </a:r>
          <a:r>
            <a:rPr lang="zh-CN" altLang="en-US"/>
            <a:t>数据</a:t>
          </a:r>
        </a:p>
      </dgm:t>
    </dgm:pt>
    <dgm:pt modelId="{4EB35929-7D14-49CD-B0F4-E63507D4EF72}" type="parTrans" cxnId="{29B5A0BD-EF90-45C4-AF55-597BDDF103F0}">
      <dgm:prSet/>
      <dgm:spPr/>
      <dgm:t>
        <a:bodyPr/>
        <a:lstStyle/>
        <a:p>
          <a:endParaRPr lang="zh-CN" altLang="en-US"/>
        </a:p>
      </dgm:t>
    </dgm:pt>
    <dgm:pt modelId="{ABEA9199-78CF-4188-92E8-A33876DDB34D}" type="sibTrans" cxnId="{29B5A0BD-EF90-45C4-AF55-597BDDF103F0}">
      <dgm:prSet/>
      <dgm:spPr/>
      <dgm:t>
        <a:bodyPr/>
        <a:lstStyle/>
        <a:p>
          <a:endParaRPr lang="zh-CN" altLang="en-US"/>
        </a:p>
      </dgm:t>
    </dgm:pt>
    <dgm:pt modelId="{AAE1ABA3-CE26-4980-B896-A681B9975B9C}" type="pres">
      <dgm:prSet presAssocID="{1EFD9A47-735D-4B60-BB2B-FCF5687DBA8A}" presName="diagram" presStyleCnt="0">
        <dgm:presLayoutVars>
          <dgm:dir/>
          <dgm:resizeHandles val="exact"/>
        </dgm:presLayoutVars>
      </dgm:prSet>
      <dgm:spPr/>
    </dgm:pt>
    <dgm:pt modelId="{246C5806-BE1E-4D40-9292-D849C8D65944}" type="pres">
      <dgm:prSet presAssocID="{3EED417B-6D7D-4F1A-9EB9-635E7E74F081}" presName="node" presStyleLbl="node1" presStyleIdx="0" presStyleCnt="3">
        <dgm:presLayoutVars>
          <dgm:bulletEnabled val="1"/>
        </dgm:presLayoutVars>
      </dgm:prSet>
      <dgm:spPr/>
    </dgm:pt>
    <dgm:pt modelId="{80279DDB-ACC1-407B-91A9-D6A28AB03E03}" type="pres">
      <dgm:prSet presAssocID="{CE078DD4-3C29-4003-AFEE-6475C805EA04}" presName="sibTrans" presStyleLbl="sibTrans2D1" presStyleIdx="0" presStyleCnt="2"/>
      <dgm:spPr/>
    </dgm:pt>
    <dgm:pt modelId="{DE1613F7-0ADE-4BC8-93D6-BE0B57FED7F0}" type="pres">
      <dgm:prSet presAssocID="{CE078DD4-3C29-4003-AFEE-6475C805EA04}" presName="connectorText" presStyleLbl="sibTrans2D1" presStyleIdx="0" presStyleCnt="2"/>
      <dgm:spPr/>
    </dgm:pt>
    <dgm:pt modelId="{73CBEC61-DBB2-4316-8C75-5E32956CA555}" type="pres">
      <dgm:prSet presAssocID="{E8B1090F-C9E8-4A8D-9D5F-7999DAB25204}" presName="node" presStyleLbl="node1" presStyleIdx="1" presStyleCnt="3">
        <dgm:presLayoutVars>
          <dgm:bulletEnabled val="1"/>
        </dgm:presLayoutVars>
      </dgm:prSet>
      <dgm:spPr/>
    </dgm:pt>
    <dgm:pt modelId="{D745E8D3-C440-4552-A5D9-3ED06B80D482}" type="pres">
      <dgm:prSet presAssocID="{9834CB82-352F-43FF-A2BC-F4DB0D9AC831}" presName="sibTrans" presStyleLbl="sibTrans2D1" presStyleIdx="1" presStyleCnt="2"/>
      <dgm:spPr/>
    </dgm:pt>
    <dgm:pt modelId="{33BC0C85-CD37-4A67-86F1-3AD3CE6976BE}" type="pres">
      <dgm:prSet presAssocID="{9834CB82-352F-43FF-A2BC-F4DB0D9AC831}" presName="connectorText" presStyleLbl="sibTrans2D1" presStyleIdx="1" presStyleCnt="2"/>
      <dgm:spPr/>
    </dgm:pt>
    <dgm:pt modelId="{D0CB38BC-4D4B-432A-BA99-AB64C872E229}" type="pres">
      <dgm:prSet presAssocID="{624ACEC6-8FA0-4B7A-9F08-E2FEE4D52DD7}" presName="node" presStyleLbl="node1" presStyleIdx="2" presStyleCnt="3">
        <dgm:presLayoutVars>
          <dgm:bulletEnabled val="1"/>
        </dgm:presLayoutVars>
      </dgm:prSet>
      <dgm:spPr/>
    </dgm:pt>
  </dgm:ptLst>
  <dgm:cxnLst>
    <dgm:cxn modelId="{55ED3210-FE52-43F8-A5D7-E3D1D4768B1B}" type="presOf" srcId="{CE078DD4-3C29-4003-AFEE-6475C805EA04}" destId="{80279DDB-ACC1-407B-91A9-D6A28AB03E03}" srcOrd="0" destOrd="0" presId="urn:microsoft.com/office/officeart/2005/8/layout/process5"/>
    <dgm:cxn modelId="{346CCA21-BA1E-497B-B5A7-687D7CBC33CD}" type="presOf" srcId="{9834CB82-352F-43FF-A2BC-F4DB0D9AC831}" destId="{D745E8D3-C440-4552-A5D9-3ED06B80D482}" srcOrd="0" destOrd="0" presId="urn:microsoft.com/office/officeart/2005/8/layout/process5"/>
    <dgm:cxn modelId="{B54E832F-1223-4A25-8663-355DAE95DC60}" type="presOf" srcId="{3EED417B-6D7D-4F1A-9EB9-635E7E74F081}" destId="{246C5806-BE1E-4D40-9292-D849C8D65944}" srcOrd="0" destOrd="0" presId="urn:microsoft.com/office/officeart/2005/8/layout/process5"/>
    <dgm:cxn modelId="{3E578E31-6767-4BD3-860F-8266BB49CFB6}" srcId="{1EFD9A47-735D-4B60-BB2B-FCF5687DBA8A}" destId="{E8B1090F-C9E8-4A8D-9D5F-7999DAB25204}" srcOrd="1" destOrd="0" parTransId="{AB32BD02-DBE1-42F3-8DCA-6E804E669E8D}" sibTransId="{9834CB82-352F-43FF-A2BC-F4DB0D9AC831}"/>
    <dgm:cxn modelId="{D496ED3A-E403-41AF-A932-EC6A1BE67BCA}" type="presOf" srcId="{624ACEC6-8FA0-4B7A-9F08-E2FEE4D52DD7}" destId="{D0CB38BC-4D4B-432A-BA99-AB64C872E229}" srcOrd="0" destOrd="0" presId="urn:microsoft.com/office/officeart/2005/8/layout/process5"/>
    <dgm:cxn modelId="{BC35974E-BC71-417A-B53E-2DA971074FA4}" type="presOf" srcId="{E8B1090F-C9E8-4A8D-9D5F-7999DAB25204}" destId="{73CBEC61-DBB2-4316-8C75-5E32956CA555}" srcOrd="0" destOrd="0" presId="urn:microsoft.com/office/officeart/2005/8/layout/process5"/>
    <dgm:cxn modelId="{09C68A70-1199-43DB-AD8F-4D30938FA768}" srcId="{1EFD9A47-735D-4B60-BB2B-FCF5687DBA8A}" destId="{3EED417B-6D7D-4F1A-9EB9-635E7E74F081}" srcOrd="0" destOrd="0" parTransId="{1235F9E2-A60B-428B-A1E1-9AC03E9D8547}" sibTransId="{CE078DD4-3C29-4003-AFEE-6475C805EA04}"/>
    <dgm:cxn modelId="{BF2C85BC-F886-4244-989E-EA1B5784B3D9}" type="presOf" srcId="{CE078DD4-3C29-4003-AFEE-6475C805EA04}" destId="{DE1613F7-0ADE-4BC8-93D6-BE0B57FED7F0}" srcOrd="1" destOrd="0" presId="urn:microsoft.com/office/officeart/2005/8/layout/process5"/>
    <dgm:cxn modelId="{29B5A0BD-EF90-45C4-AF55-597BDDF103F0}" srcId="{1EFD9A47-735D-4B60-BB2B-FCF5687DBA8A}" destId="{624ACEC6-8FA0-4B7A-9F08-E2FEE4D52DD7}" srcOrd="2" destOrd="0" parTransId="{4EB35929-7D14-49CD-B0F4-E63507D4EF72}" sibTransId="{ABEA9199-78CF-4188-92E8-A33876DDB34D}"/>
    <dgm:cxn modelId="{8A0F5BDB-7AE5-42B2-A338-69F291B8A465}" type="presOf" srcId="{1EFD9A47-735D-4B60-BB2B-FCF5687DBA8A}" destId="{AAE1ABA3-CE26-4980-B896-A681B9975B9C}" srcOrd="0" destOrd="0" presId="urn:microsoft.com/office/officeart/2005/8/layout/process5"/>
    <dgm:cxn modelId="{134C25E5-A23D-4977-A8AF-77B0385E3E87}" type="presOf" srcId="{9834CB82-352F-43FF-A2BC-F4DB0D9AC831}" destId="{33BC0C85-CD37-4A67-86F1-3AD3CE6976BE}" srcOrd="1" destOrd="0" presId="urn:microsoft.com/office/officeart/2005/8/layout/process5"/>
    <dgm:cxn modelId="{247461C3-BBED-425A-9AED-3BF953F3C208}" type="presParOf" srcId="{AAE1ABA3-CE26-4980-B896-A681B9975B9C}" destId="{246C5806-BE1E-4D40-9292-D849C8D65944}" srcOrd="0" destOrd="0" presId="urn:microsoft.com/office/officeart/2005/8/layout/process5"/>
    <dgm:cxn modelId="{1788D9AB-A2AA-45CC-9C7D-25E9CF9D0EAB}" type="presParOf" srcId="{AAE1ABA3-CE26-4980-B896-A681B9975B9C}" destId="{80279DDB-ACC1-407B-91A9-D6A28AB03E03}" srcOrd="1" destOrd="0" presId="urn:microsoft.com/office/officeart/2005/8/layout/process5"/>
    <dgm:cxn modelId="{F6311FEA-CC81-4998-9484-8019447F2B6A}" type="presParOf" srcId="{80279DDB-ACC1-407B-91A9-D6A28AB03E03}" destId="{DE1613F7-0ADE-4BC8-93D6-BE0B57FED7F0}" srcOrd="0" destOrd="0" presId="urn:microsoft.com/office/officeart/2005/8/layout/process5"/>
    <dgm:cxn modelId="{8D706BB0-2CB7-485A-B52E-CF1929DF1FED}" type="presParOf" srcId="{AAE1ABA3-CE26-4980-B896-A681B9975B9C}" destId="{73CBEC61-DBB2-4316-8C75-5E32956CA555}" srcOrd="2" destOrd="0" presId="urn:microsoft.com/office/officeart/2005/8/layout/process5"/>
    <dgm:cxn modelId="{09B163AC-B8F0-45ED-BCD3-9F18FC2C58A9}" type="presParOf" srcId="{AAE1ABA3-CE26-4980-B896-A681B9975B9C}" destId="{D745E8D3-C440-4552-A5D9-3ED06B80D482}" srcOrd="3" destOrd="0" presId="urn:microsoft.com/office/officeart/2005/8/layout/process5"/>
    <dgm:cxn modelId="{3F1B707F-FA92-40D5-9FEF-58525BC4ED68}" type="presParOf" srcId="{D745E8D3-C440-4552-A5D9-3ED06B80D482}" destId="{33BC0C85-CD37-4A67-86F1-3AD3CE6976BE}" srcOrd="0" destOrd="0" presId="urn:microsoft.com/office/officeart/2005/8/layout/process5"/>
    <dgm:cxn modelId="{E49BC07F-54BC-4255-99EE-846722D5DA3D}" type="presParOf" srcId="{AAE1ABA3-CE26-4980-B896-A681B9975B9C}" destId="{D0CB38BC-4D4B-432A-BA99-AB64C872E229}" srcOrd="4"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EFD9A47-735D-4B60-BB2B-FCF5687DBA8A}" type="doc">
      <dgm:prSet loTypeId="urn:microsoft.com/office/officeart/2005/8/layout/process5" loCatId="process" qsTypeId="urn:microsoft.com/office/officeart/2005/8/quickstyle/3d1" qsCatId="3D" csTypeId="urn:microsoft.com/office/officeart/2005/8/colors/accent0_3" csCatId="mainScheme" phldr="1"/>
      <dgm:spPr/>
      <dgm:t>
        <a:bodyPr/>
        <a:lstStyle/>
        <a:p>
          <a:endParaRPr lang="zh-CN" altLang="en-US"/>
        </a:p>
      </dgm:t>
    </dgm:pt>
    <dgm:pt modelId="{3EED417B-6D7D-4F1A-9EB9-635E7E74F081}">
      <dgm:prSet phldrT="[文本]"/>
      <dgm:spPr/>
      <dgm:t>
        <a:bodyPr/>
        <a:lstStyle/>
        <a:p>
          <a:r>
            <a:rPr lang="zh-CN" altLang="en-US"/>
            <a:t>获取资源的最后修改时间（数据表字段）</a:t>
          </a:r>
        </a:p>
      </dgm:t>
    </dgm:pt>
    <dgm:pt modelId="{1235F9E2-A60B-428B-A1E1-9AC03E9D8547}" type="parTrans" cxnId="{09C68A70-1199-43DB-AD8F-4D30938FA768}">
      <dgm:prSet/>
      <dgm:spPr/>
      <dgm:t>
        <a:bodyPr/>
        <a:lstStyle/>
        <a:p>
          <a:endParaRPr lang="zh-CN" altLang="en-US"/>
        </a:p>
      </dgm:t>
    </dgm:pt>
    <dgm:pt modelId="{CE078DD4-3C29-4003-AFEE-6475C805EA04}" type="sibTrans" cxnId="{09C68A70-1199-43DB-AD8F-4D30938FA768}">
      <dgm:prSet/>
      <dgm:spPr/>
      <dgm:t>
        <a:bodyPr/>
        <a:lstStyle/>
        <a:p>
          <a:endParaRPr lang="zh-CN" altLang="en-US"/>
        </a:p>
      </dgm:t>
    </dgm:pt>
    <dgm:pt modelId="{E8B1090F-C9E8-4A8D-9D5F-7999DAB25204}">
      <dgm:prSet phldrT="[文本]"/>
      <dgm:spPr/>
      <dgm:t>
        <a:bodyPr/>
        <a:lstStyle/>
        <a:p>
          <a:r>
            <a:rPr lang="zh-CN" altLang="en-US"/>
            <a:t>生成</a:t>
          </a:r>
          <a:r>
            <a:rPr lang="en-US" altLang="zh-CN"/>
            <a:t>Last-Modified</a:t>
          </a:r>
          <a:r>
            <a:rPr lang="zh-CN" altLang="en-US"/>
            <a:t>响应头</a:t>
          </a:r>
        </a:p>
      </dgm:t>
    </dgm:pt>
    <dgm:pt modelId="{AB32BD02-DBE1-42F3-8DCA-6E804E669E8D}" type="parTrans" cxnId="{3E578E31-6767-4BD3-860F-8266BB49CFB6}">
      <dgm:prSet/>
      <dgm:spPr/>
      <dgm:t>
        <a:bodyPr/>
        <a:lstStyle/>
        <a:p>
          <a:endParaRPr lang="zh-CN" altLang="en-US"/>
        </a:p>
      </dgm:t>
    </dgm:pt>
    <dgm:pt modelId="{9834CB82-352F-43FF-A2BC-F4DB0D9AC831}" type="sibTrans" cxnId="{3E578E31-6767-4BD3-860F-8266BB49CFB6}">
      <dgm:prSet/>
      <dgm:spPr/>
      <dgm:t>
        <a:bodyPr/>
        <a:lstStyle/>
        <a:p>
          <a:endParaRPr lang="zh-CN" altLang="en-US"/>
        </a:p>
      </dgm:t>
    </dgm:pt>
    <dgm:pt modelId="{624ACEC6-8FA0-4B7A-9F08-E2FEE4D52DD7}">
      <dgm:prSet phldrT="[文本]"/>
      <dgm:spPr/>
      <dgm:t>
        <a:bodyPr/>
        <a:lstStyle/>
        <a:p>
          <a:r>
            <a:rPr lang="zh-CN" altLang="en-US"/>
            <a:t>返回</a:t>
          </a:r>
          <a:r>
            <a:rPr lang="en-US" altLang="zh-CN"/>
            <a:t>200 +</a:t>
          </a:r>
          <a:r>
            <a:rPr lang="zh-CN" altLang="en-US"/>
            <a:t>数据</a:t>
          </a:r>
        </a:p>
      </dgm:t>
    </dgm:pt>
    <dgm:pt modelId="{4EB35929-7D14-49CD-B0F4-E63507D4EF72}" type="parTrans" cxnId="{29B5A0BD-EF90-45C4-AF55-597BDDF103F0}">
      <dgm:prSet/>
      <dgm:spPr/>
      <dgm:t>
        <a:bodyPr/>
        <a:lstStyle/>
        <a:p>
          <a:endParaRPr lang="zh-CN" altLang="en-US"/>
        </a:p>
      </dgm:t>
    </dgm:pt>
    <dgm:pt modelId="{ABEA9199-78CF-4188-92E8-A33876DDB34D}" type="sibTrans" cxnId="{29B5A0BD-EF90-45C4-AF55-597BDDF103F0}">
      <dgm:prSet/>
      <dgm:spPr/>
      <dgm:t>
        <a:bodyPr/>
        <a:lstStyle/>
        <a:p>
          <a:endParaRPr lang="zh-CN" altLang="en-US"/>
        </a:p>
      </dgm:t>
    </dgm:pt>
    <dgm:pt modelId="{AAE1ABA3-CE26-4980-B896-A681B9975B9C}" type="pres">
      <dgm:prSet presAssocID="{1EFD9A47-735D-4B60-BB2B-FCF5687DBA8A}" presName="diagram" presStyleCnt="0">
        <dgm:presLayoutVars>
          <dgm:dir/>
          <dgm:resizeHandles val="exact"/>
        </dgm:presLayoutVars>
      </dgm:prSet>
      <dgm:spPr/>
    </dgm:pt>
    <dgm:pt modelId="{246C5806-BE1E-4D40-9292-D849C8D65944}" type="pres">
      <dgm:prSet presAssocID="{3EED417B-6D7D-4F1A-9EB9-635E7E74F081}" presName="node" presStyleLbl="node1" presStyleIdx="0" presStyleCnt="3">
        <dgm:presLayoutVars>
          <dgm:bulletEnabled val="1"/>
        </dgm:presLayoutVars>
      </dgm:prSet>
      <dgm:spPr/>
    </dgm:pt>
    <dgm:pt modelId="{80279DDB-ACC1-407B-91A9-D6A28AB03E03}" type="pres">
      <dgm:prSet presAssocID="{CE078DD4-3C29-4003-AFEE-6475C805EA04}" presName="sibTrans" presStyleLbl="sibTrans2D1" presStyleIdx="0" presStyleCnt="2"/>
      <dgm:spPr/>
    </dgm:pt>
    <dgm:pt modelId="{DE1613F7-0ADE-4BC8-93D6-BE0B57FED7F0}" type="pres">
      <dgm:prSet presAssocID="{CE078DD4-3C29-4003-AFEE-6475C805EA04}" presName="connectorText" presStyleLbl="sibTrans2D1" presStyleIdx="0" presStyleCnt="2"/>
      <dgm:spPr/>
    </dgm:pt>
    <dgm:pt modelId="{73CBEC61-DBB2-4316-8C75-5E32956CA555}" type="pres">
      <dgm:prSet presAssocID="{E8B1090F-C9E8-4A8D-9D5F-7999DAB25204}" presName="node" presStyleLbl="node1" presStyleIdx="1" presStyleCnt="3">
        <dgm:presLayoutVars>
          <dgm:bulletEnabled val="1"/>
        </dgm:presLayoutVars>
      </dgm:prSet>
      <dgm:spPr/>
    </dgm:pt>
    <dgm:pt modelId="{D745E8D3-C440-4552-A5D9-3ED06B80D482}" type="pres">
      <dgm:prSet presAssocID="{9834CB82-352F-43FF-A2BC-F4DB0D9AC831}" presName="sibTrans" presStyleLbl="sibTrans2D1" presStyleIdx="1" presStyleCnt="2"/>
      <dgm:spPr/>
    </dgm:pt>
    <dgm:pt modelId="{33BC0C85-CD37-4A67-86F1-3AD3CE6976BE}" type="pres">
      <dgm:prSet presAssocID="{9834CB82-352F-43FF-A2BC-F4DB0D9AC831}" presName="connectorText" presStyleLbl="sibTrans2D1" presStyleIdx="1" presStyleCnt="2"/>
      <dgm:spPr/>
    </dgm:pt>
    <dgm:pt modelId="{D0CB38BC-4D4B-432A-BA99-AB64C872E229}" type="pres">
      <dgm:prSet presAssocID="{624ACEC6-8FA0-4B7A-9F08-E2FEE4D52DD7}" presName="node" presStyleLbl="node1" presStyleIdx="2" presStyleCnt="3">
        <dgm:presLayoutVars>
          <dgm:bulletEnabled val="1"/>
        </dgm:presLayoutVars>
      </dgm:prSet>
      <dgm:spPr/>
    </dgm:pt>
  </dgm:ptLst>
  <dgm:cxnLst>
    <dgm:cxn modelId="{55ED3210-FE52-43F8-A5D7-E3D1D4768B1B}" type="presOf" srcId="{CE078DD4-3C29-4003-AFEE-6475C805EA04}" destId="{80279DDB-ACC1-407B-91A9-D6A28AB03E03}" srcOrd="0" destOrd="0" presId="urn:microsoft.com/office/officeart/2005/8/layout/process5"/>
    <dgm:cxn modelId="{346CCA21-BA1E-497B-B5A7-687D7CBC33CD}" type="presOf" srcId="{9834CB82-352F-43FF-A2BC-F4DB0D9AC831}" destId="{D745E8D3-C440-4552-A5D9-3ED06B80D482}" srcOrd="0" destOrd="0" presId="urn:microsoft.com/office/officeart/2005/8/layout/process5"/>
    <dgm:cxn modelId="{B54E832F-1223-4A25-8663-355DAE95DC60}" type="presOf" srcId="{3EED417B-6D7D-4F1A-9EB9-635E7E74F081}" destId="{246C5806-BE1E-4D40-9292-D849C8D65944}" srcOrd="0" destOrd="0" presId="urn:microsoft.com/office/officeart/2005/8/layout/process5"/>
    <dgm:cxn modelId="{3E578E31-6767-4BD3-860F-8266BB49CFB6}" srcId="{1EFD9A47-735D-4B60-BB2B-FCF5687DBA8A}" destId="{E8B1090F-C9E8-4A8D-9D5F-7999DAB25204}" srcOrd="1" destOrd="0" parTransId="{AB32BD02-DBE1-42F3-8DCA-6E804E669E8D}" sibTransId="{9834CB82-352F-43FF-A2BC-F4DB0D9AC831}"/>
    <dgm:cxn modelId="{D496ED3A-E403-41AF-A932-EC6A1BE67BCA}" type="presOf" srcId="{624ACEC6-8FA0-4B7A-9F08-E2FEE4D52DD7}" destId="{D0CB38BC-4D4B-432A-BA99-AB64C872E229}" srcOrd="0" destOrd="0" presId="urn:microsoft.com/office/officeart/2005/8/layout/process5"/>
    <dgm:cxn modelId="{BC35974E-BC71-417A-B53E-2DA971074FA4}" type="presOf" srcId="{E8B1090F-C9E8-4A8D-9D5F-7999DAB25204}" destId="{73CBEC61-DBB2-4316-8C75-5E32956CA555}" srcOrd="0" destOrd="0" presId="urn:microsoft.com/office/officeart/2005/8/layout/process5"/>
    <dgm:cxn modelId="{09C68A70-1199-43DB-AD8F-4D30938FA768}" srcId="{1EFD9A47-735D-4B60-BB2B-FCF5687DBA8A}" destId="{3EED417B-6D7D-4F1A-9EB9-635E7E74F081}" srcOrd="0" destOrd="0" parTransId="{1235F9E2-A60B-428B-A1E1-9AC03E9D8547}" sibTransId="{CE078DD4-3C29-4003-AFEE-6475C805EA04}"/>
    <dgm:cxn modelId="{BF2C85BC-F886-4244-989E-EA1B5784B3D9}" type="presOf" srcId="{CE078DD4-3C29-4003-AFEE-6475C805EA04}" destId="{DE1613F7-0ADE-4BC8-93D6-BE0B57FED7F0}" srcOrd="1" destOrd="0" presId="urn:microsoft.com/office/officeart/2005/8/layout/process5"/>
    <dgm:cxn modelId="{29B5A0BD-EF90-45C4-AF55-597BDDF103F0}" srcId="{1EFD9A47-735D-4B60-BB2B-FCF5687DBA8A}" destId="{624ACEC6-8FA0-4B7A-9F08-E2FEE4D52DD7}" srcOrd="2" destOrd="0" parTransId="{4EB35929-7D14-49CD-B0F4-E63507D4EF72}" sibTransId="{ABEA9199-78CF-4188-92E8-A33876DDB34D}"/>
    <dgm:cxn modelId="{8A0F5BDB-7AE5-42B2-A338-69F291B8A465}" type="presOf" srcId="{1EFD9A47-735D-4B60-BB2B-FCF5687DBA8A}" destId="{AAE1ABA3-CE26-4980-B896-A681B9975B9C}" srcOrd="0" destOrd="0" presId="urn:microsoft.com/office/officeart/2005/8/layout/process5"/>
    <dgm:cxn modelId="{134C25E5-A23D-4977-A8AF-77B0385E3E87}" type="presOf" srcId="{9834CB82-352F-43FF-A2BC-F4DB0D9AC831}" destId="{33BC0C85-CD37-4A67-86F1-3AD3CE6976BE}" srcOrd="1" destOrd="0" presId="urn:microsoft.com/office/officeart/2005/8/layout/process5"/>
    <dgm:cxn modelId="{247461C3-BBED-425A-9AED-3BF953F3C208}" type="presParOf" srcId="{AAE1ABA3-CE26-4980-B896-A681B9975B9C}" destId="{246C5806-BE1E-4D40-9292-D849C8D65944}" srcOrd="0" destOrd="0" presId="urn:microsoft.com/office/officeart/2005/8/layout/process5"/>
    <dgm:cxn modelId="{1788D9AB-A2AA-45CC-9C7D-25E9CF9D0EAB}" type="presParOf" srcId="{AAE1ABA3-CE26-4980-B896-A681B9975B9C}" destId="{80279DDB-ACC1-407B-91A9-D6A28AB03E03}" srcOrd="1" destOrd="0" presId="urn:microsoft.com/office/officeart/2005/8/layout/process5"/>
    <dgm:cxn modelId="{F6311FEA-CC81-4998-9484-8019447F2B6A}" type="presParOf" srcId="{80279DDB-ACC1-407B-91A9-D6A28AB03E03}" destId="{DE1613F7-0ADE-4BC8-93D6-BE0B57FED7F0}" srcOrd="0" destOrd="0" presId="urn:microsoft.com/office/officeart/2005/8/layout/process5"/>
    <dgm:cxn modelId="{8D706BB0-2CB7-485A-B52E-CF1929DF1FED}" type="presParOf" srcId="{AAE1ABA3-CE26-4980-B896-A681B9975B9C}" destId="{73CBEC61-DBB2-4316-8C75-5E32956CA555}" srcOrd="2" destOrd="0" presId="urn:microsoft.com/office/officeart/2005/8/layout/process5"/>
    <dgm:cxn modelId="{09B163AC-B8F0-45ED-BCD3-9F18FC2C58A9}" type="presParOf" srcId="{AAE1ABA3-CE26-4980-B896-A681B9975B9C}" destId="{D745E8D3-C440-4552-A5D9-3ED06B80D482}" srcOrd="3" destOrd="0" presId="urn:microsoft.com/office/officeart/2005/8/layout/process5"/>
    <dgm:cxn modelId="{3F1B707F-FA92-40D5-9FEF-58525BC4ED68}" type="presParOf" srcId="{D745E8D3-C440-4552-A5D9-3ED06B80D482}" destId="{33BC0C85-CD37-4A67-86F1-3AD3CE6976BE}" srcOrd="0" destOrd="0" presId="urn:microsoft.com/office/officeart/2005/8/layout/process5"/>
    <dgm:cxn modelId="{E49BC07F-54BC-4255-99EE-846722D5DA3D}" type="presParOf" srcId="{AAE1ABA3-CE26-4980-B896-A681B9975B9C}" destId="{D0CB38BC-4D4B-432A-BA99-AB64C872E229}" srcOrd="4"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EFD9A47-735D-4B60-BB2B-FCF5687DBA8A}" type="doc">
      <dgm:prSet loTypeId="urn:microsoft.com/office/officeart/2005/8/layout/process5" loCatId="process" qsTypeId="urn:microsoft.com/office/officeart/2005/8/quickstyle/3d1" qsCatId="3D" csTypeId="urn:microsoft.com/office/officeart/2005/8/colors/accent1_2" csCatId="accent1" phldr="1"/>
      <dgm:spPr/>
      <dgm:t>
        <a:bodyPr/>
        <a:lstStyle/>
        <a:p>
          <a:endParaRPr lang="zh-CN" altLang="en-US"/>
        </a:p>
      </dgm:t>
    </dgm:pt>
    <dgm:pt modelId="{3EED417B-6D7D-4F1A-9EB9-635E7E74F081}">
      <dgm:prSet phldrT="[文本]"/>
      <dgm:spPr/>
      <dgm:t>
        <a:bodyPr/>
        <a:lstStyle/>
        <a:p>
          <a:r>
            <a:rPr lang="zh-CN" altLang="en-US"/>
            <a:t>解析请求头的</a:t>
          </a:r>
          <a:r>
            <a:rPr lang="en-US" altLang="zh-CN"/>
            <a:t>If-Modified-Since</a:t>
          </a:r>
          <a:r>
            <a:rPr lang="zh-CN" altLang="en-US"/>
            <a:t>字段</a:t>
          </a:r>
        </a:p>
      </dgm:t>
    </dgm:pt>
    <dgm:pt modelId="{1235F9E2-A60B-428B-A1E1-9AC03E9D8547}" type="parTrans" cxnId="{09C68A70-1199-43DB-AD8F-4D30938FA768}">
      <dgm:prSet/>
      <dgm:spPr/>
      <dgm:t>
        <a:bodyPr/>
        <a:lstStyle/>
        <a:p>
          <a:endParaRPr lang="zh-CN" altLang="en-US"/>
        </a:p>
      </dgm:t>
    </dgm:pt>
    <dgm:pt modelId="{CE078DD4-3C29-4003-AFEE-6475C805EA04}" type="sibTrans" cxnId="{09C68A70-1199-43DB-AD8F-4D30938FA768}">
      <dgm:prSet/>
      <dgm:spPr/>
      <dgm:t>
        <a:bodyPr/>
        <a:lstStyle/>
        <a:p>
          <a:endParaRPr lang="zh-CN" altLang="en-US"/>
        </a:p>
      </dgm:t>
    </dgm:pt>
    <dgm:pt modelId="{E8B1090F-C9E8-4A8D-9D5F-7999DAB25204}">
      <dgm:prSet phldrT="[文本]"/>
      <dgm:spPr/>
      <dgm:t>
        <a:bodyPr/>
        <a:lstStyle/>
        <a:p>
          <a:r>
            <a:rPr lang="zh-CN" altLang="en-US"/>
            <a:t>获取资源最后修改的时间</a:t>
          </a:r>
        </a:p>
      </dgm:t>
    </dgm:pt>
    <dgm:pt modelId="{AB32BD02-DBE1-42F3-8DCA-6E804E669E8D}" type="parTrans" cxnId="{3E578E31-6767-4BD3-860F-8266BB49CFB6}">
      <dgm:prSet/>
      <dgm:spPr/>
      <dgm:t>
        <a:bodyPr/>
        <a:lstStyle/>
        <a:p>
          <a:endParaRPr lang="zh-CN" altLang="en-US"/>
        </a:p>
      </dgm:t>
    </dgm:pt>
    <dgm:pt modelId="{9834CB82-352F-43FF-A2BC-F4DB0D9AC831}" type="sibTrans" cxnId="{3E578E31-6767-4BD3-860F-8266BB49CFB6}">
      <dgm:prSet/>
      <dgm:spPr/>
      <dgm:t>
        <a:bodyPr/>
        <a:lstStyle/>
        <a:p>
          <a:endParaRPr lang="zh-CN" altLang="en-US"/>
        </a:p>
      </dgm:t>
    </dgm:pt>
    <dgm:pt modelId="{624ACEC6-8FA0-4B7A-9F08-E2FEE4D52DD7}">
      <dgm:prSet phldrT="[文本]"/>
      <dgm:spPr/>
      <dgm:t>
        <a:bodyPr/>
        <a:lstStyle/>
        <a:p>
          <a:r>
            <a:rPr lang="zh-CN" altLang="en-US"/>
            <a:t>比较两个时间</a:t>
          </a:r>
        </a:p>
      </dgm:t>
    </dgm:pt>
    <dgm:pt modelId="{4EB35929-7D14-49CD-B0F4-E63507D4EF72}" type="parTrans" cxnId="{29B5A0BD-EF90-45C4-AF55-597BDDF103F0}">
      <dgm:prSet/>
      <dgm:spPr/>
      <dgm:t>
        <a:bodyPr/>
        <a:lstStyle/>
        <a:p>
          <a:endParaRPr lang="zh-CN" altLang="en-US"/>
        </a:p>
      </dgm:t>
    </dgm:pt>
    <dgm:pt modelId="{ABEA9199-78CF-4188-92E8-A33876DDB34D}" type="sibTrans" cxnId="{29B5A0BD-EF90-45C4-AF55-597BDDF103F0}">
      <dgm:prSet/>
      <dgm:spPr/>
      <dgm:t>
        <a:bodyPr/>
        <a:lstStyle/>
        <a:p>
          <a:endParaRPr lang="zh-CN" altLang="en-US"/>
        </a:p>
      </dgm:t>
    </dgm:pt>
    <dgm:pt modelId="{79043F63-ABA9-4EC3-AD52-D771D9E80BE4}">
      <dgm:prSet phldrT="[文本]"/>
      <dgm:spPr/>
      <dgm:t>
        <a:bodyPr/>
        <a:lstStyle/>
        <a:p>
          <a:r>
            <a:rPr lang="zh-CN" altLang="en-US"/>
            <a:t>相同</a:t>
          </a:r>
          <a:r>
            <a:rPr lang="en-US" altLang="zh-CN">
              <a:sym typeface="Wingdings" panose="05000000000000000000" pitchFamily="2" charset="2"/>
            </a:rPr>
            <a:t></a:t>
          </a:r>
          <a:r>
            <a:rPr lang="zh-CN" altLang="en-US">
              <a:sym typeface="Wingdings" panose="05000000000000000000" pitchFamily="2" charset="2"/>
            </a:rPr>
            <a:t>返回</a:t>
          </a:r>
          <a:r>
            <a:rPr lang="en-US" altLang="zh-CN">
              <a:sym typeface="Wingdings" panose="05000000000000000000" pitchFamily="2" charset="2"/>
            </a:rPr>
            <a:t>304</a:t>
          </a:r>
          <a:r>
            <a:rPr lang="zh-CN" altLang="en-US">
              <a:sym typeface="Wingdings" panose="05000000000000000000" pitchFamily="2" charset="2"/>
            </a:rPr>
            <a:t>（无数据）</a:t>
          </a:r>
          <a:endParaRPr lang="zh-CN" altLang="en-US"/>
        </a:p>
      </dgm:t>
    </dgm:pt>
    <dgm:pt modelId="{DED7D02C-1DE2-4426-9498-AF9A3585BB98}" type="parTrans" cxnId="{A8845524-CD4F-4480-A1D2-750C3B3F9128}">
      <dgm:prSet/>
      <dgm:spPr/>
      <dgm:t>
        <a:bodyPr/>
        <a:lstStyle/>
        <a:p>
          <a:endParaRPr lang="zh-CN" altLang="en-US"/>
        </a:p>
      </dgm:t>
    </dgm:pt>
    <dgm:pt modelId="{89BF3990-4723-4C44-878E-ECF4B30DD026}" type="sibTrans" cxnId="{A8845524-CD4F-4480-A1D2-750C3B3F9128}">
      <dgm:prSet/>
      <dgm:spPr/>
      <dgm:t>
        <a:bodyPr/>
        <a:lstStyle/>
        <a:p>
          <a:endParaRPr lang="zh-CN" altLang="en-US"/>
        </a:p>
      </dgm:t>
    </dgm:pt>
    <dgm:pt modelId="{9757F677-18D8-470F-9280-078BB4773117}">
      <dgm:prSet phldrT="[文本]"/>
      <dgm:spPr/>
      <dgm:t>
        <a:bodyPr/>
        <a:lstStyle/>
        <a:p>
          <a:r>
            <a:rPr lang="zh-CN" altLang="en-US"/>
            <a:t>不同</a:t>
          </a:r>
          <a:r>
            <a:rPr lang="en-US" altLang="zh-CN">
              <a:sym typeface="Wingdings" panose="05000000000000000000" pitchFamily="2" charset="2"/>
            </a:rPr>
            <a:t></a:t>
          </a:r>
          <a:r>
            <a:rPr lang="zh-CN" altLang="en-US">
              <a:sym typeface="Wingdings" panose="05000000000000000000" pitchFamily="2" charset="2"/>
            </a:rPr>
            <a:t>查询并返回结果</a:t>
          </a:r>
          <a:endParaRPr lang="zh-CN" altLang="en-US"/>
        </a:p>
      </dgm:t>
    </dgm:pt>
    <dgm:pt modelId="{AD268083-3CBC-47A9-B4A3-4B348418F99F}" type="parTrans" cxnId="{8F00A86C-6136-4861-ABFF-E0F56D783D15}">
      <dgm:prSet/>
      <dgm:spPr/>
      <dgm:t>
        <a:bodyPr/>
        <a:lstStyle/>
        <a:p>
          <a:endParaRPr lang="zh-CN" altLang="en-US"/>
        </a:p>
      </dgm:t>
    </dgm:pt>
    <dgm:pt modelId="{11DB46B0-969B-43BE-967F-E7816DF05B8A}" type="sibTrans" cxnId="{8F00A86C-6136-4861-ABFF-E0F56D783D15}">
      <dgm:prSet/>
      <dgm:spPr/>
      <dgm:t>
        <a:bodyPr/>
        <a:lstStyle/>
        <a:p>
          <a:endParaRPr lang="zh-CN" altLang="en-US"/>
        </a:p>
      </dgm:t>
    </dgm:pt>
    <dgm:pt modelId="{AAE1ABA3-CE26-4980-B896-A681B9975B9C}" type="pres">
      <dgm:prSet presAssocID="{1EFD9A47-735D-4B60-BB2B-FCF5687DBA8A}" presName="diagram" presStyleCnt="0">
        <dgm:presLayoutVars>
          <dgm:dir/>
          <dgm:resizeHandles val="exact"/>
        </dgm:presLayoutVars>
      </dgm:prSet>
      <dgm:spPr/>
    </dgm:pt>
    <dgm:pt modelId="{246C5806-BE1E-4D40-9292-D849C8D65944}" type="pres">
      <dgm:prSet presAssocID="{3EED417B-6D7D-4F1A-9EB9-635E7E74F081}" presName="node" presStyleLbl="node1" presStyleIdx="0" presStyleCnt="5">
        <dgm:presLayoutVars>
          <dgm:bulletEnabled val="1"/>
        </dgm:presLayoutVars>
      </dgm:prSet>
      <dgm:spPr/>
    </dgm:pt>
    <dgm:pt modelId="{80279DDB-ACC1-407B-91A9-D6A28AB03E03}" type="pres">
      <dgm:prSet presAssocID="{CE078DD4-3C29-4003-AFEE-6475C805EA04}" presName="sibTrans" presStyleLbl="sibTrans2D1" presStyleIdx="0" presStyleCnt="4"/>
      <dgm:spPr/>
    </dgm:pt>
    <dgm:pt modelId="{DE1613F7-0ADE-4BC8-93D6-BE0B57FED7F0}" type="pres">
      <dgm:prSet presAssocID="{CE078DD4-3C29-4003-AFEE-6475C805EA04}" presName="connectorText" presStyleLbl="sibTrans2D1" presStyleIdx="0" presStyleCnt="4"/>
      <dgm:spPr/>
    </dgm:pt>
    <dgm:pt modelId="{73CBEC61-DBB2-4316-8C75-5E32956CA555}" type="pres">
      <dgm:prSet presAssocID="{E8B1090F-C9E8-4A8D-9D5F-7999DAB25204}" presName="node" presStyleLbl="node1" presStyleIdx="1" presStyleCnt="5">
        <dgm:presLayoutVars>
          <dgm:bulletEnabled val="1"/>
        </dgm:presLayoutVars>
      </dgm:prSet>
      <dgm:spPr/>
    </dgm:pt>
    <dgm:pt modelId="{D745E8D3-C440-4552-A5D9-3ED06B80D482}" type="pres">
      <dgm:prSet presAssocID="{9834CB82-352F-43FF-A2BC-F4DB0D9AC831}" presName="sibTrans" presStyleLbl="sibTrans2D1" presStyleIdx="1" presStyleCnt="4"/>
      <dgm:spPr/>
    </dgm:pt>
    <dgm:pt modelId="{33BC0C85-CD37-4A67-86F1-3AD3CE6976BE}" type="pres">
      <dgm:prSet presAssocID="{9834CB82-352F-43FF-A2BC-F4DB0D9AC831}" presName="connectorText" presStyleLbl="sibTrans2D1" presStyleIdx="1" presStyleCnt="4"/>
      <dgm:spPr/>
    </dgm:pt>
    <dgm:pt modelId="{D0CB38BC-4D4B-432A-BA99-AB64C872E229}" type="pres">
      <dgm:prSet presAssocID="{624ACEC6-8FA0-4B7A-9F08-E2FEE4D52DD7}" presName="node" presStyleLbl="node1" presStyleIdx="2" presStyleCnt="5">
        <dgm:presLayoutVars>
          <dgm:bulletEnabled val="1"/>
        </dgm:presLayoutVars>
      </dgm:prSet>
      <dgm:spPr/>
    </dgm:pt>
    <dgm:pt modelId="{344E676D-F30F-4041-A1F1-A88EC83930BB}" type="pres">
      <dgm:prSet presAssocID="{ABEA9199-78CF-4188-92E8-A33876DDB34D}" presName="sibTrans" presStyleLbl="sibTrans2D1" presStyleIdx="2" presStyleCnt="4" custScaleX="209134" custLinFactNeighborX="-2329" custLinFactNeighborY="29742"/>
      <dgm:spPr/>
    </dgm:pt>
    <dgm:pt modelId="{1597FC70-7658-47EE-99BE-AFDF666FEB9A}" type="pres">
      <dgm:prSet presAssocID="{ABEA9199-78CF-4188-92E8-A33876DDB34D}" presName="connectorText" presStyleLbl="sibTrans2D1" presStyleIdx="2" presStyleCnt="4"/>
      <dgm:spPr/>
    </dgm:pt>
    <dgm:pt modelId="{3E506D36-53C4-4825-9B17-CB3B8ABFF7F7}" type="pres">
      <dgm:prSet presAssocID="{79043F63-ABA9-4EC3-AD52-D771D9E80BE4}" presName="node" presStyleLbl="node1" presStyleIdx="3" presStyleCnt="5">
        <dgm:presLayoutVars>
          <dgm:bulletEnabled val="1"/>
        </dgm:presLayoutVars>
      </dgm:prSet>
      <dgm:spPr/>
    </dgm:pt>
    <dgm:pt modelId="{3D359B19-2F73-4801-874A-671F3748D917}" type="pres">
      <dgm:prSet presAssocID="{89BF3990-4723-4C44-878E-ECF4B30DD026}" presName="sibTrans" presStyleLbl="sibTrans2D1" presStyleIdx="3" presStyleCnt="4" custAng="18955980" custScaleX="258208" custLinFactY="-97587" custLinFactNeighborX="-6987" custLinFactNeighborY="-100000"/>
      <dgm:spPr/>
    </dgm:pt>
    <dgm:pt modelId="{3E75450B-FA45-4B2E-9C93-CF8B3FDD0EEE}" type="pres">
      <dgm:prSet presAssocID="{89BF3990-4723-4C44-878E-ECF4B30DD026}" presName="connectorText" presStyleLbl="sibTrans2D1" presStyleIdx="3" presStyleCnt="4"/>
      <dgm:spPr/>
    </dgm:pt>
    <dgm:pt modelId="{7EACF0ED-553C-4E12-8D6F-D77B28A2795B}" type="pres">
      <dgm:prSet presAssocID="{9757F677-18D8-470F-9280-078BB4773117}" presName="node" presStyleLbl="node1" presStyleIdx="4" presStyleCnt="5">
        <dgm:presLayoutVars>
          <dgm:bulletEnabled val="1"/>
        </dgm:presLayoutVars>
      </dgm:prSet>
      <dgm:spPr/>
    </dgm:pt>
  </dgm:ptLst>
  <dgm:cxnLst>
    <dgm:cxn modelId="{554BC004-4789-48FF-A6F3-98AB484175A5}" type="presOf" srcId="{79043F63-ABA9-4EC3-AD52-D771D9E80BE4}" destId="{3E506D36-53C4-4825-9B17-CB3B8ABFF7F7}" srcOrd="0" destOrd="0" presId="urn:microsoft.com/office/officeart/2005/8/layout/process5"/>
    <dgm:cxn modelId="{7337AA22-8C73-4708-8C25-F38AEB03616B}" type="presOf" srcId="{3EED417B-6D7D-4F1A-9EB9-635E7E74F081}" destId="{246C5806-BE1E-4D40-9292-D849C8D65944}" srcOrd="0" destOrd="0" presId="urn:microsoft.com/office/officeart/2005/8/layout/process5"/>
    <dgm:cxn modelId="{A8845524-CD4F-4480-A1D2-750C3B3F9128}" srcId="{1EFD9A47-735D-4B60-BB2B-FCF5687DBA8A}" destId="{79043F63-ABA9-4EC3-AD52-D771D9E80BE4}" srcOrd="3" destOrd="0" parTransId="{DED7D02C-1DE2-4426-9498-AF9A3585BB98}" sibTransId="{89BF3990-4723-4C44-878E-ECF4B30DD026}"/>
    <dgm:cxn modelId="{3E578E31-6767-4BD3-860F-8266BB49CFB6}" srcId="{1EFD9A47-735D-4B60-BB2B-FCF5687DBA8A}" destId="{E8B1090F-C9E8-4A8D-9D5F-7999DAB25204}" srcOrd="1" destOrd="0" parTransId="{AB32BD02-DBE1-42F3-8DCA-6E804E669E8D}" sibTransId="{9834CB82-352F-43FF-A2BC-F4DB0D9AC831}"/>
    <dgm:cxn modelId="{4C71453F-5D2C-42EB-AA79-47369E95A733}" type="presOf" srcId="{89BF3990-4723-4C44-878E-ECF4B30DD026}" destId="{3E75450B-FA45-4B2E-9C93-CF8B3FDD0EEE}" srcOrd="1" destOrd="0" presId="urn:microsoft.com/office/officeart/2005/8/layout/process5"/>
    <dgm:cxn modelId="{8F00A86C-6136-4861-ABFF-E0F56D783D15}" srcId="{1EFD9A47-735D-4B60-BB2B-FCF5687DBA8A}" destId="{9757F677-18D8-470F-9280-078BB4773117}" srcOrd="4" destOrd="0" parTransId="{AD268083-3CBC-47A9-B4A3-4B348418F99F}" sibTransId="{11DB46B0-969B-43BE-967F-E7816DF05B8A}"/>
    <dgm:cxn modelId="{09C68A70-1199-43DB-AD8F-4D30938FA768}" srcId="{1EFD9A47-735D-4B60-BB2B-FCF5687DBA8A}" destId="{3EED417B-6D7D-4F1A-9EB9-635E7E74F081}" srcOrd="0" destOrd="0" parTransId="{1235F9E2-A60B-428B-A1E1-9AC03E9D8547}" sibTransId="{CE078DD4-3C29-4003-AFEE-6475C805EA04}"/>
    <dgm:cxn modelId="{3DEEA251-30B0-4F31-90E7-E8999B5B4820}" type="presOf" srcId="{89BF3990-4723-4C44-878E-ECF4B30DD026}" destId="{3D359B19-2F73-4801-874A-671F3748D917}" srcOrd="0" destOrd="0" presId="urn:microsoft.com/office/officeart/2005/8/layout/process5"/>
    <dgm:cxn modelId="{78FAA475-E34F-4411-86FC-4FE0825FB034}" type="presOf" srcId="{ABEA9199-78CF-4188-92E8-A33876DDB34D}" destId="{344E676D-F30F-4041-A1F1-A88EC83930BB}" srcOrd="0" destOrd="0" presId="urn:microsoft.com/office/officeart/2005/8/layout/process5"/>
    <dgm:cxn modelId="{502C0C82-83D8-43BC-AD7D-5F7F6602337B}" type="presOf" srcId="{E8B1090F-C9E8-4A8D-9D5F-7999DAB25204}" destId="{73CBEC61-DBB2-4316-8C75-5E32956CA555}" srcOrd="0" destOrd="0" presId="urn:microsoft.com/office/officeart/2005/8/layout/process5"/>
    <dgm:cxn modelId="{BA9DD785-F8EE-4432-B01F-5D9751137302}" type="presOf" srcId="{ABEA9199-78CF-4188-92E8-A33876DDB34D}" destId="{1597FC70-7658-47EE-99BE-AFDF666FEB9A}" srcOrd="1" destOrd="0" presId="urn:microsoft.com/office/officeart/2005/8/layout/process5"/>
    <dgm:cxn modelId="{34391E9F-7C78-4EB0-A931-3FFC6CEAD986}" type="presOf" srcId="{624ACEC6-8FA0-4B7A-9F08-E2FEE4D52DD7}" destId="{D0CB38BC-4D4B-432A-BA99-AB64C872E229}" srcOrd="0" destOrd="0" presId="urn:microsoft.com/office/officeart/2005/8/layout/process5"/>
    <dgm:cxn modelId="{29B5A0BD-EF90-45C4-AF55-597BDDF103F0}" srcId="{1EFD9A47-735D-4B60-BB2B-FCF5687DBA8A}" destId="{624ACEC6-8FA0-4B7A-9F08-E2FEE4D52DD7}" srcOrd="2" destOrd="0" parTransId="{4EB35929-7D14-49CD-B0F4-E63507D4EF72}" sibTransId="{ABEA9199-78CF-4188-92E8-A33876DDB34D}"/>
    <dgm:cxn modelId="{928E30BF-4F3B-4EE1-B08D-253FFD6360DE}" type="presOf" srcId="{9834CB82-352F-43FF-A2BC-F4DB0D9AC831}" destId="{D745E8D3-C440-4552-A5D9-3ED06B80D482}" srcOrd="0" destOrd="0" presId="urn:microsoft.com/office/officeart/2005/8/layout/process5"/>
    <dgm:cxn modelId="{8A0F5BDB-7AE5-42B2-A338-69F291B8A465}" type="presOf" srcId="{1EFD9A47-735D-4B60-BB2B-FCF5687DBA8A}" destId="{AAE1ABA3-CE26-4980-B896-A681B9975B9C}" srcOrd="0" destOrd="0" presId="urn:microsoft.com/office/officeart/2005/8/layout/process5"/>
    <dgm:cxn modelId="{40218EE0-717A-49E1-9443-08E20A19BABA}" type="presOf" srcId="{9757F677-18D8-470F-9280-078BB4773117}" destId="{7EACF0ED-553C-4E12-8D6F-D77B28A2795B}" srcOrd="0" destOrd="0" presId="urn:microsoft.com/office/officeart/2005/8/layout/process5"/>
    <dgm:cxn modelId="{EDF37EE6-041A-4ECA-8484-09B7D74A944F}" type="presOf" srcId="{CE078DD4-3C29-4003-AFEE-6475C805EA04}" destId="{DE1613F7-0ADE-4BC8-93D6-BE0B57FED7F0}" srcOrd="1" destOrd="0" presId="urn:microsoft.com/office/officeart/2005/8/layout/process5"/>
    <dgm:cxn modelId="{041556F9-A227-4E44-9169-419203BBD027}" type="presOf" srcId="{CE078DD4-3C29-4003-AFEE-6475C805EA04}" destId="{80279DDB-ACC1-407B-91A9-D6A28AB03E03}" srcOrd="0" destOrd="0" presId="urn:microsoft.com/office/officeart/2005/8/layout/process5"/>
    <dgm:cxn modelId="{765DCBF9-CD7A-4E92-A714-8C39A4851B36}" type="presOf" srcId="{9834CB82-352F-43FF-A2BC-F4DB0D9AC831}" destId="{33BC0C85-CD37-4A67-86F1-3AD3CE6976BE}" srcOrd="1" destOrd="0" presId="urn:microsoft.com/office/officeart/2005/8/layout/process5"/>
    <dgm:cxn modelId="{46CDF03E-6AEB-4F02-850D-12C03DC23214}" type="presParOf" srcId="{AAE1ABA3-CE26-4980-B896-A681B9975B9C}" destId="{246C5806-BE1E-4D40-9292-D849C8D65944}" srcOrd="0" destOrd="0" presId="urn:microsoft.com/office/officeart/2005/8/layout/process5"/>
    <dgm:cxn modelId="{ECF5A9C7-9B90-406C-B036-4172EC9B76E1}" type="presParOf" srcId="{AAE1ABA3-CE26-4980-B896-A681B9975B9C}" destId="{80279DDB-ACC1-407B-91A9-D6A28AB03E03}" srcOrd="1" destOrd="0" presId="urn:microsoft.com/office/officeart/2005/8/layout/process5"/>
    <dgm:cxn modelId="{7E2043F2-E754-4695-8B4D-ACFB36026598}" type="presParOf" srcId="{80279DDB-ACC1-407B-91A9-D6A28AB03E03}" destId="{DE1613F7-0ADE-4BC8-93D6-BE0B57FED7F0}" srcOrd="0" destOrd="0" presId="urn:microsoft.com/office/officeart/2005/8/layout/process5"/>
    <dgm:cxn modelId="{4805CCA5-9FD3-4AFF-B2F4-6B05407197AB}" type="presParOf" srcId="{AAE1ABA3-CE26-4980-B896-A681B9975B9C}" destId="{73CBEC61-DBB2-4316-8C75-5E32956CA555}" srcOrd="2" destOrd="0" presId="urn:microsoft.com/office/officeart/2005/8/layout/process5"/>
    <dgm:cxn modelId="{5F8B3CB4-874A-42E7-84DB-337BFD209D21}" type="presParOf" srcId="{AAE1ABA3-CE26-4980-B896-A681B9975B9C}" destId="{D745E8D3-C440-4552-A5D9-3ED06B80D482}" srcOrd="3" destOrd="0" presId="urn:microsoft.com/office/officeart/2005/8/layout/process5"/>
    <dgm:cxn modelId="{4624D138-1022-4479-B213-F2850A03942C}" type="presParOf" srcId="{D745E8D3-C440-4552-A5D9-3ED06B80D482}" destId="{33BC0C85-CD37-4A67-86F1-3AD3CE6976BE}" srcOrd="0" destOrd="0" presId="urn:microsoft.com/office/officeart/2005/8/layout/process5"/>
    <dgm:cxn modelId="{B2E1AF82-B27C-450A-B70D-158D3731B516}" type="presParOf" srcId="{AAE1ABA3-CE26-4980-B896-A681B9975B9C}" destId="{D0CB38BC-4D4B-432A-BA99-AB64C872E229}" srcOrd="4" destOrd="0" presId="urn:microsoft.com/office/officeart/2005/8/layout/process5"/>
    <dgm:cxn modelId="{107E1668-9BEE-4A3A-972D-C9A9C81C78F8}" type="presParOf" srcId="{AAE1ABA3-CE26-4980-B896-A681B9975B9C}" destId="{344E676D-F30F-4041-A1F1-A88EC83930BB}" srcOrd="5" destOrd="0" presId="urn:microsoft.com/office/officeart/2005/8/layout/process5"/>
    <dgm:cxn modelId="{4BA77A59-A0F5-4D1D-AF6E-1FD07EB27C10}" type="presParOf" srcId="{344E676D-F30F-4041-A1F1-A88EC83930BB}" destId="{1597FC70-7658-47EE-99BE-AFDF666FEB9A}" srcOrd="0" destOrd="0" presId="urn:microsoft.com/office/officeart/2005/8/layout/process5"/>
    <dgm:cxn modelId="{98A0259C-4917-43F8-BF5E-6866F856CED9}" type="presParOf" srcId="{AAE1ABA3-CE26-4980-B896-A681B9975B9C}" destId="{3E506D36-53C4-4825-9B17-CB3B8ABFF7F7}" srcOrd="6" destOrd="0" presId="urn:microsoft.com/office/officeart/2005/8/layout/process5"/>
    <dgm:cxn modelId="{726CB5D4-9F48-45F9-9660-4A7A779392AC}" type="presParOf" srcId="{AAE1ABA3-CE26-4980-B896-A681B9975B9C}" destId="{3D359B19-2F73-4801-874A-671F3748D917}" srcOrd="7" destOrd="0" presId="urn:microsoft.com/office/officeart/2005/8/layout/process5"/>
    <dgm:cxn modelId="{8C2D8F5B-6229-4FED-8932-582FDE94B611}" type="presParOf" srcId="{3D359B19-2F73-4801-874A-671F3748D917}" destId="{3E75450B-FA45-4B2E-9C93-CF8B3FDD0EEE}" srcOrd="0" destOrd="0" presId="urn:microsoft.com/office/officeart/2005/8/layout/process5"/>
    <dgm:cxn modelId="{1B7F888C-1095-4C62-BB8A-9E758761455D}" type="presParOf" srcId="{AAE1ABA3-CE26-4980-B896-A681B9975B9C}" destId="{7EACF0ED-553C-4E12-8D6F-D77B28A2795B}" srcOrd="8" destOrd="0" presId="urn:microsoft.com/office/officeart/2005/8/layout/process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3363A6D-3F2A-41D3-AB44-B712A1AF6A2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4DE4E5E5-3454-4921-BAB7-38F2DEF084A7}">
      <dgm:prSet phldrT="[文本]"/>
      <dgm:spPr/>
      <dgm:t>
        <a:bodyPr/>
        <a:lstStyle/>
        <a:p>
          <a:r>
            <a:rPr lang="zh-CN" altLang="en-US"/>
            <a:t>需调整表的范围</a:t>
          </a:r>
        </a:p>
      </dgm:t>
    </dgm:pt>
    <dgm:pt modelId="{945ABA78-9BD2-432C-8044-AC95D59196E9}" type="parTrans" cxnId="{84909BD5-FE48-455D-ABC4-3072E11347CB}">
      <dgm:prSet/>
      <dgm:spPr/>
      <dgm:t>
        <a:bodyPr/>
        <a:lstStyle/>
        <a:p>
          <a:endParaRPr lang="zh-CN" altLang="en-US"/>
        </a:p>
      </dgm:t>
    </dgm:pt>
    <dgm:pt modelId="{30DF3550-27A4-48D1-8307-F6C290D5ACA6}" type="sibTrans" cxnId="{84909BD5-FE48-455D-ABC4-3072E11347CB}">
      <dgm:prSet/>
      <dgm:spPr/>
      <dgm:t>
        <a:bodyPr/>
        <a:lstStyle/>
        <a:p>
          <a:endParaRPr lang="zh-CN" altLang="en-US"/>
        </a:p>
      </dgm:t>
    </dgm:pt>
    <dgm:pt modelId="{8A42846A-0069-40E4-8B80-CC5F33CCE8D2}">
      <dgm:prSet phldrT="[文本]" phldr="0"/>
      <dgm:spPr/>
      <dgm:t>
        <a:bodyPr/>
        <a:lstStyle/>
        <a:p>
          <a:r>
            <a:rPr lang="zh-CN" altLang="en-US"/>
            <a:t>需要进行缓存查询的表</a:t>
          </a:r>
        </a:p>
      </dgm:t>
    </dgm:pt>
    <dgm:pt modelId="{E503BB66-2B52-4D3A-83D7-CCF8A1A84353}" type="parTrans" cxnId="{658DAC84-2403-4482-A6B6-F18351260C29}">
      <dgm:prSet/>
      <dgm:spPr/>
      <dgm:t>
        <a:bodyPr/>
        <a:lstStyle/>
        <a:p>
          <a:endParaRPr lang="zh-CN" altLang="en-US"/>
        </a:p>
      </dgm:t>
    </dgm:pt>
    <dgm:pt modelId="{7B9D6C27-7E0C-4960-AF86-24FFAC5F5906}" type="sibTrans" cxnId="{658DAC84-2403-4482-A6B6-F18351260C29}">
      <dgm:prSet/>
      <dgm:spPr/>
      <dgm:t>
        <a:bodyPr/>
        <a:lstStyle/>
        <a:p>
          <a:endParaRPr lang="zh-CN" altLang="en-US"/>
        </a:p>
      </dgm:t>
    </dgm:pt>
    <dgm:pt modelId="{D9F497B3-CEFA-4C6F-A2B6-389C19DBBA7F}">
      <dgm:prSet phldrT="[文本]"/>
      <dgm:spPr/>
      <dgm:t>
        <a:bodyPr/>
        <a:lstStyle/>
        <a:p>
          <a:r>
            <a:rPr lang="zh-CN" altLang="en-US"/>
            <a:t>调整命令</a:t>
          </a:r>
        </a:p>
      </dgm:t>
    </dgm:pt>
    <dgm:pt modelId="{D9D78503-7D1C-4173-A00A-DA762A492C29}" type="parTrans" cxnId="{5C730A43-151B-4BE6-8774-81AA7E5D88CC}">
      <dgm:prSet/>
      <dgm:spPr/>
      <dgm:t>
        <a:bodyPr/>
        <a:lstStyle/>
        <a:p>
          <a:endParaRPr lang="zh-CN" altLang="en-US"/>
        </a:p>
      </dgm:t>
    </dgm:pt>
    <dgm:pt modelId="{BB41BBD2-FB5E-4A28-8170-C3C732141B06}" type="sibTrans" cxnId="{5C730A43-151B-4BE6-8774-81AA7E5D88CC}">
      <dgm:prSet/>
      <dgm:spPr/>
      <dgm:t>
        <a:bodyPr/>
        <a:lstStyle/>
        <a:p>
          <a:endParaRPr lang="zh-CN" altLang="en-US"/>
        </a:p>
      </dgm:t>
    </dgm:pt>
    <dgm:pt modelId="{C9F38117-66B1-4804-9A61-7679D2B1239D}">
      <dgm:prSet phldrT="[文本]" phldr="0"/>
      <dgm:spPr/>
      <dgm:t>
        <a:bodyPr/>
        <a:lstStyle/>
        <a:p>
          <a:r>
            <a:rPr lang="en-US" altLang="zh-CN"/>
            <a:t>task</a:t>
          </a:r>
          <a:r>
            <a:rPr lang="zh-CN" altLang="en-US"/>
            <a:t>、</a:t>
          </a:r>
          <a:r>
            <a:rPr lang="en-US" altLang="zh-CN"/>
            <a:t>score</a:t>
          </a:r>
          <a:endParaRPr lang="zh-CN" altLang="en-US"/>
        </a:p>
      </dgm:t>
    </dgm:pt>
    <dgm:pt modelId="{61C847CE-D020-4692-815D-01F9CBB0904C}" type="parTrans" cxnId="{3CB37B72-2407-4C72-954B-AE77A13124A9}">
      <dgm:prSet/>
      <dgm:spPr/>
      <dgm:t>
        <a:bodyPr/>
        <a:lstStyle/>
        <a:p>
          <a:endParaRPr lang="zh-CN" altLang="en-US"/>
        </a:p>
      </dgm:t>
    </dgm:pt>
    <dgm:pt modelId="{4801FD44-DEFE-4A51-B607-1F63F12AAF07}" type="sibTrans" cxnId="{3CB37B72-2407-4C72-954B-AE77A13124A9}">
      <dgm:prSet/>
      <dgm:spPr/>
      <dgm:t>
        <a:bodyPr/>
        <a:lstStyle/>
        <a:p>
          <a:endParaRPr lang="zh-CN" altLang="en-US"/>
        </a:p>
      </dgm:t>
    </dgm:pt>
    <dgm:pt modelId="{5F09A753-EE58-48CB-B2AC-896433EAE98C}">
      <dgm:prSet phldrT="[文本]"/>
      <dgm:spPr/>
      <dgm:t>
        <a:bodyPr/>
        <a:lstStyle/>
        <a:p>
          <a:r>
            <a:rPr lang="en-US" altLang="zh-CN"/>
            <a:t>alert</a:t>
          </a:r>
          <a:endParaRPr lang="zh-CN" altLang="en-US"/>
        </a:p>
      </dgm:t>
    </dgm:pt>
    <dgm:pt modelId="{A939B2A1-D51E-43B8-A1E8-850A430EC3A7}" type="parTrans" cxnId="{9EBAD5FE-161A-4D3F-B7FB-C28840321DAC}">
      <dgm:prSet/>
      <dgm:spPr/>
      <dgm:t>
        <a:bodyPr/>
        <a:lstStyle/>
        <a:p>
          <a:endParaRPr lang="zh-CN" altLang="en-US"/>
        </a:p>
      </dgm:t>
    </dgm:pt>
    <dgm:pt modelId="{A1E8FB76-5C8B-418B-8B27-AAA37A72E99D}" type="sibTrans" cxnId="{9EBAD5FE-161A-4D3F-B7FB-C28840321DAC}">
      <dgm:prSet/>
      <dgm:spPr/>
      <dgm:t>
        <a:bodyPr/>
        <a:lstStyle/>
        <a:p>
          <a:endParaRPr lang="zh-CN" altLang="en-US"/>
        </a:p>
      </dgm:t>
    </dgm:pt>
    <dgm:pt modelId="{348E4BCB-4BEE-47D6-9D00-4C53F961DEC5}">
      <dgm:prSet phldrT="[文本]"/>
      <dgm:spPr/>
      <dgm:t>
        <a:bodyPr/>
        <a:lstStyle/>
        <a:p>
          <a:r>
            <a:rPr lang="zh-CN" altLang="en-US"/>
            <a:t>示范：</a:t>
          </a:r>
          <a:r>
            <a:rPr lang="en-US" altLang="zh-CN">
              <a:highlight>
                <a:srgbClr val="FFFF00"/>
              </a:highlight>
            </a:rPr>
            <a:t>ALTER TABLE task ADD ta_lastmodified TIMESTAMP DEFAULT CURRENT_TIMESTRMP COMMENT '</a:t>
          </a:r>
          <a:r>
            <a:rPr lang="zh-CN" altLang="en-US">
              <a:highlight>
                <a:srgbClr val="FFFF00"/>
              </a:highlight>
            </a:rPr>
            <a:t>更新时间</a:t>
          </a:r>
          <a:r>
            <a:rPr lang="en-US" altLang="zh-CN">
              <a:highlight>
                <a:srgbClr val="FFFF00"/>
              </a:highlight>
            </a:rPr>
            <a:t>’;</a:t>
          </a:r>
          <a:endParaRPr lang="zh-CN" altLang="en-US">
            <a:highlight>
              <a:srgbClr val="FFFF00"/>
            </a:highlight>
          </a:endParaRPr>
        </a:p>
      </dgm:t>
    </dgm:pt>
    <dgm:pt modelId="{3ECB5881-4B5F-4618-93E6-B7A35F34B240}" type="parTrans" cxnId="{E8BA4FCE-7F34-4631-BBD4-383787D0F229}">
      <dgm:prSet/>
      <dgm:spPr/>
      <dgm:t>
        <a:bodyPr/>
        <a:lstStyle/>
        <a:p>
          <a:endParaRPr lang="zh-CN" altLang="en-US"/>
        </a:p>
      </dgm:t>
    </dgm:pt>
    <dgm:pt modelId="{FFBC83D2-D1B2-4EF6-99AE-C8A67F002F0C}" type="sibTrans" cxnId="{E8BA4FCE-7F34-4631-BBD4-383787D0F229}">
      <dgm:prSet/>
      <dgm:spPr/>
      <dgm:t>
        <a:bodyPr/>
        <a:lstStyle/>
        <a:p>
          <a:endParaRPr lang="zh-CN" altLang="en-US"/>
        </a:p>
      </dgm:t>
    </dgm:pt>
    <dgm:pt modelId="{E490F379-22EE-41D6-80DB-E420A12D7E35}" type="pres">
      <dgm:prSet presAssocID="{13363A6D-3F2A-41D3-AB44-B712A1AF6A27}" presName="linear" presStyleCnt="0">
        <dgm:presLayoutVars>
          <dgm:dir/>
          <dgm:animLvl val="lvl"/>
          <dgm:resizeHandles val="exact"/>
        </dgm:presLayoutVars>
      </dgm:prSet>
      <dgm:spPr/>
    </dgm:pt>
    <dgm:pt modelId="{3CA87811-D048-470E-A284-36ECB9591B00}" type="pres">
      <dgm:prSet presAssocID="{4DE4E5E5-3454-4921-BAB7-38F2DEF084A7}" presName="parentLin" presStyleCnt="0"/>
      <dgm:spPr/>
    </dgm:pt>
    <dgm:pt modelId="{9101FD57-E5AE-4180-AE74-C99AB4C33B15}" type="pres">
      <dgm:prSet presAssocID="{4DE4E5E5-3454-4921-BAB7-38F2DEF084A7}" presName="parentLeftMargin" presStyleLbl="node1" presStyleIdx="0" presStyleCnt="2"/>
      <dgm:spPr/>
    </dgm:pt>
    <dgm:pt modelId="{3D511CB6-A827-4EF0-9E86-2CFA46F1D2EB}" type="pres">
      <dgm:prSet presAssocID="{4DE4E5E5-3454-4921-BAB7-38F2DEF084A7}" presName="parentText" presStyleLbl="node1" presStyleIdx="0" presStyleCnt="2">
        <dgm:presLayoutVars>
          <dgm:chMax val="0"/>
          <dgm:bulletEnabled val="1"/>
        </dgm:presLayoutVars>
      </dgm:prSet>
      <dgm:spPr/>
    </dgm:pt>
    <dgm:pt modelId="{C5C102CE-C7E9-44D4-87C8-9E521C69E9CF}" type="pres">
      <dgm:prSet presAssocID="{4DE4E5E5-3454-4921-BAB7-38F2DEF084A7}" presName="negativeSpace" presStyleCnt="0"/>
      <dgm:spPr/>
    </dgm:pt>
    <dgm:pt modelId="{A3582400-3ABE-4593-A4D2-AFF08DDE9AE7}" type="pres">
      <dgm:prSet presAssocID="{4DE4E5E5-3454-4921-BAB7-38F2DEF084A7}" presName="childText" presStyleLbl="conFgAcc1" presStyleIdx="0" presStyleCnt="2">
        <dgm:presLayoutVars>
          <dgm:bulletEnabled val="1"/>
        </dgm:presLayoutVars>
      </dgm:prSet>
      <dgm:spPr/>
    </dgm:pt>
    <dgm:pt modelId="{999624FF-103D-42C2-B394-4D8B347A5375}" type="pres">
      <dgm:prSet presAssocID="{30DF3550-27A4-48D1-8307-F6C290D5ACA6}" presName="spaceBetweenRectangles" presStyleCnt="0"/>
      <dgm:spPr/>
    </dgm:pt>
    <dgm:pt modelId="{58C859C6-CFB4-4CB5-99B0-985051935432}" type="pres">
      <dgm:prSet presAssocID="{D9F497B3-CEFA-4C6F-A2B6-389C19DBBA7F}" presName="parentLin" presStyleCnt="0"/>
      <dgm:spPr/>
    </dgm:pt>
    <dgm:pt modelId="{55E8A926-C3E6-46A0-993C-8C42699437F7}" type="pres">
      <dgm:prSet presAssocID="{D9F497B3-CEFA-4C6F-A2B6-389C19DBBA7F}" presName="parentLeftMargin" presStyleLbl="node1" presStyleIdx="0" presStyleCnt="2"/>
      <dgm:spPr/>
    </dgm:pt>
    <dgm:pt modelId="{740FD955-2199-4C0B-B390-4728A572B4BC}" type="pres">
      <dgm:prSet presAssocID="{D9F497B3-CEFA-4C6F-A2B6-389C19DBBA7F}" presName="parentText" presStyleLbl="node1" presStyleIdx="1" presStyleCnt="2">
        <dgm:presLayoutVars>
          <dgm:chMax val="0"/>
          <dgm:bulletEnabled val="1"/>
        </dgm:presLayoutVars>
      </dgm:prSet>
      <dgm:spPr/>
    </dgm:pt>
    <dgm:pt modelId="{F7A22B88-84C2-46CD-9EE7-2D851EC31E50}" type="pres">
      <dgm:prSet presAssocID="{D9F497B3-CEFA-4C6F-A2B6-389C19DBBA7F}" presName="negativeSpace" presStyleCnt="0"/>
      <dgm:spPr/>
    </dgm:pt>
    <dgm:pt modelId="{582A8A58-ED29-4F20-B712-4F685A8F967C}" type="pres">
      <dgm:prSet presAssocID="{D9F497B3-CEFA-4C6F-A2B6-389C19DBBA7F}" presName="childText" presStyleLbl="conFgAcc1" presStyleIdx="1" presStyleCnt="2">
        <dgm:presLayoutVars>
          <dgm:bulletEnabled val="1"/>
        </dgm:presLayoutVars>
      </dgm:prSet>
      <dgm:spPr/>
    </dgm:pt>
  </dgm:ptLst>
  <dgm:cxnLst>
    <dgm:cxn modelId="{0A9BA12D-2B68-4433-910F-4C55F60BB89D}" type="presOf" srcId="{D9F497B3-CEFA-4C6F-A2B6-389C19DBBA7F}" destId="{740FD955-2199-4C0B-B390-4728A572B4BC}" srcOrd="1" destOrd="0" presId="urn:microsoft.com/office/officeart/2005/8/layout/list1"/>
    <dgm:cxn modelId="{D4E84932-F089-42B5-B243-1F2A9E59DFC5}" type="presOf" srcId="{5F09A753-EE58-48CB-B2AC-896433EAE98C}" destId="{582A8A58-ED29-4F20-B712-4F685A8F967C}" srcOrd="0" destOrd="0" presId="urn:microsoft.com/office/officeart/2005/8/layout/list1"/>
    <dgm:cxn modelId="{5C730A43-151B-4BE6-8774-81AA7E5D88CC}" srcId="{13363A6D-3F2A-41D3-AB44-B712A1AF6A27}" destId="{D9F497B3-CEFA-4C6F-A2B6-389C19DBBA7F}" srcOrd="1" destOrd="0" parTransId="{D9D78503-7D1C-4173-A00A-DA762A492C29}" sibTransId="{BB41BBD2-FB5E-4A28-8170-C3C732141B06}"/>
    <dgm:cxn modelId="{F5A68345-662C-432F-BE78-E724AB840F22}" type="presOf" srcId="{4DE4E5E5-3454-4921-BAB7-38F2DEF084A7}" destId="{9101FD57-E5AE-4180-AE74-C99AB4C33B15}" srcOrd="0" destOrd="0" presId="urn:microsoft.com/office/officeart/2005/8/layout/list1"/>
    <dgm:cxn modelId="{23855F48-12EE-4E94-9B92-63F5628A5E06}" type="presOf" srcId="{C9F38117-66B1-4804-9A61-7679D2B1239D}" destId="{A3582400-3ABE-4593-A4D2-AFF08DDE9AE7}" srcOrd="0" destOrd="1" presId="urn:microsoft.com/office/officeart/2005/8/layout/list1"/>
    <dgm:cxn modelId="{4332B04C-262C-4596-A540-FFEB49E03B75}" type="presOf" srcId="{13363A6D-3F2A-41D3-AB44-B712A1AF6A27}" destId="{E490F379-22EE-41D6-80DB-E420A12D7E35}" srcOrd="0" destOrd="0" presId="urn:microsoft.com/office/officeart/2005/8/layout/list1"/>
    <dgm:cxn modelId="{3CB37B72-2407-4C72-954B-AE77A13124A9}" srcId="{4DE4E5E5-3454-4921-BAB7-38F2DEF084A7}" destId="{C9F38117-66B1-4804-9A61-7679D2B1239D}" srcOrd="1" destOrd="0" parTransId="{61C847CE-D020-4692-815D-01F9CBB0904C}" sibTransId="{4801FD44-DEFE-4A51-B607-1F63F12AAF07}"/>
    <dgm:cxn modelId="{658DAC84-2403-4482-A6B6-F18351260C29}" srcId="{4DE4E5E5-3454-4921-BAB7-38F2DEF084A7}" destId="{8A42846A-0069-40E4-8B80-CC5F33CCE8D2}" srcOrd="0" destOrd="0" parTransId="{E503BB66-2B52-4D3A-83D7-CCF8A1A84353}" sibTransId="{7B9D6C27-7E0C-4960-AF86-24FFAC5F5906}"/>
    <dgm:cxn modelId="{14A3A69D-D675-4499-ACA1-7A43DBDA378C}" type="presOf" srcId="{4DE4E5E5-3454-4921-BAB7-38F2DEF084A7}" destId="{3D511CB6-A827-4EF0-9E86-2CFA46F1D2EB}" srcOrd="1" destOrd="0" presId="urn:microsoft.com/office/officeart/2005/8/layout/list1"/>
    <dgm:cxn modelId="{5020A2C8-A7A4-450B-9E7D-BEAF57D0E76A}" type="presOf" srcId="{D9F497B3-CEFA-4C6F-A2B6-389C19DBBA7F}" destId="{55E8A926-C3E6-46A0-993C-8C42699437F7}" srcOrd="0" destOrd="0" presId="urn:microsoft.com/office/officeart/2005/8/layout/list1"/>
    <dgm:cxn modelId="{E8BA4FCE-7F34-4631-BBD4-383787D0F229}" srcId="{D9F497B3-CEFA-4C6F-A2B6-389C19DBBA7F}" destId="{348E4BCB-4BEE-47D6-9D00-4C53F961DEC5}" srcOrd="1" destOrd="0" parTransId="{3ECB5881-4B5F-4618-93E6-B7A35F34B240}" sibTransId="{FFBC83D2-D1B2-4EF6-99AE-C8A67F002F0C}"/>
    <dgm:cxn modelId="{83860BD3-2EDE-4243-B97F-64965ADCEB1C}" type="presOf" srcId="{8A42846A-0069-40E4-8B80-CC5F33CCE8D2}" destId="{A3582400-3ABE-4593-A4D2-AFF08DDE9AE7}" srcOrd="0" destOrd="0" presId="urn:microsoft.com/office/officeart/2005/8/layout/list1"/>
    <dgm:cxn modelId="{84909BD5-FE48-455D-ABC4-3072E11347CB}" srcId="{13363A6D-3F2A-41D3-AB44-B712A1AF6A27}" destId="{4DE4E5E5-3454-4921-BAB7-38F2DEF084A7}" srcOrd="0" destOrd="0" parTransId="{945ABA78-9BD2-432C-8044-AC95D59196E9}" sibTransId="{30DF3550-27A4-48D1-8307-F6C290D5ACA6}"/>
    <dgm:cxn modelId="{EF696BFB-6E06-46EE-B0C6-498FFA67C23B}" type="presOf" srcId="{348E4BCB-4BEE-47D6-9D00-4C53F961DEC5}" destId="{582A8A58-ED29-4F20-B712-4F685A8F967C}" srcOrd="0" destOrd="1" presId="urn:microsoft.com/office/officeart/2005/8/layout/list1"/>
    <dgm:cxn modelId="{9EBAD5FE-161A-4D3F-B7FB-C28840321DAC}" srcId="{D9F497B3-CEFA-4C6F-A2B6-389C19DBBA7F}" destId="{5F09A753-EE58-48CB-B2AC-896433EAE98C}" srcOrd="0" destOrd="0" parTransId="{A939B2A1-D51E-43B8-A1E8-850A430EC3A7}" sibTransId="{A1E8FB76-5C8B-418B-8B27-AAA37A72E99D}"/>
    <dgm:cxn modelId="{C329FE61-8529-40E5-A7AB-96FC5F32D2F5}" type="presParOf" srcId="{E490F379-22EE-41D6-80DB-E420A12D7E35}" destId="{3CA87811-D048-470E-A284-36ECB9591B00}" srcOrd="0" destOrd="0" presId="urn:microsoft.com/office/officeart/2005/8/layout/list1"/>
    <dgm:cxn modelId="{7D21F5E8-0C76-4A1C-B25C-3054566F1E58}" type="presParOf" srcId="{3CA87811-D048-470E-A284-36ECB9591B00}" destId="{9101FD57-E5AE-4180-AE74-C99AB4C33B15}" srcOrd="0" destOrd="0" presId="urn:microsoft.com/office/officeart/2005/8/layout/list1"/>
    <dgm:cxn modelId="{1569584E-6900-425D-81AB-961B28D29F6F}" type="presParOf" srcId="{3CA87811-D048-470E-A284-36ECB9591B00}" destId="{3D511CB6-A827-4EF0-9E86-2CFA46F1D2EB}" srcOrd="1" destOrd="0" presId="urn:microsoft.com/office/officeart/2005/8/layout/list1"/>
    <dgm:cxn modelId="{2687DE34-C29C-4FC4-9438-211A6DC90AB6}" type="presParOf" srcId="{E490F379-22EE-41D6-80DB-E420A12D7E35}" destId="{C5C102CE-C7E9-44D4-87C8-9E521C69E9CF}" srcOrd="1" destOrd="0" presId="urn:microsoft.com/office/officeart/2005/8/layout/list1"/>
    <dgm:cxn modelId="{A033FCFC-E71E-4FAD-829B-648A1C23D285}" type="presParOf" srcId="{E490F379-22EE-41D6-80DB-E420A12D7E35}" destId="{A3582400-3ABE-4593-A4D2-AFF08DDE9AE7}" srcOrd="2" destOrd="0" presId="urn:microsoft.com/office/officeart/2005/8/layout/list1"/>
    <dgm:cxn modelId="{A201FEFD-96DE-4E89-916D-BAB822677B3B}" type="presParOf" srcId="{E490F379-22EE-41D6-80DB-E420A12D7E35}" destId="{999624FF-103D-42C2-B394-4D8B347A5375}" srcOrd="3" destOrd="0" presId="urn:microsoft.com/office/officeart/2005/8/layout/list1"/>
    <dgm:cxn modelId="{345D3BFB-9252-45EF-853B-5707A17D20AE}" type="presParOf" srcId="{E490F379-22EE-41D6-80DB-E420A12D7E35}" destId="{58C859C6-CFB4-4CB5-99B0-985051935432}" srcOrd="4" destOrd="0" presId="urn:microsoft.com/office/officeart/2005/8/layout/list1"/>
    <dgm:cxn modelId="{B4909BA2-3336-4006-968A-74FF9CB76D1F}" type="presParOf" srcId="{58C859C6-CFB4-4CB5-99B0-985051935432}" destId="{55E8A926-C3E6-46A0-993C-8C42699437F7}" srcOrd="0" destOrd="0" presId="urn:microsoft.com/office/officeart/2005/8/layout/list1"/>
    <dgm:cxn modelId="{C97C2AC7-A5B4-4937-ACEC-DA5502F51098}" type="presParOf" srcId="{58C859C6-CFB4-4CB5-99B0-985051935432}" destId="{740FD955-2199-4C0B-B390-4728A572B4BC}" srcOrd="1" destOrd="0" presId="urn:microsoft.com/office/officeart/2005/8/layout/list1"/>
    <dgm:cxn modelId="{810E4FC8-0622-4A48-B5AB-0F70CD7173FF}" type="presParOf" srcId="{E490F379-22EE-41D6-80DB-E420A12D7E35}" destId="{F7A22B88-84C2-46CD-9EE7-2D851EC31E50}" srcOrd="5" destOrd="0" presId="urn:microsoft.com/office/officeart/2005/8/layout/list1"/>
    <dgm:cxn modelId="{960320DB-545B-44A4-A370-1A97BB8B49E4}" type="presParOf" srcId="{E490F379-22EE-41D6-80DB-E420A12D7E35}" destId="{582A8A58-ED29-4F20-B712-4F685A8F967C}"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1DAD39-4A14-41B0-8EAE-46E45E060C47}">
      <dsp:nvSpPr>
        <dsp:cNvPr id="0" name=""/>
        <dsp:cNvSpPr/>
      </dsp:nvSpPr>
      <dsp:spPr>
        <a:xfrm>
          <a:off x="0" y="450518"/>
          <a:ext cx="11176000" cy="23625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520700" rIns="867382" bIns="177800" numCol="1" spcCol="1270" anchor="t" anchorCtr="0">
          <a:noAutofit/>
        </a:bodyPr>
        <a:lstStyle/>
        <a:p>
          <a:pPr marL="228600" lvl="1" indent="-228600" algn="l" defTabSz="1111250">
            <a:lnSpc>
              <a:spcPct val="90000"/>
            </a:lnSpc>
            <a:spcBef>
              <a:spcPct val="0"/>
            </a:spcBef>
            <a:spcAft>
              <a:spcPct val="15000"/>
            </a:spcAft>
            <a:buChar char="•"/>
          </a:pPr>
          <a:r>
            <a:rPr lang="zh-CN" altLang="en-US" sz="2500" kern="1200"/>
            <a:t>接口的设计</a:t>
          </a:r>
        </a:p>
        <a:p>
          <a:pPr marL="228600" lvl="1" indent="-228600" algn="l" defTabSz="1111250">
            <a:lnSpc>
              <a:spcPct val="90000"/>
            </a:lnSpc>
            <a:spcBef>
              <a:spcPct val="0"/>
            </a:spcBef>
            <a:spcAft>
              <a:spcPct val="15000"/>
            </a:spcAft>
            <a:buChar char="•"/>
          </a:pPr>
          <a:r>
            <a:rPr lang="zh-CN" altLang="en-US" sz="2500" kern="1200"/>
            <a:t>功能编码</a:t>
          </a:r>
        </a:p>
        <a:p>
          <a:pPr marL="228600" lvl="1" indent="-228600" algn="l" defTabSz="1111250">
            <a:lnSpc>
              <a:spcPct val="90000"/>
            </a:lnSpc>
            <a:spcBef>
              <a:spcPct val="0"/>
            </a:spcBef>
            <a:spcAft>
              <a:spcPct val="15000"/>
            </a:spcAft>
            <a:buChar char="•"/>
          </a:pPr>
          <a:r>
            <a:rPr lang="zh-CN" altLang="en-US" sz="2500" kern="1200"/>
            <a:t>作业一</a:t>
          </a:r>
        </a:p>
      </dsp:txBody>
      <dsp:txXfrm>
        <a:off x="0" y="450518"/>
        <a:ext cx="11176000" cy="2362500"/>
      </dsp:txXfrm>
    </dsp:sp>
    <dsp:sp modelId="{0111CC35-2B78-491D-8670-C7710A6C1592}">
      <dsp:nvSpPr>
        <dsp:cNvPr id="0" name=""/>
        <dsp:cNvSpPr/>
      </dsp:nvSpPr>
      <dsp:spPr>
        <a:xfrm>
          <a:off x="558800" y="81518"/>
          <a:ext cx="7823200" cy="7380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111250">
            <a:lnSpc>
              <a:spcPct val="90000"/>
            </a:lnSpc>
            <a:spcBef>
              <a:spcPct val="0"/>
            </a:spcBef>
            <a:spcAft>
              <a:spcPct val="35000"/>
            </a:spcAft>
            <a:buNone/>
          </a:pPr>
          <a:r>
            <a:rPr lang="zh-CN" altLang="en-US" sz="2500" kern="1200"/>
            <a:t>教学任务查询功能的实现</a:t>
          </a:r>
        </a:p>
      </dsp:txBody>
      <dsp:txXfrm>
        <a:off x="594826" y="117544"/>
        <a:ext cx="7751148" cy="665948"/>
      </dsp:txXfrm>
    </dsp:sp>
    <dsp:sp modelId="{DCE72A8E-A6BC-45F1-B82E-450A8F65E0B6}">
      <dsp:nvSpPr>
        <dsp:cNvPr id="0" name=""/>
        <dsp:cNvSpPr/>
      </dsp:nvSpPr>
      <dsp:spPr>
        <a:xfrm>
          <a:off x="0" y="3317018"/>
          <a:ext cx="11176000" cy="2362500"/>
        </a:xfrm>
        <a:prstGeom prst="rect">
          <a:avLst/>
        </a:prstGeom>
        <a:solidFill>
          <a:schemeClr val="lt1">
            <a:alpha val="90000"/>
            <a:hueOff val="0"/>
            <a:satOff val="0"/>
            <a:lumOff val="0"/>
            <a:alphaOff val="0"/>
          </a:schemeClr>
        </a:solidFill>
        <a:ln w="12700" cap="flat" cmpd="sng" algn="ctr">
          <a:solidFill>
            <a:schemeClr val="accent4">
              <a:hueOff val="-6288576"/>
              <a:satOff val="38596"/>
              <a:lumOff val="-588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520700" rIns="867382" bIns="177800" numCol="1" spcCol="1270" anchor="t" anchorCtr="0">
          <a:noAutofit/>
        </a:bodyPr>
        <a:lstStyle/>
        <a:p>
          <a:pPr marL="228600" lvl="1" indent="-228600" algn="l" defTabSz="1111250">
            <a:lnSpc>
              <a:spcPct val="90000"/>
            </a:lnSpc>
            <a:spcBef>
              <a:spcPct val="0"/>
            </a:spcBef>
            <a:spcAft>
              <a:spcPct val="15000"/>
            </a:spcAft>
            <a:buChar char="•"/>
          </a:pPr>
          <a:r>
            <a:rPr lang="zh-CN" altLang="en-US" sz="2500" kern="1200"/>
            <a:t>强缓存</a:t>
          </a:r>
        </a:p>
        <a:p>
          <a:pPr marL="228600" lvl="1" indent="-228600" algn="l" defTabSz="1111250">
            <a:lnSpc>
              <a:spcPct val="90000"/>
            </a:lnSpc>
            <a:spcBef>
              <a:spcPct val="0"/>
            </a:spcBef>
            <a:spcAft>
              <a:spcPct val="15000"/>
            </a:spcAft>
            <a:buChar char="•"/>
          </a:pPr>
          <a:r>
            <a:rPr lang="zh-CN" altLang="en-US" sz="2500" kern="1200"/>
            <a:t>缓存验证</a:t>
          </a:r>
        </a:p>
        <a:p>
          <a:pPr marL="228600" lvl="1" indent="-228600" algn="l" defTabSz="1111250">
            <a:lnSpc>
              <a:spcPct val="90000"/>
            </a:lnSpc>
            <a:spcBef>
              <a:spcPct val="0"/>
            </a:spcBef>
            <a:spcAft>
              <a:spcPct val="15000"/>
            </a:spcAft>
            <a:buChar char="•"/>
          </a:pPr>
          <a:r>
            <a:rPr lang="zh-CN" altLang="en-US" sz="2500" kern="1200"/>
            <a:t>作业二</a:t>
          </a:r>
        </a:p>
      </dsp:txBody>
      <dsp:txXfrm>
        <a:off x="0" y="3317018"/>
        <a:ext cx="11176000" cy="2362500"/>
      </dsp:txXfrm>
    </dsp:sp>
    <dsp:sp modelId="{7AED97A5-34F7-4EB5-AB5C-89D886E5248D}">
      <dsp:nvSpPr>
        <dsp:cNvPr id="0" name=""/>
        <dsp:cNvSpPr/>
      </dsp:nvSpPr>
      <dsp:spPr>
        <a:xfrm>
          <a:off x="558800" y="2948018"/>
          <a:ext cx="7823200" cy="738000"/>
        </a:xfrm>
        <a:prstGeom prst="roundRect">
          <a:avLst/>
        </a:prstGeom>
        <a:solidFill>
          <a:schemeClr val="accent4">
            <a:hueOff val="-6288576"/>
            <a:satOff val="38596"/>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111250">
            <a:lnSpc>
              <a:spcPct val="90000"/>
            </a:lnSpc>
            <a:spcBef>
              <a:spcPct val="0"/>
            </a:spcBef>
            <a:spcAft>
              <a:spcPct val="35000"/>
            </a:spcAft>
            <a:buNone/>
          </a:pPr>
          <a:r>
            <a:rPr lang="zh-CN" altLang="en-US" sz="2500" kern="1200"/>
            <a:t>缓存控制</a:t>
          </a:r>
        </a:p>
      </dsp:txBody>
      <dsp:txXfrm>
        <a:off x="594826" y="2984044"/>
        <a:ext cx="7751148" cy="6659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6C5806-BE1E-4D40-9292-D849C8D65944}">
      <dsp:nvSpPr>
        <dsp:cNvPr id="0" name=""/>
        <dsp:cNvSpPr/>
      </dsp:nvSpPr>
      <dsp:spPr>
        <a:xfrm>
          <a:off x="439367" y="467"/>
          <a:ext cx="1525399" cy="915239"/>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a:t>获取资源的最后修改时间（数据表字段）</a:t>
          </a:r>
        </a:p>
      </dsp:txBody>
      <dsp:txXfrm>
        <a:off x="466173" y="27273"/>
        <a:ext cx="1471787" cy="861627"/>
      </dsp:txXfrm>
    </dsp:sp>
    <dsp:sp modelId="{80279DDB-ACC1-407B-91A9-D6A28AB03E03}">
      <dsp:nvSpPr>
        <dsp:cNvPr id="0" name=""/>
        <dsp:cNvSpPr/>
      </dsp:nvSpPr>
      <dsp:spPr>
        <a:xfrm>
          <a:off x="2099001" y="268937"/>
          <a:ext cx="323384" cy="378299"/>
        </a:xfrm>
        <a:prstGeom prst="righ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p>
      </dsp:txBody>
      <dsp:txXfrm>
        <a:off x="2099001" y="344597"/>
        <a:ext cx="226369" cy="226979"/>
      </dsp:txXfrm>
    </dsp:sp>
    <dsp:sp modelId="{73CBEC61-DBB2-4316-8C75-5E32956CA555}">
      <dsp:nvSpPr>
        <dsp:cNvPr id="0" name=""/>
        <dsp:cNvSpPr/>
      </dsp:nvSpPr>
      <dsp:spPr>
        <a:xfrm>
          <a:off x="2574926" y="467"/>
          <a:ext cx="1525399" cy="915239"/>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a:t>生成</a:t>
          </a:r>
          <a:r>
            <a:rPr lang="en-US" altLang="zh-CN" sz="1200" kern="1200"/>
            <a:t>Cache-Control</a:t>
          </a:r>
          <a:r>
            <a:rPr lang="zh-CN" altLang="en-US" sz="1200" kern="1200"/>
            <a:t>响应头</a:t>
          </a:r>
        </a:p>
      </dsp:txBody>
      <dsp:txXfrm>
        <a:off x="2601732" y="27273"/>
        <a:ext cx="1471787" cy="861627"/>
      </dsp:txXfrm>
    </dsp:sp>
    <dsp:sp modelId="{D745E8D3-C440-4552-A5D9-3ED06B80D482}">
      <dsp:nvSpPr>
        <dsp:cNvPr id="0" name=""/>
        <dsp:cNvSpPr/>
      </dsp:nvSpPr>
      <dsp:spPr>
        <a:xfrm>
          <a:off x="4234560" y="268937"/>
          <a:ext cx="323384" cy="378299"/>
        </a:xfrm>
        <a:prstGeom prst="righ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p>
      </dsp:txBody>
      <dsp:txXfrm>
        <a:off x="4234560" y="344597"/>
        <a:ext cx="226369" cy="226979"/>
      </dsp:txXfrm>
    </dsp:sp>
    <dsp:sp modelId="{D0CB38BC-4D4B-432A-BA99-AB64C872E229}">
      <dsp:nvSpPr>
        <dsp:cNvPr id="0" name=""/>
        <dsp:cNvSpPr/>
      </dsp:nvSpPr>
      <dsp:spPr>
        <a:xfrm>
          <a:off x="4710485" y="467"/>
          <a:ext cx="1525399" cy="915239"/>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a:t>返回</a:t>
          </a:r>
          <a:r>
            <a:rPr lang="en-US" altLang="zh-CN" sz="1200" kern="1200"/>
            <a:t>200 +</a:t>
          </a:r>
          <a:r>
            <a:rPr lang="zh-CN" altLang="en-US" sz="1200" kern="1200"/>
            <a:t>数据</a:t>
          </a:r>
        </a:p>
      </dsp:txBody>
      <dsp:txXfrm>
        <a:off x="4737291" y="27273"/>
        <a:ext cx="1471787" cy="8616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6C5806-BE1E-4D40-9292-D849C8D65944}">
      <dsp:nvSpPr>
        <dsp:cNvPr id="0" name=""/>
        <dsp:cNvSpPr/>
      </dsp:nvSpPr>
      <dsp:spPr>
        <a:xfrm>
          <a:off x="439367" y="467"/>
          <a:ext cx="1525399" cy="915239"/>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a:t>获取资源的最后修改时间（数据表字段）</a:t>
          </a:r>
        </a:p>
      </dsp:txBody>
      <dsp:txXfrm>
        <a:off x="466173" y="27273"/>
        <a:ext cx="1471787" cy="861627"/>
      </dsp:txXfrm>
    </dsp:sp>
    <dsp:sp modelId="{80279DDB-ACC1-407B-91A9-D6A28AB03E03}">
      <dsp:nvSpPr>
        <dsp:cNvPr id="0" name=""/>
        <dsp:cNvSpPr/>
      </dsp:nvSpPr>
      <dsp:spPr>
        <a:xfrm>
          <a:off x="2099001" y="268937"/>
          <a:ext cx="323384" cy="378299"/>
        </a:xfrm>
        <a:prstGeom prst="righ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p>
      </dsp:txBody>
      <dsp:txXfrm>
        <a:off x="2099001" y="344597"/>
        <a:ext cx="226369" cy="226979"/>
      </dsp:txXfrm>
    </dsp:sp>
    <dsp:sp modelId="{73CBEC61-DBB2-4316-8C75-5E32956CA555}">
      <dsp:nvSpPr>
        <dsp:cNvPr id="0" name=""/>
        <dsp:cNvSpPr/>
      </dsp:nvSpPr>
      <dsp:spPr>
        <a:xfrm>
          <a:off x="2574926" y="467"/>
          <a:ext cx="1525399" cy="915239"/>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a:t>生成</a:t>
          </a:r>
          <a:r>
            <a:rPr lang="en-US" altLang="zh-CN" sz="1200" kern="1200"/>
            <a:t>Last-Modified</a:t>
          </a:r>
          <a:r>
            <a:rPr lang="zh-CN" altLang="en-US" sz="1200" kern="1200"/>
            <a:t>响应头</a:t>
          </a:r>
        </a:p>
      </dsp:txBody>
      <dsp:txXfrm>
        <a:off x="2601732" y="27273"/>
        <a:ext cx="1471787" cy="861627"/>
      </dsp:txXfrm>
    </dsp:sp>
    <dsp:sp modelId="{D745E8D3-C440-4552-A5D9-3ED06B80D482}">
      <dsp:nvSpPr>
        <dsp:cNvPr id="0" name=""/>
        <dsp:cNvSpPr/>
      </dsp:nvSpPr>
      <dsp:spPr>
        <a:xfrm>
          <a:off x="4234560" y="268937"/>
          <a:ext cx="323384" cy="378299"/>
        </a:xfrm>
        <a:prstGeom prst="righ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p>
      </dsp:txBody>
      <dsp:txXfrm>
        <a:off x="4234560" y="344597"/>
        <a:ext cx="226369" cy="226979"/>
      </dsp:txXfrm>
    </dsp:sp>
    <dsp:sp modelId="{D0CB38BC-4D4B-432A-BA99-AB64C872E229}">
      <dsp:nvSpPr>
        <dsp:cNvPr id="0" name=""/>
        <dsp:cNvSpPr/>
      </dsp:nvSpPr>
      <dsp:spPr>
        <a:xfrm>
          <a:off x="4710485" y="467"/>
          <a:ext cx="1525399" cy="915239"/>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a:t>返回</a:t>
          </a:r>
          <a:r>
            <a:rPr lang="en-US" altLang="zh-CN" sz="1200" kern="1200"/>
            <a:t>200 +</a:t>
          </a:r>
          <a:r>
            <a:rPr lang="zh-CN" altLang="en-US" sz="1200" kern="1200"/>
            <a:t>数据</a:t>
          </a:r>
        </a:p>
      </dsp:txBody>
      <dsp:txXfrm>
        <a:off x="4737291" y="27273"/>
        <a:ext cx="1471787" cy="86162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6C5806-BE1E-4D40-9292-D849C8D65944}">
      <dsp:nvSpPr>
        <dsp:cNvPr id="0" name=""/>
        <dsp:cNvSpPr/>
      </dsp:nvSpPr>
      <dsp:spPr>
        <a:xfrm>
          <a:off x="5206" y="129595"/>
          <a:ext cx="1556230" cy="933738"/>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a:t>解析请求头的</a:t>
          </a:r>
          <a:r>
            <a:rPr lang="en-US" altLang="zh-CN" sz="1300" kern="1200"/>
            <a:t>If-Modified-Since</a:t>
          </a:r>
          <a:r>
            <a:rPr lang="zh-CN" altLang="en-US" sz="1300" kern="1200"/>
            <a:t>字段</a:t>
          </a:r>
        </a:p>
      </dsp:txBody>
      <dsp:txXfrm>
        <a:off x="32554" y="156943"/>
        <a:ext cx="1501534" cy="879042"/>
      </dsp:txXfrm>
    </dsp:sp>
    <dsp:sp modelId="{80279DDB-ACC1-407B-91A9-D6A28AB03E03}">
      <dsp:nvSpPr>
        <dsp:cNvPr id="0" name=""/>
        <dsp:cNvSpPr/>
      </dsp:nvSpPr>
      <dsp:spPr>
        <a:xfrm>
          <a:off x="1698385" y="403492"/>
          <a:ext cx="329920" cy="385945"/>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p>
      </dsp:txBody>
      <dsp:txXfrm>
        <a:off x="1698385" y="480681"/>
        <a:ext cx="230944" cy="231567"/>
      </dsp:txXfrm>
    </dsp:sp>
    <dsp:sp modelId="{73CBEC61-DBB2-4316-8C75-5E32956CA555}">
      <dsp:nvSpPr>
        <dsp:cNvPr id="0" name=""/>
        <dsp:cNvSpPr/>
      </dsp:nvSpPr>
      <dsp:spPr>
        <a:xfrm>
          <a:off x="2183930" y="129595"/>
          <a:ext cx="1556230" cy="933738"/>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a:t>获取资源最后修改的时间</a:t>
          </a:r>
        </a:p>
      </dsp:txBody>
      <dsp:txXfrm>
        <a:off x="2211278" y="156943"/>
        <a:ext cx="1501534" cy="879042"/>
      </dsp:txXfrm>
    </dsp:sp>
    <dsp:sp modelId="{D745E8D3-C440-4552-A5D9-3ED06B80D482}">
      <dsp:nvSpPr>
        <dsp:cNvPr id="0" name=""/>
        <dsp:cNvSpPr/>
      </dsp:nvSpPr>
      <dsp:spPr>
        <a:xfrm>
          <a:off x="3877109" y="403492"/>
          <a:ext cx="329920" cy="385945"/>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p>
      </dsp:txBody>
      <dsp:txXfrm>
        <a:off x="3877109" y="480681"/>
        <a:ext cx="230944" cy="231567"/>
      </dsp:txXfrm>
    </dsp:sp>
    <dsp:sp modelId="{D0CB38BC-4D4B-432A-BA99-AB64C872E229}">
      <dsp:nvSpPr>
        <dsp:cNvPr id="0" name=""/>
        <dsp:cNvSpPr/>
      </dsp:nvSpPr>
      <dsp:spPr>
        <a:xfrm>
          <a:off x="4362653" y="129595"/>
          <a:ext cx="1556230" cy="933738"/>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a:t>比较两个时间</a:t>
          </a:r>
        </a:p>
      </dsp:txBody>
      <dsp:txXfrm>
        <a:off x="4390001" y="156943"/>
        <a:ext cx="1501534" cy="879042"/>
      </dsp:txXfrm>
    </dsp:sp>
    <dsp:sp modelId="{344E676D-F30F-4041-A1F1-A88EC83930BB}">
      <dsp:nvSpPr>
        <dsp:cNvPr id="0" name=""/>
        <dsp:cNvSpPr/>
      </dsp:nvSpPr>
      <dsp:spPr>
        <a:xfrm rot="5400000">
          <a:off x="4788096" y="1287058"/>
          <a:ext cx="689976" cy="385945"/>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p>
      </dsp:txBody>
      <dsp:txXfrm rot="-5400000">
        <a:off x="5017301" y="1135043"/>
        <a:ext cx="231567" cy="574193"/>
      </dsp:txXfrm>
    </dsp:sp>
    <dsp:sp modelId="{3E506D36-53C4-4825-9B17-CB3B8ABFF7F7}">
      <dsp:nvSpPr>
        <dsp:cNvPr id="0" name=""/>
        <dsp:cNvSpPr/>
      </dsp:nvSpPr>
      <dsp:spPr>
        <a:xfrm>
          <a:off x="4362653" y="1685826"/>
          <a:ext cx="1556230" cy="933738"/>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a:t>相同</a:t>
          </a:r>
          <a:r>
            <a:rPr lang="en-US" altLang="zh-CN" sz="1300" kern="1200">
              <a:sym typeface="Wingdings" panose="05000000000000000000" pitchFamily="2" charset="2"/>
            </a:rPr>
            <a:t></a:t>
          </a:r>
          <a:r>
            <a:rPr lang="zh-CN" altLang="en-US" sz="1300" kern="1200">
              <a:sym typeface="Wingdings" panose="05000000000000000000" pitchFamily="2" charset="2"/>
            </a:rPr>
            <a:t>返回</a:t>
          </a:r>
          <a:r>
            <a:rPr lang="en-US" altLang="zh-CN" sz="1300" kern="1200">
              <a:sym typeface="Wingdings" panose="05000000000000000000" pitchFamily="2" charset="2"/>
            </a:rPr>
            <a:t>304</a:t>
          </a:r>
          <a:r>
            <a:rPr lang="zh-CN" altLang="en-US" sz="1300" kern="1200">
              <a:sym typeface="Wingdings" panose="05000000000000000000" pitchFamily="2" charset="2"/>
            </a:rPr>
            <a:t>（无数据）</a:t>
          </a:r>
          <a:endParaRPr lang="zh-CN" altLang="en-US" sz="1300" kern="1200"/>
        </a:p>
      </dsp:txBody>
      <dsp:txXfrm>
        <a:off x="4390001" y="1713174"/>
        <a:ext cx="1501534" cy="879042"/>
      </dsp:txXfrm>
    </dsp:sp>
    <dsp:sp modelId="{3D359B19-2F73-4801-874A-671F3748D917}">
      <dsp:nvSpPr>
        <dsp:cNvPr id="0" name=""/>
        <dsp:cNvSpPr/>
      </dsp:nvSpPr>
      <dsp:spPr>
        <a:xfrm rot="8155980">
          <a:off x="3611751" y="1197145"/>
          <a:ext cx="851882" cy="385945"/>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p>
      </dsp:txBody>
      <dsp:txXfrm rot="10800000">
        <a:off x="3711239" y="1234071"/>
        <a:ext cx="736099" cy="231567"/>
      </dsp:txXfrm>
    </dsp:sp>
    <dsp:sp modelId="{7EACF0ED-553C-4E12-8D6F-D77B28A2795B}">
      <dsp:nvSpPr>
        <dsp:cNvPr id="0" name=""/>
        <dsp:cNvSpPr/>
      </dsp:nvSpPr>
      <dsp:spPr>
        <a:xfrm>
          <a:off x="2183930" y="1685826"/>
          <a:ext cx="1556230" cy="933738"/>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a:t>不同</a:t>
          </a:r>
          <a:r>
            <a:rPr lang="en-US" altLang="zh-CN" sz="1300" kern="1200">
              <a:sym typeface="Wingdings" panose="05000000000000000000" pitchFamily="2" charset="2"/>
            </a:rPr>
            <a:t></a:t>
          </a:r>
          <a:r>
            <a:rPr lang="zh-CN" altLang="en-US" sz="1300" kern="1200">
              <a:sym typeface="Wingdings" panose="05000000000000000000" pitchFamily="2" charset="2"/>
            </a:rPr>
            <a:t>查询并返回结果</a:t>
          </a:r>
          <a:endParaRPr lang="zh-CN" altLang="en-US" sz="1300" kern="1200"/>
        </a:p>
      </dsp:txBody>
      <dsp:txXfrm>
        <a:off x="2211278" y="1713174"/>
        <a:ext cx="1501534" cy="87904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582400-3ABE-4593-A4D2-AFF08DDE9AE7}">
      <dsp:nvSpPr>
        <dsp:cNvPr id="0" name=""/>
        <dsp:cNvSpPr/>
      </dsp:nvSpPr>
      <dsp:spPr>
        <a:xfrm>
          <a:off x="0" y="423518"/>
          <a:ext cx="11176000" cy="2028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583184" rIns="867382" bIns="199136" numCol="1" spcCol="1270" anchor="t" anchorCtr="0">
          <a:noAutofit/>
        </a:bodyPr>
        <a:lstStyle/>
        <a:p>
          <a:pPr marL="285750" lvl="1" indent="-285750" algn="l" defTabSz="1244600">
            <a:lnSpc>
              <a:spcPct val="90000"/>
            </a:lnSpc>
            <a:spcBef>
              <a:spcPct val="0"/>
            </a:spcBef>
            <a:spcAft>
              <a:spcPct val="15000"/>
            </a:spcAft>
            <a:buChar char="•"/>
          </a:pPr>
          <a:r>
            <a:rPr lang="zh-CN" altLang="en-US" sz="2800" kern="1200"/>
            <a:t>需要进行缓存查询的表</a:t>
          </a:r>
        </a:p>
        <a:p>
          <a:pPr marL="285750" lvl="1" indent="-285750" algn="l" defTabSz="1244600">
            <a:lnSpc>
              <a:spcPct val="90000"/>
            </a:lnSpc>
            <a:spcBef>
              <a:spcPct val="0"/>
            </a:spcBef>
            <a:spcAft>
              <a:spcPct val="15000"/>
            </a:spcAft>
            <a:buChar char="•"/>
          </a:pPr>
          <a:r>
            <a:rPr lang="en-US" altLang="zh-CN" sz="2800" kern="1200"/>
            <a:t>task</a:t>
          </a:r>
          <a:r>
            <a:rPr lang="zh-CN" altLang="en-US" sz="2800" kern="1200"/>
            <a:t>、</a:t>
          </a:r>
          <a:r>
            <a:rPr lang="en-US" altLang="zh-CN" sz="2800" kern="1200"/>
            <a:t>score</a:t>
          </a:r>
          <a:endParaRPr lang="zh-CN" altLang="en-US" sz="2800" kern="1200"/>
        </a:p>
      </dsp:txBody>
      <dsp:txXfrm>
        <a:off x="0" y="423518"/>
        <a:ext cx="11176000" cy="2028600"/>
      </dsp:txXfrm>
    </dsp:sp>
    <dsp:sp modelId="{3D511CB6-A827-4EF0-9E86-2CFA46F1D2EB}">
      <dsp:nvSpPr>
        <dsp:cNvPr id="0" name=""/>
        <dsp:cNvSpPr/>
      </dsp:nvSpPr>
      <dsp:spPr>
        <a:xfrm>
          <a:off x="558800" y="10238"/>
          <a:ext cx="7823200" cy="8265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244600">
            <a:lnSpc>
              <a:spcPct val="90000"/>
            </a:lnSpc>
            <a:spcBef>
              <a:spcPct val="0"/>
            </a:spcBef>
            <a:spcAft>
              <a:spcPct val="35000"/>
            </a:spcAft>
            <a:buNone/>
          </a:pPr>
          <a:r>
            <a:rPr lang="zh-CN" altLang="en-US" sz="2800" kern="1200"/>
            <a:t>需调整表的范围</a:t>
          </a:r>
        </a:p>
      </dsp:txBody>
      <dsp:txXfrm>
        <a:off x="599149" y="50587"/>
        <a:ext cx="7742502" cy="745862"/>
      </dsp:txXfrm>
    </dsp:sp>
    <dsp:sp modelId="{582A8A58-ED29-4F20-B712-4F685A8F967C}">
      <dsp:nvSpPr>
        <dsp:cNvPr id="0" name=""/>
        <dsp:cNvSpPr/>
      </dsp:nvSpPr>
      <dsp:spPr>
        <a:xfrm>
          <a:off x="0" y="3016598"/>
          <a:ext cx="11176000" cy="2734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583184" rIns="867382" bIns="199136" numCol="1" spcCol="1270" anchor="t" anchorCtr="0">
          <a:noAutofit/>
        </a:bodyPr>
        <a:lstStyle/>
        <a:p>
          <a:pPr marL="285750" lvl="1" indent="-285750" algn="l" defTabSz="1244600">
            <a:lnSpc>
              <a:spcPct val="90000"/>
            </a:lnSpc>
            <a:spcBef>
              <a:spcPct val="0"/>
            </a:spcBef>
            <a:spcAft>
              <a:spcPct val="15000"/>
            </a:spcAft>
            <a:buChar char="•"/>
          </a:pPr>
          <a:r>
            <a:rPr lang="en-US" altLang="zh-CN" sz="2800" kern="1200"/>
            <a:t>alert</a:t>
          </a:r>
          <a:endParaRPr lang="zh-CN" altLang="en-US" sz="2800" kern="1200"/>
        </a:p>
        <a:p>
          <a:pPr marL="285750" lvl="1" indent="-285750" algn="l" defTabSz="1244600">
            <a:lnSpc>
              <a:spcPct val="90000"/>
            </a:lnSpc>
            <a:spcBef>
              <a:spcPct val="0"/>
            </a:spcBef>
            <a:spcAft>
              <a:spcPct val="15000"/>
            </a:spcAft>
            <a:buChar char="•"/>
          </a:pPr>
          <a:r>
            <a:rPr lang="zh-CN" altLang="en-US" sz="2800" kern="1200"/>
            <a:t>示范：</a:t>
          </a:r>
          <a:r>
            <a:rPr lang="en-US" altLang="zh-CN" sz="2800" kern="1200">
              <a:highlight>
                <a:srgbClr val="FFFF00"/>
              </a:highlight>
            </a:rPr>
            <a:t>ALTER TABLE task ADD ta_lastmodified TIMESTAMP DEFAULT CURRENT_TIMESTRMP COMMENT '</a:t>
          </a:r>
          <a:r>
            <a:rPr lang="zh-CN" altLang="en-US" sz="2800" kern="1200">
              <a:highlight>
                <a:srgbClr val="FFFF00"/>
              </a:highlight>
            </a:rPr>
            <a:t>更新时间</a:t>
          </a:r>
          <a:r>
            <a:rPr lang="en-US" altLang="zh-CN" sz="2800" kern="1200">
              <a:highlight>
                <a:srgbClr val="FFFF00"/>
              </a:highlight>
            </a:rPr>
            <a:t>’;</a:t>
          </a:r>
          <a:endParaRPr lang="zh-CN" altLang="en-US" sz="2800" kern="1200">
            <a:highlight>
              <a:srgbClr val="FFFF00"/>
            </a:highlight>
          </a:endParaRPr>
        </a:p>
      </dsp:txBody>
      <dsp:txXfrm>
        <a:off x="0" y="3016598"/>
        <a:ext cx="11176000" cy="2734200"/>
      </dsp:txXfrm>
    </dsp:sp>
    <dsp:sp modelId="{740FD955-2199-4C0B-B390-4728A572B4BC}">
      <dsp:nvSpPr>
        <dsp:cNvPr id="0" name=""/>
        <dsp:cNvSpPr/>
      </dsp:nvSpPr>
      <dsp:spPr>
        <a:xfrm>
          <a:off x="558800" y="2603318"/>
          <a:ext cx="7823200" cy="8265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244600">
            <a:lnSpc>
              <a:spcPct val="90000"/>
            </a:lnSpc>
            <a:spcBef>
              <a:spcPct val="0"/>
            </a:spcBef>
            <a:spcAft>
              <a:spcPct val="35000"/>
            </a:spcAft>
            <a:buNone/>
          </a:pPr>
          <a:r>
            <a:rPr lang="zh-CN" altLang="en-US" sz="2800" kern="1200"/>
            <a:t>调整命令</a:t>
          </a:r>
        </a:p>
      </dsp:txBody>
      <dsp:txXfrm>
        <a:off x="599149" y="2643667"/>
        <a:ext cx="7742502" cy="74586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14DA58-2075-4C0B-AE41-BE472E552E64}" type="datetimeFigureOut">
              <a:rPr lang="zh-CN" altLang="en-US" smtClean="0"/>
              <a:t>2026/5/19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BDA1F5-332C-4D08-887E-4E1EB79E66C3}" type="slidenum">
              <a:rPr lang="zh-CN" altLang="en-US" smtClean="0"/>
              <a:t>‹#›</a:t>
            </a:fld>
            <a:endParaRPr lang="zh-CN" altLang="en-US"/>
          </a:p>
        </p:txBody>
      </p:sp>
    </p:spTree>
    <p:extLst>
      <p:ext uri="{BB962C8B-B14F-4D97-AF65-F5344CB8AC3E}">
        <p14:creationId xmlns:p14="http://schemas.microsoft.com/office/powerpoint/2010/main" val="511951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7</a:t>
            </a:fld>
            <a:endParaRPr lang="zh-CN" altLang="en-US"/>
          </a:p>
        </p:txBody>
      </p:sp>
    </p:spTree>
    <p:extLst>
      <p:ext uri="{BB962C8B-B14F-4D97-AF65-F5344CB8AC3E}">
        <p14:creationId xmlns:p14="http://schemas.microsoft.com/office/powerpoint/2010/main" val="1566574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12</a:t>
            </a:fld>
            <a:endParaRPr lang="zh-CN" altLang="en-US"/>
          </a:p>
        </p:txBody>
      </p:sp>
    </p:spTree>
    <p:extLst>
      <p:ext uri="{BB962C8B-B14F-4D97-AF65-F5344CB8AC3E}">
        <p14:creationId xmlns:p14="http://schemas.microsoft.com/office/powerpoint/2010/main" val="1990602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15</a:t>
            </a:fld>
            <a:endParaRPr lang="zh-CN" altLang="en-US"/>
          </a:p>
        </p:txBody>
      </p:sp>
    </p:spTree>
    <p:extLst>
      <p:ext uri="{BB962C8B-B14F-4D97-AF65-F5344CB8AC3E}">
        <p14:creationId xmlns:p14="http://schemas.microsoft.com/office/powerpoint/2010/main" val="1841290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24</a:t>
            </a:fld>
            <a:endParaRPr lang="zh-CN" altLang="en-US"/>
          </a:p>
        </p:txBody>
      </p:sp>
    </p:spTree>
    <p:extLst>
      <p:ext uri="{BB962C8B-B14F-4D97-AF65-F5344CB8AC3E}">
        <p14:creationId xmlns:p14="http://schemas.microsoft.com/office/powerpoint/2010/main" val="2742337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28</a:t>
            </a:fld>
            <a:endParaRPr lang="zh-CN" altLang="en-US"/>
          </a:p>
        </p:txBody>
      </p:sp>
    </p:spTree>
    <p:extLst>
      <p:ext uri="{BB962C8B-B14F-4D97-AF65-F5344CB8AC3E}">
        <p14:creationId xmlns:p14="http://schemas.microsoft.com/office/powerpoint/2010/main" val="3240648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29</a:t>
            </a:fld>
            <a:endParaRPr lang="zh-CN" altLang="en-US"/>
          </a:p>
        </p:txBody>
      </p:sp>
    </p:spTree>
    <p:extLst>
      <p:ext uri="{BB962C8B-B14F-4D97-AF65-F5344CB8AC3E}">
        <p14:creationId xmlns:p14="http://schemas.microsoft.com/office/powerpoint/2010/main" val="3430417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32</a:t>
            </a:fld>
            <a:endParaRPr lang="zh-CN" altLang="en-US"/>
          </a:p>
        </p:txBody>
      </p:sp>
    </p:spTree>
    <p:extLst>
      <p:ext uri="{BB962C8B-B14F-4D97-AF65-F5344CB8AC3E}">
        <p14:creationId xmlns:p14="http://schemas.microsoft.com/office/powerpoint/2010/main" val="129391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33</a:t>
            </a:fld>
            <a:endParaRPr lang="zh-CN" altLang="en-US"/>
          </a:p>
        </p:txBody>
      </p:sp>
    </p:spTree>
    <p:extLst>
      <p:ext uri="{BB962C8B-B14F-4D97-AF65-F5344CB8AC3E}">
        <p14:creationId xmlns:p14="http://schemas.microsoft.com/office/powerpoint/2010/main" val="1388198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97A32B-B1EA-4C6B-AAB6-0303326BB354}" type="slidenum">
              <a:rPr lang="zh-CN" altLang="en-US" smtClean="0"/>
              <a:t>38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 Id="rId4" Type="http://schemas.openxmlformats.org/officeDocument/2006/relationships/chart" Target="../charts/chart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Master" Target="../slideMasters/slideMaster4.xml"/><Relationship Id="rId4" Type="http://schemas.openxmlformats.org/officeDocument/2006/relationships/chart" Target="../charts/chart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4.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8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672645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181149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892605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1F766BBA-1D1A-C1B3-98D9-E8E9961E878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B869EC8E-6602-D61C-B014-FE333D9FFF34}"/>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90578A3A-B35F-8F96-1861-4D698F836B75}"/>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D9A1E6DF-17BA-84C8-BA7A-3DB038AC249F}"/>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05A5ABE-FDAB-4F24-0946-7196A3D9B929}"/>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9A021F4B-DEDB-5516-A6FC-4245D8DA87E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文本占位符 33">
            <a:extLst>
              <a:ext uri="{FF2B5EF4-FFF2-40B4-BE49-F238E27FC236}">
                <a16:creationId xmlns:a16="http://schemas.microsoft.com/office/drawing/2014/main" id="{4F1343F8-57AD-8399-4C4C-B6C541BE6531}"/>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Tree>
    <p:extLst>
      <p:ext uri="{BB962C8B-B14F-4D97-AF65-F5344CB8AC3E}">
        <p14:creationId xmlns:p14="http://schemas.microsoft.com/office/powerpoint/2010/main" val="216924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 name="文本占位符 33">
            <a:extLst>
              <a:ext uri="{FF2B5EF4-FFF2-40B4-BE49-F238E27FC236}">
                <a16:creationId xmlns:a16="http://schemas.microsoft.com/office/drawing/2014/main" id="{A9AFE747-13C4-BFE7-E463-EEE69BCA790B}"/>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9164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hasCustomPrompt="1"/>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dirty="0"/>
              <a:t>要点</a:t>
            </a:r>
          </a:p>
        </p:txBody>
      </p:sp>
    </p:spTree>
    <p:extLst>
      <p:ext uri="{BB962C8B-B14F-4D97-AF65-F5344CB8AC3E}">
        <p14:creationId xmlns:p14="http://schemas.microsoft.com/office/powerpoint/2010/main" val="1740090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65339013-D057-B4A0-EF6F-6A8666057B05}"/>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E374D57A-345A-0E03-F785-A3E632CF075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66126D29-B171-914F-2BC6-5AA9359F821B}"/>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0DFD4CA3-397F-5789-6AEA-8AB217FF83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A0F90D9C-03BF-5CBF-D609-AF7394418B3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1B9B7C45-195D-9A4C-29DA-F89EB30CAB05}"/>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4" name="文本占位符 33">
            <a:extLst>
              <a:ext uri="{FF2B5EF4-FFF2-40B4-BE49-F238E27FC236}">
                <a16:creationId xmlns:a16="http://schemas.microsoft.com/office/drawing/2014/main" id="{AC93CC88-DF53-ED60-04D4-923BCD5916EF}"/>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Tree>
    <p:extLst>
      <p:ext uri="{BB962C8B-B14F-4D97-AF65-F5344CB8AC3E}">
        <p14:creationId xmlns:p14="http://schemas.microsoft.com/office/powerpoint/2010/main" val="216544042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5757528A-E74B-B984-AE26-8A0AABFFAD59}"/>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8A354E97-B216-6A28-0173-328B037444EF}"/>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3F5DE21F-54FC-3CB2-1F31-0633BFBDACA1}"/>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CC2B7A51-7274-78A0-3814-D3702E4481EC}"/>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58E5124B-2B3B-2266-EE32-E28C55802CE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4A2DCFCA-1B9C-B9FB-C9F2-DC6414D0923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8" name="文本占位符 33">
            <a:extLst>
              <a:ext uri="{FF2B5EF4-FFF2-40B4-BE49-F238E27FC236}">
                <a16:creationId xmlns:a16="http://schemas.microsoft.com/office/drawing/2014/main" id="{BF67191C-584B-C03E-EFA6-C93920721C88}"/>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485174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7407DA8B-1D45-2159-6DE0-FE153046B61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B6575145-25FF-EF71-7344-4B185786E52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1" name="组合 10">
            <a:extLst>
              <a:ext uri="{FF2B5EF4-FFF2-40B4-BE49-F238E27FC236}">
                <a16:creationId xmlns:a16="http://schemas.microsoft.com/office/drawing/2014/main" id="{DBDEE3AF-2DB8-3D8B-987F-310D11F6C202}"/>
              </a:ext>
            </a:extLst>
          </p:cNvPr>
          <p:cNvGrpSpPr/>
          <p:nvPr/>
        </p:nvGrpSpPr>
        <p:grpSpPr>
          <a:xfrm>
            <a:off x="123826" y="59558"/>
            <a:ext cx="593817" cy="593817"/>
            <a:chOff x="1131485" y="2234042"/>
            <a:chExt cx="1607262" cy="1607262"/>
          </a:xfrm>
        </p:grpSpPr>
        <p:sp>
          <p:nvSpPr>
            <p:cNvPr id="12" name="椭圆 11">
              <a:extLst>
                <a:ext uri="{FF2B5EF4-FFF2-40B4-BE49-F238E27FC236}">
                  <a16:creationId xmlns:a16="http://schemas.microsoft.com/office/drawing/2014/main" id="{FF9522AD-9AD1-1E1A-A03B-3F21D3C579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椭圆 12">
              <a:extLst>
                <a:ext uri="{FF2B5EF4-FFF2-40B4-BE49-F238E27FC236}">
                  <a16:creationId xmlns:a16="http://schemas.microsoft.com/office/drawing/2014/main" id="{3DA89778-4C63-9F82-6FA6-25DC75F71A0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1EF6CB7D-1C43-57E2-AA84-CFAFEB8E652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41" name="文本占位符 33">
            <a:extLst>
              <a:ext uri="{FF2B5EF4-FFF2-40B4-BE49-F238E27FC236}">
                <a16:creationId xmlns:a16="http://schemas.microsoft.com/office/drawing/2014/main" id="{A95EA908-A745-185B-055B-78584A4CFABC}"/>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260080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0" name="任意多边形 19">
            <a:extLst>
              <a:ext uri="{FF2B5EF4-FFF2-40B4-BE49-F238E27FC236}">
                <a16:creationId xmlns:a16="http://schemas.microsoft.com/office/drawing/2014/main" id="{93575A42-ED96-07D0-5F00-797106732D94}"/>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DB32254D-9F3E-9CE5-1306-8BC38D55EB4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3" name="组合 12">
            <a:extLst>
              <a:ext uri="{FF2B5EF4-FFF2-40B4-BE49-F238E27FC236}">
                <a16:creationId xmlns:a16="http://schemas.microsoft.com/office/drawing/2014/main" id="{35E30FD8-077D-B5A3-CE5C-EA3FD0E2BAD1}"/>
              </a:ext>
            </a:extLst>
          </p:cNvPr>
          <p:cNvGrpSpPr/>
          <p:nvPr/>
        </p:nvGrpSpPr>
        <p:grpSpPr>
          <a:xfrm>
            <a:off x="123826" y="59558"/>
            <a:ext cx="593817" cy="593817"/>
            <a:chOff x="1131485" y="2234042"/>
            <a:chExt cx="1607262" cy="1607262"/>
          </a:xfrm>
        </p:grpSpPr>
        <p:sp>
          <p:nvSpPr>
            <p:cNvPr id="14" name="椭圆 13">
              <a:extLst>
                <a:ext uri="{FF2B5EF4-FFF2-40B4-BE49-F238E27FC236}">
                  <a16:creationId xmlns:a16="http://schemas.microsoft.com/office/drawing/2014/main" id="{5701137A-7095-2FB8-325A-2535E5FA5FCD}"/>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椭圆 14">
              <a:extLst>
                <a:ext uri="{FF2B5EF4-FFF2-40B4-BE49-F238E27FC236}">
                  <a16:creationId xmlns:a16="http://schemas.microsoft.com/office/drawing/2014/main" id="{B131BFD9-0F54-637D-5F78-F0077443D51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 name="KSO_Shape">
              <a:extLst>
                <a:ext uri="{FF2B5EF4-FFF2-40B4-BE49-F238E27FC236}">
                  <a16:creationId xmlns:a16="http://schemas.microsoft.com/office/drawing/2014/main" id="{1D64EA1D-6C96-F4F6-6ADC-C3254FE161A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8" name="文本占位符 33">
            <a:extLst>
              <a:ext uri="{FF2B5EF4-FFF2-40B4-BE49-F238E27FC236}">
                <a16:creationId xmlns:a16="http://schemas.microsoft.com/office/drawing/2014/main" id="{B40F74BD-2A6F-508F-5FB4-8D1A56C87800}"/>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800931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
        <p:nvSpPr>
          <p:cNvPr id="6" name="任意多边形 19">
            <a:extLst>
              <a:ext uri="{FF2B5EF4-FFF2-40B4-BE49-F238E27FC236}">
                <a16:creationId xmlns:a16="http://schemas.microsoft.com/office/drawing/2014/main" id="{FDD4FE82-7D6F-720C-4871-714AEBA3A7C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18">
            <a:extLst>
              <a:ext uri="{FF2B5EF4-FFF2-40B4-BE49-F238E27FC236}">
                <a16:creationId xmlns:a16="http://schemas.microsoft.com/office/drawing/2014/main" id="{3E45CAA6-13E6-B6A3-2555-54BD2D3532B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B5091FD3-1609-36DC-D01C-A73EF31511F4}"/>
              </a:ext>
            </a:extLst>
          </p:cNvPr>
          <p:cNvGrpSpPr/>
          <p:nvPr/>
        </p:nvGrpSpPr>
        <p:grpSpPr>
          <a:xfrm>
            <a:off x="123826" y="59558"/>
            <a:ext cx="593817" cy="593817"/>
            <a:chOff x="1131485" y="2234042"/>
            <a:chExt cx="1607262" cy="1607262"/>
          </a:xfrm>
        </p:grpSpPr>
        <p:sp>
          <p:nvSpPr>
            <p:cNvPr id="10" name="椭圆 9">
              <a:extLst>
                <a:ext uri="{FF2B5EF4-FFF2-40B4-BE49-F238E27FC236}">
                  <a16:creationId xmlns:a16="http://schemas.microsoft.com/office/drawing/2014/main" id="{A60A328F-B093-068A-A243-557DCBBCB8C0}"/>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75D484E8-7212-326B-14C8-E61E0FFBB3B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271CD6B8-CE1A-EDDB-0E8D-31587A0F46B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aphicFrame>
        <p:nvGraphicFramePr>
          <p:cNvPr id="13" name="图表 12">
            <a:extLst>
              <a:ext uri="{FF2B5EF4-FFF2-40B4-BE49-F238E27FC236}">
                <a16:creationId xmlns:a16="http://schemas.microsoft.com/office/drawing/2014/main" id="{EA96DBCB-5C90-8781-C6BF-55324A1A022C}"/>
              </a:ext>
            </a:extLst>
          </p:cNvPr>
          <p:cNvGraphicFramePr/>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3" name="文本占位符 33">
            <a:extLst>
              <a:ext uri="{FF2B5EF4-FFF2-40B4-BE49-F238E27FC236}">
                <a16:creationId xmlns:a16="http://schemas.microsoft.com/office/drawing/2014/main" id="{70867633-A165-60B0-4D4B-A722D615AB92}"/>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653642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475556" y="805042"/>
            <a:ext cx="48593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任意多边形 19">
            <a:extLst>
              <a:ext uri="{FF2B5EF4-FFF2-40B4-BE49-F238E27FC236}">
                <a16:creationId xmlns:a16="http://schemas.microsoft.com/office/drawing/2014/main" id="{194BB307-7CD2-0519-F987-EE1B3B952F0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68ADC1FD-0F37-4839-9AB3-038B698024CC}"/>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2" name="组合 11">
            <a:extLst>
              <a:ext uri="{FF2B5EF4-FFF2-40B4-BE49-F238E27FC236}">
                <a16:creationId xmlns:a16="http://schemas.microsoft.com/office/drawing/2014/main" id="{9F91ADBE-8918-2609-78D9-55A6BE6320CC}"/>
              </a:ext>
            </a:extLst>
          </p:cNvPr>
          <p:cNvGrpSpPr/>
          <p:nvPr/>
        </p:nvGrpSpPr>
        <p:grpSpPr>
          <a:xfrm>
            <a:off x="123826" y="59558"/>
            <a:ext cx="593817" cy="593817"/>
            <a:chOff x="1131485" y="2234042"/>
            <a:chExt cx="1607262" cy="1607262"/>
          </a:xfrm>
        </p:grpSpPr>
        <p:sp>
          <p:nvSpPr>
            <p:cNvPr id="13" name="椭圆 12">
              <a:extLst>
                <a:ext uri="{FF2B5EF4-FFF2-40B4-BE49-F238E27FC236}">
                  <a16:creationId xmlns:a16="http://schemas.microsoft.com/office/drawing/2014/main" id="{F7238A78-91CC-3469-8ACD-6FB3980786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椭圆 13">
              <a:extLst>
                <a:ext uri="{FF2B5EF4-FFF2-40B4-BE49-F238E27FC236}">
                  <a16:creationId xmlns:a16="http://schemas.microsoft.com/office/drawing/2014/main" id="{0CB65898-6F95-A19E-C383-8D85C381FA6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KSO_Shape">
              <a:extLst>
                <a:ext uri="{FF2B5EF4-FFF2-40B4-BE49-F238E27FC236}">
                  <a16:creationId xmlns:a16="http://schemas.microsoft.com/office/drawing/2014/main" id="{11EF4BB9-E978-B4F6-BBBE-F67FDD7A6C8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6" name="文本占位符 33">
            <a:extLst>
              <a:ext uri="{FF2B5EF4-FFF2-40B4-BE49-F238E27FC236}">
                <a16:creationId xmlns:a16="http://schemas.microsoft.com/office/drawing/2014/main" id="{45330A77-8349-E793-AD39-6A80D7C2A9E6}"/>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74045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EE0614DB-9D87-BA32-305F-D8C6D877FACF}"/>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0AF01672-87F1-53FC-32DB-980A43595565}"/>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C36251E7-C68A-8CC4-D7FC-DAE79C14289E}"/>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222E1E72-88E6-9EB4-8F00-F11EC9617B3E}"/>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B8A1FC4-F4C1-6538-2F58-F8E69B23D3F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E6E512C7-2AA9-7999-05F9-A0A5915CB5F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文本占位符 33">
            <a:extLst>
              <a:ext uri="{FF2B5EF4-FFF2-40B4-BE49-F238E27FC236}">
                <a16:creationId xmlns:a16="http://schemas.microsoft.com/office/drawing/2014/main" id="{88587556-2378-6E30-C450-EBCB9B97ABC5}"/>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882478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1353723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1_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4C33A-652D-D6EA-75FB-20BA539CE8B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0699AC1-44D2-9D01-84C7-349CCFFA5B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097AF1F-BCB2-78D6-2AF6-1D5A95483653}"/>
              </a:ext>
            </a:extLst>
          </p:cNvPr>
          <p:cNvSpPr>
            <a:spLocks noGrp="1"/>
          </p:cNvSpPr>
          <p:nvPr>
            <p:ph type="dt" sz="half" idx="10"/>
          </p:nvPr>
        </p:nvSpPr>
        <p:spPr/>
        <p:txBody>
          <a:bodyPr/>
          <a:lstStyle/>
          <a:p>
            <a:fld id="{6C27C682-2477-42DE-A568-6C9C284CCCDD}"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B6302435-53E9-5255-4F17-7A6DBEF3EF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364607-AD4D-3521-31C6-EB568CA73FB8}"/>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435317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973006-97F2-F8C5-770C-3400BD0C60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4FC612F-652A-0B13-2A5C-25C862F317D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46D280F-2183-0311-7947-EA9A4932F66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1E69852-6210-F435-B3AE-1D3938493BF8}"/>
              </a:ext>
            </a:extLst>
          </p:cNvPr>
          <p:cNvSpPr>
            <a:spLocks noGrp="1"/>
          </p:cNvSpPr>
          <p:nvPr>
            <p:ph type="dt" sz="half" idx="10"/>
          </p:nvPr>
        </p:nvSpPr>
        <p:spPr/>
        <p:txBody>
          <a:bodyPr/>
          <a:lstStyle/>
          <a:p>
            <a:fld id="{6C27C682-2477-42DE-A568-6C9C284CCCDD}"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83F5811F-BBB0-4EC6-37EC-6451F65F3B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CA0D28D-8BC9-83CF-33DA-46762576BC54}"/>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517039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cSld name="2_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B5F548-B019-0CF8-B07E-74D7DBF720D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5C0C63E-08E3-305A-F65B-BE1E36B1C2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F8D13BA-6FAA-7177-EBCD-905204B596E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6E0D660-FAE0-4101-D757-78ACD45D55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78630DB-2532-AEAF-ADD3-FFCE047B14C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2AF69AD-9EED-D02D-9F46-B9AEEB1D8C8E}"/>
              </a:ext>
            </a:extLst>
          </p:cNvPr>
          <p:cNvSpPr>
            <a:spLocks noGrp="1"/>
          </p:cNvSpPr>
          <p:nvPr>
            <p:ph type="dt" sz="half" idx="10"/>
          </p:nvPr>
        </p:nvSpPr>
        <p:spPr/>
        <p:txBody>
          <a:bodyPr/>
          <a:lstStyle/>
          <a:p>
            <a:fld id="{6C27C682-2477-42DE-A568-6C9C284CCCDD}" type="datetimeFigureOut">
              <a:rPr lang="zh-CN" altLang="en-US" smtClean="0"/>
              <a:t>2026/5/19</a:t>
            </a:fld>
            <a:endParaRPr lang="zh-CN" altLang="en-US"/>
          </a:p>
        </p:txBody>
      </p:sp>
      <p:sp>
        <p:nvSpPr>
          <p:cNvPr id="8" name="页脚占位符 7">
            <a:extLst>
              <a:ext uri="{FF2B5EF4-FFF2-40B4-BE49-F238E27FC236}">
                <a16:creationId xmlns:a16="http://schemas.microsoft.com/office/drawing/2014/main" id="{79D4CEE3-E290-1663-AC83-D4DC2889CD5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0D036DF-F04F-98E6-B807-25630E15E90B}"/>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8288082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5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CD5B79-226A-318A-8F98-62BFBBDB52C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6A6E471-6660-2901-C5C8-EE47B0D51F8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6A7F414-8C27-E0BC-BD6B-A9101F4D57A6}"/>
              </a:ext>
            </a:extLst>
          </p:cNvPr>
          <p:cNvSpPr>
            <a:spLocks noGrp="1"/>
          </p:cNvSpPr>
          <p:nvPr>
            <p:ph type="dt" sz="half" idx="10"/>
          </p:nvPr>
        </p:nvSpPr>
        <p:spPr/>
        <p:txBody>
          <a:bodyPr/>
          <a:lstStyle/>
          <a:p>
            <a:fld id="{6C27C682-2477-42DE-A568-6C9C284CCCDD}"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A10C9F21-D4F9-7E09-EEB4-9357F8F076D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5D3D51-0921-131E-4CB0-EC2643518E0E}"/>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510638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545581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2635227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03095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2026/5/19</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57329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2026/5/19</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9199487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423706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532403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618311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1408223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168552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8901344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4399275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679102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9692267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1370383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633767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639497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5786815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774112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8539305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0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8677529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0" y="0"/>
            <a:ext cx="1179076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10358312"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7556068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6426781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2" name="任意多边形 19">
            <a:extLst>
              <a:ext uri="{FF2B5EF4-FFF2-40B4-BE49-F238E27FC236}">
                <a16:creationId xmlns:a16="http://schemas.microsoft.com/office/drawing/2014/main" id="{055FE2DC-8CCB-5AF2-7B9F-27818F7C8F3A}"/>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28F4EE2-BF8B-7FEC-73AB-85F22C948A76}"/>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F408DB3-F77D-30B5-FC05-AD2CEBAAF0FF}"/>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50245ABA-1CD5-1912-DAA1-B46404B42F0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3DD970EB-F228-E952-35AC-3233DAE0FAF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1AC05127-E591-942C-5FA1-C61C6B44279A}"/>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9" name="文本占位符 33">
            <a:extLst>
              <a:ext uri="{FF2B5EF4-FFF2-40B4-BE49-F238E27FC236}">
                <a16:creationId xmlns:a16="http://schemas.microsoft.com/office/drawing/2014/main" id="{7C17CB12-44D2-53A7-0E81-329299EC5D2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720582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3" name="任意多边形 19">
            <a:extLst>
              <a:ext uri="{FF2B5EF4-FFF2-40B4-BE49-F238E27FC236}">
                <a16:creationId xmlns:a16="http://schemas.microsoft.com/office/drawing/2014/main" id="{30726538-1950-DA1B-6C70-74D79515D324}"/>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DF9A4799-8616-3FAC-1ABD-067FC0EF76DE}"/>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5" name="组合 4">
            <a:extLst>
              <a:ext uri="{FF2B5EF4-FFF2-40B4-BE49-F238E27FC236}">
                <a16:creationId xmlns:a16="http://schemas.microsoft.com/office/drawing/2014/main" id="{C815365D-E595-A1AC-93B2-0E8137C344E6}"/>
              </a:ext>
            </a:extLst>
          </p:cNvPr>
          <p:cNvGrpSpPr/>
          <p:nvPr/>
        </p:nvGrpSpPr>
        <p:grpSpPr>
          <a:xfrm>
            <a:off x="71844" y="60398"/>
            <a:ext cx="593817" cy="593817"/>
            <a:chOff x="1131485" y="2234042"/>
            <a:chExt cx="1607262" cy="1607262"/>
          </a:xfrm>
        </p:grpSpPr>
        <p:sp>
          <p:nvSpPr>
            <p:cNvPr id="6" name="椭圆 5">
              <a:extLst>
                <a:ext uri="{FF2B5EF4-FFF2-40B4-BE49-F238E27FC236}">
                  <a16:creationId xmlns:a16="http://schemas.microsoft.com/office/drawing/2014/main" id="{2672BBA0-146D-D873-BF57-D84F903390B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5C850287-10EC-8116-6F42-7B2950F735A7}"/>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7511D483-2AA7-FDA3-5858-2AAFA77DAE39}"/>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5B421191-774C-DBCE-0C86-1D01A8FB8ED7}"/>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3417122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单击此处编辑母版文本样式</a:t>
            </a:r>
          </a:p>
        </p:txBody>
      </p:sp>
    </p:spTree>
    <p:extLst>
      <p:ext uri="{BB962C8B-B14F-4D97-AF65-F5344CB8AC3E}">
        <p14:creationId xmlns:p14="http://schemas.microsoft.com/office/powerpoint/2010/main" val="26572168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2" name="任意多边形 19">
            <a:extLst>
              <a:ext uri="{FF2B5EF4-FFF2-40B4-BE49-F238E27FC236}">
                <a16:creationId xmlns:a16="http://schemas.microsoft.com/office/drawing/2014/main" id="{6FD56522-41BD-3874-221E-2ED19EDB0A4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28B7943B-A0DD-9D57-0C71-A6524CA97C08}"/>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CA5B158-C881-EE63-8FA8-D7C2525BF83B}"/>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70AC6E1-C221-3D22-620F-746CF1F631D1}"/>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D3D6D1F6-8CBF-BFD6-1D8C-98C90E89A6F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CD480A95-09EF-BD37-599E-5609BAF84E36}"/>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0" name="文本占位符 33">
            <a:extLst>
              <a:ext uri="{FF2B5EF4-FFF2-40B4-BE49-F238E27FC236}">
                <a16:creationId xmlns:a16="http://schemas.microsoft.com/office/drawing/2014/main" id="{3238B8E2-00DD-1436-0797-465D362F608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3640370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2" name="任意多边形 19">
            <a:extLst>
              <a:ext uri="{FF2B5EF4-FFF2-40B4-BE49-F238E27FC236}">
                <a16:creationId xmlns:a16="http://schemas.microsoft.com/office/drawing/2014/main" id="{DD23B938-82B8-5D8E-B08D-34A7DC4140C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F53E1FF8-B1FE-FA80-5F9C-7A27CAE7D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28A181E-71B6-D3DB-56C9-A821B72D6AF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C5040EC-22EB-4C2A-507B-CA68AC3FFCC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287D3874-53FE-6039-811D-482FBEA4EDD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8738C97D-3869-0DFC-A367-D92A9DF8D4F7}"/>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9" name="文本占位符 33">
            <a:extLst>
              <a:ext uri="{FF2B5EF4-FFF2-40B4-BE49-F238E27FC236}">
                <a16:creationId xmlns:a16="http://schemas.microsoft.com/office/drawing/2014/main" id="{0EE89A7A-D1A2-3582-C4D1-BB49B68A0511}"/>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163143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2" name="任意多边形 19">
            <a:extLst>
              <a:ext uri="{FF2B5EF4-FFF2-40B4-BE49-F238E27FC236}">
                <a16:creationId xmlns:a16="http://schemas.microsoft.com/office/drawing/2014/main" id="{D69A9641-6A39-4AD2-57BD-108712518F7F}"/>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E75A45A8-2DB6-1C74-6A8F-3E3F92A1B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94F4C546-4944-7237-C884-8A085E585C30}"/>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24CC488A-BBCD-4815-A960-9C9E09FAB3F9}"/>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5BEB546A-394E-0C9E-EF74-37DAB47871E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136C53B-6273-E2FD-B172-8D5246EFAAA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 name="文本占位符 33">
            <a:extLst>
              <a:ext uri="{FF2B5EF4-FFF2-40B4-BE49-F238E27FC236}">
                <a16:creationId xmlns:a16="http://schemas.microsoft.com/office/drawing/2014/main" id="{1901C94C-3893-2D8E-C0B8-7F5D378F1330}"/>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2295544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2" name="任意多边形 19">
            <a:extLst>
              <a:ext uri="{FF2B5EF4-FFF2-40B4-BE49-F238E27FC236}">
                <a16:creationId xmlns:a16="http://schemas.microsoft.com/office/drawing/2014/main" id="{3927B935-30EC-F6B9-BA7D-09D6C2A709B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88A9A10-F697-E2C5-75D7-91724222CD4D}"/>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61B494B-45F2-63AD-0FAA-0C7A984A82CD}"/>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AF67261A-4AD6-82C6-8E72-40ECC6FC17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89CFAA14-B024-745C-08EB-219FB555994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BE3E1D2-A68F-4510-F2DF-E8ACB59BDFA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8" name="文本占位符 33">
            <a:extLst>
              <a:ext uri="{FF2B5EF4-FFF2-40B4-BE49-F238E27FC236}">
                <a16:creationId xmlns:a16="http://schemas.microsoft.com/office/drawing/2014/main" id="{BF860834-ABC8-4042-673B-FB1D08270EC2}"/>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11122626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graphicFrame>
        <p:nvGraphicFramePr>
          <p:cNvPr id="13" name="图表 12">
            <a:extLst>
              <a:ext uri="{FF2B5EF4-FFF2-40B4-BE49-F238E27FC236}">
                <a16:creationId xmlns:a16="http://schemas.microsoft.com/office/drawing/2014/main" id="{EA96DBCB-5C90-8781-C6BF-55324A1A022C}"/>
              </a:ext>
            </a:extLst>
          </p:cNvPr>
          <p:cNvGraphicFramePr/>
          <p:nvPr>
            <p:extLst>
              <p:ext uri="{D42A27DB-BD31-4B8C-83A1-F6EECF244321}">
                <p14:modId xmlns:p14="http://schemas.microsoft.com/office/powerpoint/2010/main" val="3514732628"/>
              </p:ext>
            </p:extLst>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 name="任意多边形 19">
            <a:extLst>
              <a:ext uri="{FF2B5EF4-FFF2-40B4-BE49-F238E27FC236}">
                <a16:creationId xmlns:a16="http://schemas.microsoft.com/office/drawing/2014/main" id="{79915C22-054D-787C-A90E-A252AAB3F7D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81076CB6-11D0-96C1-E116-6A582B134163}"/>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B6F6EBD2-75BC-669B-78DA-D5F40DEB2A03}"/>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4118FBBF-2AE3-AD5D-2051-BE117C745562}"/>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039DD9A-B716-1B22-A87F-F228874CD0A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4" name="KSO_Shape">
              <a:extLst>
                <a:ext uri="{FF2B5EF4-FFF2-40B4-BE49-F238E27FC236}">
                  <a16:creationId xmlns:a16="http://schemas.microsoft.com/office/drawing/2014/main" id="{D5B354F8-A069-C331-9575-9259B70646C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5" name="文本占位符 33">
            <a:extLst>
              <a:ext uri="{FF2B5EF4-FFF2-40B4-BE49-F238E27FC236}">
                <a16:creationId xmlns:a16="http://schemas.microsoft.com/office/drawing/2014/main" id="{57CBC1EA-D2F8-1F27-A35B-0EB35D8D0545}"/>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5242939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588963" y="805042"/>
            <a:ext cx="576446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79284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45274C2E-F0AD-2292-B1D2-A6E0BAAE7CF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1200640A-65BF-9929-A439-D583B2A0CC3A}"/>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6" name="组合 5">
            <a:extLst>
              <a:ext uri="{FF2B5EF4-FFF2-40B4-BE49-F238E27FC236}">
                <a16:creationId xmlns:a16="http://schemas.microsoft.com/office/drawing/2014/main" id="{5157EBAF-558A-CD90-B9F6-43CCCB87FB4B}"/>
              </a:ext>
            </a:extLst>
          </p:cNvPr>
          <p:cNvGrpSpPr/>
          <p:nvPr/>
        </p:nvGrpSpPr>
        <p:grpSpPr>
          <a:xfrm>
            <a:off x="71844" y="60398"/>
            <a:ext cx="593817" cy="593817"/>
            <a:chOff x="1131485" y="2234042"/>
            <a:chExt cx="1607262" cy="1607262"/>
          </a:xfrm>
        </p:grpSpPr>
        <p:sp>
          <p:nvSpPr>
            <p:cNvPr id="7" name="椭圆 6">
              <a:extLst>
                <a:ext uri="{FF2B5EF4-FFF2-40B4-BE49-F238E27FC236}">
                  <a16:creationId xmlns:a16="http://schemas.microsoft.com/office/drawing/2014/main" id="{E308B397-2839-4B6A-4D25-E7D2F2C321D3}"/>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103061F-CC05-33B7-0CD3-00006CD4B02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5372DDED-8415-8A28-814B-6B958870DDD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文本占位符 33">
            <a:extLst>
              <a:ext uri="{FF2B5EF4-FFF2-40B4-BE49-F238E27FC236}">
                <a16:creationId xmlns:a16="http://schemas.microsoft.com/office/drawing/2014/main" id="{F877CA57-D86B-59DA-065F-9A7B7CC6A258}"/>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9875211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6E7F149E-FDF3-A2E4-46B1-5F45E42A948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AA469707-33CD-2919-718B-7E3D05A6BBA9}"/>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D057A4CC-57C1-1C9D-0D52-813AF05E20E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D1B808A0-679A-AC62-9527-3C8A20F8FEB4}"/>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E2BE32F6-BB06-B9C2-2DAB-A984078A764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8FAAABC9-F0B3-2024-785A-F7EAAD190FF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FDFC6117-3B35-5E72-42F6-C59BD58A315C}"/>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26772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22548646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extLst>
      <p:ext uri="{BB962C8B-B14F-4D97-AF65-F5344CB8AC3E}">
        <p14:creationId xmlns:p14="http://schemas.microsoft.com/office/powerpoint/2010/main" val="10465534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9880FA-7953-AB94-20A3-423A02C6F82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5DD66B0-0EC3-DD03-7884-33601555B0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C8914AC-028D-E30F-021B-D97D188001CA}"/>
              </a:ext>
            </a:extLst>
          </p:cNvPr>
          <p:cNvSpPr>
            <a:spLocks noGrp="1"/>
          </p:cNvSpPr>
          <p:nvPr>
            <p:ph type="dt" sz="half" idx="10"/>
          </p:nvPr>
        </p:nvSpPr>
        <p:spPr/>
        <p:txBody>
          <a:bodyPr/>
          <a:lstStyle/>
          <a:p>
            <a:fld id="{19D62E01-43A6-484F-8DB8-44C5F907219B}"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4BD6CA26-E3DC-02EA-8654-6FD22D9A58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E9E422-93DC-3B55-4FEB-7FEBAC7A36C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37746869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646D28-B1E9-211A-267B-F093D029B29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46A6FE8-BC63-D0BF-A487-63D239078F7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D30D72A-52ED-2855-9420-587E872B6135}"/>
              </a:ext>
            </a:extLst>
          </p:cNvPr>
          <p:cNvSpPr>
            <a:spLocks noGrp="1"/>
          </p:cNvSpPr>
          <p:nvPr>
            <p:ph type="dt" sz="half" idx="10"/>
          </p:nvPr>
        </p:nvSpPr>
        <p:spPr/>
        <p:txBody>
          <a:bodyPr/>
          <a:lstStyle/>
          <a:p>
            <a:fld id="{19D62E01-43A6-484F-8DB8-44C5F907219B}"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6748881F-A8F7-9999-72B1-06842FC029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E5E46C-CBC1-5437-ABD8-E0BED454B60F}"/>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511815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DB498-A9A5-4822-126C-C3575A06EA8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0AB6DBA-1291-72C4-69CF-5F8A5AFF94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FEB7348-4087-92AC-49CA-4EE3D799D777}"/>
              </a:ext>
            </a:extLst>
          </p:cNvPr>
          <p:cNvSpPr>
            <a:spLocks noGrp="1"/>
          </p:cNvSpPr>
          <p:nvPr>
            <p:ph type="dt" sz="half" idx="10"/>
          </p:nvPr>
        </p:nvSpPr>
        <p:spPr/>
        <p:txBody>
          <a:bodyPr/>
          <a:lstStyle/>
          <a:p>
            <a:fld id="{19D62E01-43A6-484F-8DB8-44C5F907219B}"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F6F32B8C-BE47-EF8E-D3BE-85E9CD6E43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B331D5F-5502-E31D-5F6D-6D5946BC4FA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7242404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28CA06-EA23-DFA8-5061-26E693C562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8B90FA1-EF10-968E-7B65-2DA75CEB40F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7B24C5A-DDD8-F711-6069-85BB3C677DC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BF3C253-41B1-B459-3819-7FF285222942}"/>
              </a:ext>
            </a:extLst>
          </p:cNvPr>
          <p:cNvSpPr>
            <a:spLocks noGrp="1"/>
          </p:cNvSpPr>
          <p:nvPr>
            <p:ph type="dt" sz="half" idx="10"/>
          </p:nvPr>
        </p:nvSpPr>
        <p:spPr/>
        <p:txBody>
          <a:bodyPr/>
          <a:lstStyle/>
          <a:p>
            <a:fld id="{19D62E01-43A6-484F-8DB8-44C5F907219B}"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984CA635-DF1A-C282-9F80-7C819B339A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9B89C3-6B35-6390-FF94-50FB49F17B1E}"/>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248274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394B5F-080A-FC52-5610-8A764DCD059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7A794F8-BA96-DCCB-17C0-A274240A74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970BE5-6560-16AF-1FE9-F457EBD43F2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25674BC-728B-522F-542B-DDDC49306D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E0C3F68-826F-ECE2-3CED-AC5D9553066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67F0031-A1FA-0F6E-A072-66921B42B5C1}"/>
              </a:ext>
            </a:extLst>
          </p:cNvPr>
          <p:cNvSpPr>
            <a:spLocks noGrp="1"/>
          </p:cNvSpPr>
          <p:nvPr>
            <p:ph type="dt" sz="half" idx="10"/>
          </p:nvPr>
        </p:nvSpPr>
        <p:spPr/>
        <p:txBody>
          <a:bodyPr/>
          <a:lstStyle/>
          <a:p>
            <a:fld id="{19D62E01-43A6-484F-8DB8-44C5F907219B}" type="datetimeFigureOut">
              <a:rPr lang="zh-CN" altLang="en-US" smtClean="0"/>
              <a:t>2026/5/19</a:t>
            </a:fld>
            <a:endParaRPr lang="zh-CN" altLang="en-US"/>
          </a:p>
        </p:txBody>
      </p:sp>
      <p:sp>
        <p:nvSpPr>
          <p:cNvPr id="8" name="页脚占位符 7">
            <a:extLst>
              <a:ext uri="{FF2B5EF4-FFF2-40B4-BE49-F238E27FC236}">
                <a16:creationId xmlns:a16="http://schemas.microsoft.com/office/drawing/2014/main" id="{5F45F4DE-FFF4-A21F-B006-FC8523C3523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77CD7ED-08CA-D495-27DA-CE4A0E9E6CCB}"/>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04587788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68D76-4C72-1001-F286-6CC1ADF5137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29F94D8-F944-C3BD-D8D0-6B379CF26AF7}"/>
              </a:ext>
            </a:extLst>
          </p:cNvPr>
          <p:cNvSpPr>
            <a:spLocks noGrp="1"/>
          </p:cNvSpPr>
          <p:nvPr>
            <p:ph type="dt" sz="half" idx="10"/>
          </p:nvPr>
        </p:nvSpPr>
        <p:spPr/>
        <p:txBody>
          <a:bodyPr/>
          <a:lstStyle/>
          <a:p>
            <a:fld id="{19D62E01-43A6-484F-8DB8-44C5F907219B}" type="datetimeFigureOut">
              <a:rPr lang="zh-CN" altLang="en-US" smtClean="0"/>
              <a:t>2026/5/19</a:t>
            </a:fld>
            <a:endParaRPr lang="zh-CN" altLang="en-US"/>
          </a:p>
        </p:txBody>
      </p:sp>
      <p:sp>
        <p:nvSpPr>
          <p:cNvPr id="4" name="页脚占位符 3">
            <a:extLst>
              <a:ext uri="{FF2B5EF4-FFF2-40B4-BE49-F238E27FC236}">
                <a16:creationId xmlns:a16="http://schemas.microsoft.com/office/drawing/2014/main" id="{7B63B473-0382-905E-A2A7-E76F10A39ED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6A031A0-B9D5-449C-71E8-5EE1A0C858C7}"/>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671283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39E3E3E-07AE-A9D4-CE18-6E68D91AEB83}"/>
              </a:ext>
            </a:extLst>
          </p:cNvPr>
          <p:cNvSpPr>
            <a:spLocks noGrp="1"/>
          </p:cNvSpPr>
          <p:nvPr>
            <p:ph type="dt" sz="half" idx="10"/>
          </p:nvPr>
        </p:nvSpPr>
        <p:spPr/>
        <p:txBody>
          <a:bodyPr/>
          <a:lstStyle/>
          <a:p>
            <a:fld id="{19D62E01-43A6-484F-8DB8-44C5F907219B}" type="datetimeFigureOut">
              <a:rPr lang="zh-CN" altLang="en-US" smtClean="0"/>
              <a:t>2026/5/19</a:t>
            </a:fld>
            <a:endParaRPr lang="zh-CN" altLang="en-US"/>
          </a:p>
        </p:txBody>
      </p:sp>
      <p:sp>
        <p:nvSpPr>
          <p:cNvPr id="3" name="页脚占位符 2">
            <a:extLst>
              <a:ext uri="{FF2B5EF4-FFF2-40B4-BE49-F238E27FC236}">
                <a16:creationId xmlns:a16="http://schemas.microsoft.com/office/drawing/2014/main" id="{49B578EB-0268-EBD3-6074-1CE4D3381A9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921B1D0-C260-C78D-9038-A7FFE4ED127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04485275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9CADC-DC9B-E421-479C-175306EE298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DEB2E77-F59F-D7DD-4906-A882C11EFB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C7EB9D6-F287-94AC-48C8-C6F1FF44F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BB87458-6975-4344-FE79-96434D0E154C}"/>
              </a:ext>
            </a:extLst>
          </p:cNvPr>
          <p:cNvSpPr>
            <a:spLocks noGrp="1"/>
          </p:cNvSpPr>
          <p:nvPr>
            <p:ph type="dt" sz="half" idx="10"/>
          </p:nvPr>
        </p:nvSpPr>
        <p:spPr/>
        <p:txBody>
          <a:bodyPr/>
          <a:lstStyle/>
          <a:p>
            <a:fld id="{19D62E01-43A6-484F-8DB8-44C5F907219B}"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20655F48-A265-3AA6-7855-9DEB79A1F5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47E8523-5EE2-9C94-E7F1-5F0B9E9EA25A}"/>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3686596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D12804-2541-245C-F5F2-B1AB95967C6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409348E-F173-9EE8-C431-A0A2B437C2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097A82EA-FEEF-6CA5-5672-CA53EA23D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DCF668C-C775-B132-DFE5-5804377A7A81}"/>
              </a:ext>
            </a:extLst>
          </p:cNvPr>
          <p:cNvSpPr>
            <a:spLocks noGrp="1"/>
          </p:cNvSpPr>
          <p:nvPr>
            <p:ph type="dt" sz="half" idx="10"/>
          </p:nvPr>
        </p:nvSpPr>
        <p:spPr/>
        <p:txBody>
          <a:bodyPr/>
          <a:lstStyle/>
          <a:p>
            <a:fld id="{19D62E01-43A6-484F-8DB8-44C5F907219B}"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8836AA60-13AF-64F5-66DA-C051B1541C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80809DA-BD91-4F80-B88E-B692B55F1A0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57384294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D58E44-25A3-D324-3191-DC7E452E1EE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665D06F-158E-E088-E943-AB07227C54C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E67D29-00B2-0C68-6AF6-8CF48CE420B3}"/>
              </a:ext>
            </a:extLst>
          </p:cNvPr>
          <p:cNvSpPr>
            <a:spLocks noGrp="1"/>
          </p:cNvSpPr>
          <p:nvPr>
            <p:ph type="dt" sz="half" idx="10"/>
          </p:nvPr>
        </p:nvSpPr>
        <p:spPr/>
        <p:txBody>
          <a:bodyPr/>
          <a:lstStyle/>
          <a:p>
            <a:fld id="{19D62E01-43A6-484F-8DB8-44C5F907219B}"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D8A2AC42-41AC-5CD5-56B4-26BB87FCB9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1873157-1C5F-69B1-96BA-63A5180FB4C3}"/>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8932594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DB0DB60-468E-D154-CC93-67C6280CCEA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34E5848-C8DB-C14A-9198-723B9F3A9D0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2975CBC-4361-1CFE-D284-C7ECADC20944}"/>
              </a:ext>
            </a:extLst>
          </p:cNvPr>
          <p:cNvSpPr>
            <a:spLocks noGrp="1"/>
          </p:cNvSpPr>
          <p:nvPr>
            <p:ph type="dt" sz="half" idx="10"/>
          </p:nvPr>
        </p:nvSpPr>
        <p:spPr/>
        <p:txBody>
          <a:bodyPr/>
          <a:lstStyle/>
          <a:p>
            <a:fld id="{19D62E01-43A6-484F-8DB8-44C5F907219B}"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DF9A52FD-C21C-5CF8-3BBE-4E3D2585D6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64A33B-9A6F-63C9-2E23-0A7135FC1069}"/>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66672217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Tree>
    <p:extLst>
      <p:ext uri="{BB962C8B-B14F-4D97-AF65-F5344CB8AC3E}">
        <p14:creationId xmlns:p14="http://schemas.microsoft.com/office/powerpoint/2010/main" val="341376891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secHead" preserve="1">
  <p:cSld name="1_节标题">
    <p:bg>
      <p:bgRef idx="1003">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828801" y="2743200"/>
            <a:ext cx="9497484" cy="1673225"/>
          </a:xfrm>
        </p:spPr>
        <p:txBody>
          <a:bodyPr anchor="t"/>
          <a:lstStyle>
            <a:lvl1pPr marL="514350" indent="-514350">
              <a:buFont typeface="+mj-lt"/>
              <a:buAutoNum type="arabicPeriod"/>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2" name="标题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zh-CN" altLang="en-US"/>
              <a:t>单击此处编辑母版标题样式</a:t>
            </a:r>
            <a:endParaRPr kumimoji="0" lang="en-US"/>
          </a:p>
        </p:txBody>
      </p:sp>
    </p:spTree>
    <p:extLst>
      <p:ext uri="{BB962C8B-B14F-4D97-AF65-F5344CB8AC3E}">
        <p14:creationId xmlns:p14="http://schemas.microsoft.com/office/powerpoint/2010/main" val="313345607"/>
      </p:ext>
    </p:extLst>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Tree>
    <p:extLst>
      <p:ext uri="{BB962C8B-B14F-4D97-AF65-F5344CB8AC3E}">
        <p14:creationId xmlns:p14="http://schemas.microsoft.com/office/powerpoint/2010/main" val="156262601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711200" y="273050"/>
            <a:ext cx="10871200" cy="869950"/>
          </a:xfrm>
        </p:spPr>
        <p:txBody>
          <a:bodyPr anchor="ctr"/>
          <a:lstStyle>
            <a:lvl1pPr>
              <a:defRPr/>
            </a:lvl1pPr>
          </a:lstStyle>
          <a:p>
            <a:r>
              <a:rPr kumimoji="0" lang="zh-CN" altLang="en-US"/>
              <a:t>单击此处编辑母版标题样式</a:t>
            </a:r>
            <a:endParaRPr kumimoji="0" lang="en-US"/>
          </a:p>
        </p:txBody>
      </p:sp>
      <p:sp>
        <p:nvSpPr>
          <p:cNvPr id="11" name="内容占位符 10"/>
          <p:cNvSpPr>
            <a:spLocks noGrp="1"/>
          </p:cNvSpPr>
          <p:nvPr>
            <p:ph sz="quarter" idx="2"/>
          </p:nvPr>
        </p:nvSpPr>
        <p:spPr>
          <a:xfrm>
            <a:off x="812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3" name="内容占位符 12"/>
          <p:cNvSpPr>
            <a:spLocks noGrp="1"/>
          </p:cNvSpPr>
          <p:nvPr>
            <p:ph sz="quarter" idx="4"/>
          </p:nvPr>
        </p:nvSpPr>
        <p:spPr>
          <a:xfrm>
            <a:off x="6400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6" name="文本占位符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
        <p:nvSpPr>
          <p:cNvPr id="15" name="文本占位符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Tree>
    <p:extLst>
      <p:ext uri="{BB962C8B-B14F-4D97-AF65-F5344CB8AC3E}">
        <p14:creationId xmlns:p14="http://schemas.microsoft.com/office/powerpoint/2010/main" val="292249092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4721164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714342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64305200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2026/5/19</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4135850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2026/5/19</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0587676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37768360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3698963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7393735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2877768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11543442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3121289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16743578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016301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75481777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402077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51778979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407899402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3451545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6314520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626192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10"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theme" Target="../theme/theme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7.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6999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08957355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966430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766118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58"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BD20DCB-D3B3-149B-27FD-3054D60899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E2F6981-36A2-7BE9-2269-D6D548DE1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B62050-5C6C-A75F-FC7B-2AEA8722A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D62E01-43A6-484F-8DB8-44C5F907219B}"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75D0F5FE-152F-CFF4-BA7B-839DED2E6A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3B0E4A5-BA5F-450F-9A8C-84D6C5AEFB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1290592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6027278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3793157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40.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0.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40.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5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0.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32.png"/><Relationship Id="rId2" Type="http://schemas.openxmlformats.org/officeDocument/2006/relationships/diagramData" Target="../diagrams/data2.xml"/><Relationship Id="rId1" Type="http://schemas.openxmlformats.org/officeDocument/2006/relationships/slideLayout" Target="../slideLayouts/slideLayout5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51.xml"/><Relationship Id="rId5" Type="http://schemas.openxmlformats.org/officeDocument/2006/relationships/image" Target="../media/image35.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1.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50.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0.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4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0.xml"/></Relationships>
</file>

<file path=ppt/slides/_rels/slide3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51.xml"/></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xml"/><Relationship Id="rId1" Type="http://schemas.openxmlformats.org/officeDocument/2006/relationships/slideLayout" Target="../slideLayouts/slideLayout51.xml"/><Relationship Id="rId4" Type="http://schemas.openxmlformats.org/officeDocument/2006/relationships/image" Target="../media/image45.png"/></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51.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51.xml"/></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51.xml"/></Relationships>
</file>

<file path=ppt/slides/_rels/slide3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5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a:extLst>
              <a:ext uri="{FF2B5EF4-FFF2-40B4-BE49-F238E27FC236}">
                <a16:creationId xmlns:a16="http://schemas.microsoft.com/office/drawing/2014/main" id="{BE3B49BE-CD15-77E2-9163-14D70F6E1084}"/>
              </a:ext>
            </a:extLst>
          </p:cNvPr>
          <p:cNvSpPr>
            <a:spLocks noGrp="1"/>
          </p:cNvSpPr>
          <p:nvPr>
            <p:ph type="subTitle" idx="1"/>
          </p:nvPr>
        </p:nvSpPr>
        <p:spPr/>
        <p:txBody>
          <a:bodyPr/>
          <a:lstStyle/>
          <a:p>
            <a:r>
              <a:rPr lang="zh-CN" altLang="en-US"/>
              <a:t>教学任务查询功能的实现</a:t>
            </a:r>
          </a:p>
        </p:txBody>
      </p:sp>
      <p:sp>
        <p:nvSpPr>
          <p:cNvPr id="3" name="标题 2"/>
          <p:cNvSpPr>
            <a:spLocks noGrp="1"/>
          </p:cNvSpPr>
          <p:nvPr>
            <p:ph type="ctrTitle"/>
          </p:nvPr>
        </p:nvSpPr>
        <p:spPr/>
        <p:txBody>
          <a:bodyPr/>
          <a:lstStyle/>
          <a:p>
            <a:r>
              <a:rPr lang="en-US" altLang="zh-CN" sz="4000"/>
              <a:t>252602 WEB</a:t>
            </a:r>
            <a:r>
              <a:rPr lang="zh-CN" altLang="en-US" sz="4000"/>
              <a:t>项目应用</a:t>
            </a:r>
          </a:p>
        </p:txBody>
      </p:sp>
      <p:sp>
        <p:nvSpPr>
          <p:cNvPr id="2" name="文本占位符 1"/>
          <p:cNvSpPr>
            <a:spLocks noGrp="1"/>
          </p:cNvSpPr>
          <p:nvPr>
            <p:ph type="body" sz="quarter" idx="10"/>
          </p:nvPr>
        </p:nvSpPr>
        <p:spPr/>
        <p:txBody>
          <a:bodyPr>
            <a:normAutofit fontScale="97500"/>
          </a:bodyPr>
          <a:lstStyle/>
          <a:p>
            <a:pPr lvl="0">
              <a:lnSpc>
                <a:spcPct val="100000"/>
              </a:lnSpc>
              <a:spcBef>
                <a:spcPct val="0"/>
              </a:spcBef>
              <a:spcAft>
                <a:spcPct val="15000"/>
              </a:spcAft>
            </a:pPr>
            <a:r>
              <a:rPr lang="en-US" altLang="zh-CN">
                <a:solidFill>
                  <a:schemeClr val="tx1"/>
                </a:solidFill>
                <a:latin typeface="+mn-ea"/>
              </a:rPr>
              <a:t>2026-5-14</a:t>
            </a:r>
            <a:endParaRPr lang="zh-CN" altLang="en-US">
              <a:solidFill>
                <a:srgbClr val="FFC000"/>
              </a:solidFill>
              <a:latin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79CA544-8678-E563-8725-0339EECD9050}"/>
              </a:ext>
            </a:extLst>
          </p:cNvPr>
          <p:cNvSpPr>
            <a:spLocks noGrp="1"/>
          </p:cNvSpPr>
          <p:nvPr>
            <p:ph type="body" sz="quarter" idx="18"/>
          </p:nvPr>
        </p:nvSpPr>
        <p:spPr/>
        <p:txBody>
          <a:bodyPr/>
          <a:lstStyle/>
          <a:p>
            <a:r>
              <a:rPr lang="zh-CN" altLang="en-US"/>
              <a:t>本次课内容</a:t>
            </a:r>
          </a:p>
        </p:txBody>
      </p:sp>
      <p:graphicFrame>
        <p:nvGraphicFramePr>
          <p:cNvPr id="4" name="内容占位符 3">
            <a:extLst>
              <a:ext uri="{FF2B5EF4-FFF2-40B4-BE49-F238E27FC236}">
                <a16:creationId xmlns:a16="http://schemas.microsoft.com/office/drawing/2014/main" id="{A28D2291-B642-93F4-2AEA-E43F1D6F7DE8}"/>
              </a:ext>
            </a:extLst>
          </p:cNvPr>
          <p:cNvGraphicFramePr>
            <a:graphicFrameLocks noGrp="1"/>
          </p:cNvGraphicFramePr>
          <p:nvPr>
            <p:ph sz="quarter" idx="19"/>
            <p:extLst>
              <p:ext uri="{D42A27DB-BD31-4B8C-83A1-F6EECF244321}">
                <p14:modId xmlns:p14="http://schemas.microsoft.com/office/powerpoint/2010/main" val="1490121511"/>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2915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F9E51-DCD5-9FA7-14F6-C4508794B346}"/>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33700A81-1FFA-F7BE-29F8-97CF898C63A3}"/>
              </a:ext>
            </a:extLst>
          </p:cNvPr>
          <p:cNvSpPr>
            <a:spLocks noGrp="1"/>
          </p:cNvSpPr>
          <p:nvPr>
            <p:ph type="body" sz="quarter" idx="10"/>
          </p:nvPr>
        </p:nvSpPr>
        <p:spPr/>
        <p:txBody>
          <a:bodyPr/>
          <a:lstStyle/>
          <a:p>
            <a:pPr lvl="0"/>
            <a:r>
              <a:rPr lang="zh-CN" altLang="en-US"/>
              <a:t>需求分析</a:t>
            </a:r>
            <a:endParaRPr lang="en-US" altLang="zh-CN"/>
          </a:p>
          <a:p>
            <a:pPr lvl="0"/>
            <a:r>
              <a:rPr lang="zh-CN" altLang="en-US"/>
              <a:t>接口的设计</a:t>
            </a:r>
          </a:p>
          <a:p>
            <a:pPr lvl="0"/>
            <a:r>
              <a:rPr lang="zh-CN" altLang="en-US"/>
              <a:t>功能编码</a:t>
            </a:r>
          </a:p>
          <a:p>
            <a:pPr lvl="0"/>
            <a:r>
              <a:rPr lang="zh-CN" altLang="en-US"/>
              <a:t>作业一</a:t>
            </a:r>
          </a:p>
        </p:txBody>
      </p:sp>
      <p:sp>
        <p:nvSpPr>
          <p:cNvPr id="5" name="文本占位符 4">
            <a:extLst>
              <a:ext uri="{FF2B5EF4-FFF2-40B4-BE49-F238E27FC236}">
                <a16:creationId xmlns:a16="http://schemas.microsoft.com/office/drawing/2014/main" id="{B779C91F-D455-B85D-808F-5F199360A025}"/>
              </a:ext>
            </a:extLst>
          </p:cNvPr>
          <p:cNvSpPr>
            <a:spLocks noGrp="1"/>
          </p:cNvSpPr>
          <p:nvPr>
            <p:ph type="body" sz="quarter" idx="12"/>
          </p:nvPr>
        </p:nvSpPr>
        <p:spPr/>
        <p:txBody>
          <a:bodyPr/>
          <a:lstStyle/>
          <a:p>
            <a:pPr lvl="0"/>
            <a:r>
              <a:rPr lang="zh-CN" altLang="en-US"/>
              <a:t>教学任务查询功能的实现</a:t>
            </a:r>
          </a:p>
        </p:txBody>
      </p:sp>
    </p:spTree>
    <p:extLst>
      <p:ext uri="{BB962C8B-B14F-4D97-AF65-F5344CB8AC3E}">
        <p14:creationId xmlns:p14="http://schemas.microsoft.com/office/powerpoint/2010/main" val="378249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DF1B483-A74F-7F91-130D-46486BD7AC52}"/>
              </a:ext>
            </a:extLst>
          </p:cNvPr>
          <p:cNvSpPr>
            <a:spLocks noGrp="1"/>
          </p:cNvSpPr>
          <p:nvPr>
            <p:ph type="body" sz="quarter" idx="18"/>
          </p:nvPr>
        </p:nvSpPr>
        <p:spPr/>
        <p:txBody>
          <a:bodyPr/>
          <a:lstStyle/>
          <a:p>
            <a:r>
              <a:rPr lang="zh-CN" altLang="en-US"/>
              <a:t>教师执行教学任务查询</a:t>
            </a:r>
          </a:p>
        </p:txBody>
      </p:sp>
      <p:pic>
        <p:nvPicPr>
          <p:cNvPr id="6" name="内容占位符 5">
            <a:extLst>
              <a:ext uri="{FF2B5EF4-FFF2-40B4-BE49-F238E27FC236}">
                <a16:creationId xmlns:a16="http://schemas.microsoft.com/office/drawing/2014/main" id="{AF124133-A1C4-E750-E88E-6AC42035AEB3}"/>
              </a:ext>
            </a:extLst>
          </p:cNvPr>
          <p:cNvPicPr>
            <a:picLocks noGrp="1" noChangeAspect="1"/>
          </p:cNvPicPr>
          <p:nvPr>
            <p:ph sz="quarter" idx="19"/>
          </p:nvPr>
        </p:nvPicPr>
        <p:blipFill>
          <a:blip r:embed="rId2"/>
          <a:stretch>
            <a:fillRect/>
          </a:stretch>
        </p:blipFill>
        <p:spPr>
          <a:xfrm>
            <a:off x="850900" y="1552449"/>
            <a:ext cx="5461000" cy="4329364"/>
          </a:xfrm>
          <a:prstGeom prst="rect">
            <a:avLst/>
          </a:prstGeom>
          <a:ln>
            <a:solidFill>
              <a:schemeClr val="accent1"/>
            </a:solidFill>
          </a:ln>
        </p:spPr>
      </p:pic>
      <p:pic>
        <p:nvPicPr>
          <p:cNvPr id="7" name="内容占位符 6">
            <a:extLst>
              <a:ext uri="{FF2B5EF4-FFF2-40B4-BE49-F238E27FC236}">
                <a16:creationId xmlns:a16="http://schemas.microsoft.com/office/drawing/2014/main" id="{E6CBF748-C0AD-BF5A-FA9A-0F5B4D128968}"/>
              </a:ext>
            </a:extLst>
          </p:cNvPr>
          <p:cNvPicPr>
            <a:picLocks noGrp="1" noChangeAspect="1"/>
          </p:cNvPicPr>
          <p:nvPr>
            <p:ph sz="quarter" idx="20"/>
          </p:nvPr>
        </p:nvPicPr>
        <p:blipFill rotWithShape="1">
          <a:blip r:embed="rId3"/>
          <a:srcRect b="11343"/>
          <a:stretch>
            <a:fillRect/>
          </a:stretch>
        </p:blipFill>
        <p:spPr bwMode="auto">
          <a:xfrm>
            <a:off x="6764364" y="1022350"/>
            <a:ext cx="4949771" cy="5329238"/>
          </a:xfrm>
          <a:prstGeom prst="rect">
            <a:avLst/>
          </a:prstGeom>
          <a:ln w="9525" cap="flat" cmpd="sng" algn="ctr">
            <a:solidFill>
              <a:srgbClr val="156082"/>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29045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068395D9-4884-270F-CD22-A4E766D185A2}"/>
              </a:ext>
            </a:extLst>
          </p:cNvPr>
          <p:cNvSpPr>
            <a:spLocks noGrp="1"/>
          </p:cNvSpPr>
          <p:nvPr>
            <p:ph type="body" sz="quarter" idx="18"/>
          </p:nvPr>
        </p:nvSpPr>
        <p:spPr/>
        <p:txBody>
          <a:bodyPr/>
          <a:lstStyle/>
          <a:p>
            <a:r>
              <a:rPr lang="zh-CN" altLang="zh-CN"/>
              <a:t>学生执行教学任务查询</a:t>
            </a:r>
            <a:endParaRPr lang="zh-CN" altLang="en-US"/>
          </a:p>
        </p:txBody>
      </p:sp>
      <p:pic>
        <p:nvPicPr>
          <p:cNvPr id="5" name="内容占位符 4">
            <a:extLst>
              <a:ext uri="{FF2B5EF4-FFF2-40B4-BE49-F238E27FC236}">
                <a16:creationId xmlns:a16="http://schemas.microsoft.com/office/drawing/2014/main" id="{DAD72279-1680-16E6-A7B9-99DBA2D77FAD}"/>
              </a:ext>
            </a:extLst>
          </p:cNvPr>
          <p:cNvPicPr>
            <a:picLocks noGrp="1" noChangeAspect="1"/>
          </p:cNvPicPr>
          <p:nvPr>
            <p:ph sz="quarter" idx="19"/>
          </p:nvPr>
        </p:nvPicPr>
        <p:blipFill>
          <a:blip r:embed="rId2"/>
          <a:stretch>
            <a:fillRect/>
          </a:stretch>
        </p:blipFill>
        <p:spPr>
          <a:xfrm>
            <a:off x="850900" y="1511728"/>
            <a:ext cx="5461000" cy="4410807"/>
          </a:xfrm>
          <a:prstGeom prst="rect">
            <a:avLst/>
          </a:prstGeom>
          <a:ln>
            <a:solidFill>
              <a:schemeClr val="accent1"/>
            </a:solidFill>
          </a:ln>
        </p:spPr>
      </p:pic>
      <p:pic>
        <p:nvPicPr>
          <p:cNvPr id="6" name="内容占位符 5">
            <a:extLst>
              <a:ext uri="{FF2B5EF4-FFF2-40B4-BE49-F238E27FC236}">
                <a16:creationId xmlns:a16="http://schemas.microsoft.com/office/drawing/2014/main" id="{762D6D43-DF2A-38F6-33E1-9734619A72C3}"/>
              </a:ext>
            </a:extLst>
          </p:cNvPr>
          <p:cNvPicPr>
            <a:picLocks noGrp="1" noChangeAspect="1"/>
          </p:cNvPicPr>
          <p:nvPr>
            <p:ph sz="quarter" idx="20"/>
          </p:nvPr>
        </p:nvPicPr>
        <p:blipFill>
          <a:blip r:embed="rId3"/>
          <a:stretch>
            <a:fillRect/>
          </a:stretch>
        </p:blipFill>
        <p:spPr>
          <a:xfrm>
            <a:off x="6508750" y="1905399"/>
            <a:ext cx="5461000" cy="3563139"/>
          </a:xfrm>
          <a:prstGeom prst="rect">
            <a:avLst/>
          </a:prstGeom>
          <a:ln>
            <a:solidFill>
              <a:schemeClr val="accent1"/>
            </a:solidFill>
          </a:ln>
        </p:spPr>
      </p:pic>
    </p:spTree>
    <p:extLst>
      <p:ext uri="{BB962C8B-B14F-4D97-AF65-F5344CB8AC3E}">
        <p14:creationId xmlns:p14="http://schemas.microsoft.com/office/powerpoint/2010/main" val="1709257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86DC251-7561-75A2-8FC1-075E7A8B1EBB}"/>
              </a:ext>
            </a:extLst>
          </p:cNvPr>
          <p:cNvSpPr>
            <a:spLocks noGrp="1"/>
          </p:cNvSpPr>
          <p:nvPr>
            <p:ph sz="quarter" idx="20"/>
          </p:nvPr>
        </p:nvSpPr>
        <p:spPr/>
        <p:txBody>
          <a:bodyPr/>
          <a:lstStyle/>
          <a:p>
            <a:r>
              <a:rPr lang="en-US" altLang="zh-CN"/>
              <a:t>fromterm </a:t>
            </a:r>
            <a:r>
              <a:rPr lang="zh-CN" altLang="en-US"/>
              <a:t>开始学年学期</a:t>
            </a:r>
            <a:endParaRPr lang="en-US" altLang="zh-CN"/>
          </a:p>
          <a:p>
            <a:r>
              <a:rPr lang="en-US" altLang="zh-CN"/>
              <a:t>toterm </a:t>
            </a:r>
            <a:r>
              <a:rPr lang="zh-CN" altLang="en-US"/>
              <a:t>结束学年学期</a:t>
            </a:r>
            <a:endParaRPr lang="en-US" altLang="zh-CN"/>
          </a:p>
          <a:p>
            <a:r>
              <a:rPr lang="zh-CN" altLang="en-US"/>
              <a:t>注意：</a:t>
            </a:r>
            <a:endParaRPr lang="en-US" altLang="zh-CN"/>
          </a:p>
          <a:p>
            <a:pPr lvl="1"/>
            <a:r>
              <a:rPr lang="zh-CN" altLang="en-US"/>
              <a:t>学年学期的格式：</a:t>
            </a:r>
            <a:r>
              <a:rPr lang="en-US" altLang="zh-CN"/>
              <a:t>252602</a:t>
            </a:r>
            <a:endParaRPr lang="zh-CN" altLang="en-US"/>
          </a:p>
        </p:txBody>
      </p:sp>
      <p:sp>
        <p:nvSpPr>
          <p:cNvPr id="4" name="文本占位符 3">
            <a:extLst>
              <a:ext uri="{FF2B5EF4-FFF2-40B4-BE49-F238E27FC236}">
                <a16:creationId xmlns:a16="http://schemas.microsoft.com/office/drawing/2014/main" id="{9E62D594-106A-99BB-9E75-25D143309B9C}"/>
              </a:ext>
            </a:extLst>
          </p:cNvPr>
          <p:cNvSpPr>
            <a:spLocks noGrp="1"/>
          </p:cNvSpPr>
          <p:nvPr>
            <p:ph type="body" sz="quarter" idx="18"/>
          </p:nvPr>
        </p:nvSpPr>
        <p:spPr/>
        <p:txBody>
          <a:bodyPr/>
          <a:lstStyle/>
          <a:p>
            <a:r>
              <a:rPr lang="zh-CN" altLang="en-US"/>
              <a:t>请求</a:t>
            </a:r>
            <a:r>
              <a:rPr lang="en-US" altLang="zh-CN"/>
              <a:t>param</a:t>
            </a:r>
            <a:r>
              <a:rPr lang="zh-CN" altLang="en-US"/>
              <a:t>设计</a:t>
            </a:r>
          </a:p>
        </p:txBody>
      </p:sp>
      <p:pic>
        <p:nvPicPr>
          <p:cNvPr id="11" name="内容占位符 6">
            <a:extLst>
              <a:ext uri="{FF2B5EF4-FFF2-40B4-BE49-F238E27FC236}">
                <a16:creationId xmlns:a16="http://schemas.microsoft.com/office/drawing/2014/main" id="{87F5CE9C-D30B-69DE-4A82-3933C4C3E9E4}"/>
              </a:ext>
            </a:extLst>
          </p:cNvPr>
          <p:cNvPicPr>
            <a:picLocks noGrp="1" noChangeAspect="1"/>
          </p:cNvPicPr>
          <p:nvPr>
            <p:ph sz="quarter" idx="19"/>
          </p:nvPr>
        </p:nvPicPr>
        <p:blipFill rotWithShape="1">
          <a:blip r:embed="rId2"/>
          <a:srcRect b="11343"/>
          <a:stretch>
            <a:fillRect/>
          </a:stretch>
        </p:blipFill>
        <p:spPr bwMode="auto">
          <a:xfrm>
            <a:off x="1106515" y="1052513"/>
            <a:ext cx="4949770" cy="5329237"/>
          </a:xfrm>
          <a:prstGeom prst="rect">
            <a:avLst/>
          </a:prstGeom>
          <a:ln w="9525" cap="flat" cmpd="sng" algn="ctr">
            <a:solidFill>
              <a:srgbClr val="156082"/>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97326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24CC61F9-7B25-0086-2132-77884783EE91}"/>
              </a:ext>
            </a:extLst>
          </p:cNvPr>
          <p:cNvSpPr>
            <a:spLocks noGrp="1"/>
          </p:cNvSpPr>
          <p:nvPr>
            <p:ph type="body" sz="quarter" idx="18"/>
          </p:nvPr>
        </p:nvSpPr>
        <p:spPr/>
        <p:txBody>
          <a:bodyPr/>
          <a:lstStyle/>
          <a:p>
            <a:r>
              <a:rPr lang="zh-CN" altLang="en-US"/>
              <a:t>表测试记录示范</a:t>
            </a:r>
          </a:p>
        </p:txBody>
      </p:sp>
      <p:pic>
        <p:nvPicPr>
          <p:cNvPr id="14" name="图片 13">
            <a:extLst>
              <a:ext uri="{FF2B5EF4-FFF2-40B4-BE49-F238E27FC236}">
                <a16:creationId xmlns:a16="http://schemas.microsoft.com/office/drawing/2014/main" id="{0D18A0E1-B773-76BD-3B3A-115420A55114}"/>
              </a:ext>
            </a:extLst>
          </p:cNvPr>
          <p:cNvPicPr>
            <a:picLocks noChangeAspect="1"/>
          </p:cNvPicPr>
          <p:nvPr/>
        </p:nvPicPr>
        <p:blipFill>
          <a:blip r:embed="rId3"/>
          <a:stretch>
            <a:fillRect/>
          </a:stretch>
        </p:blipFill>
        <p:spPr>
          <a:xfrm>
            <a:off x="5607452" y="1007063"/>
            <a:ext cx="5847619" cy="2152381"/>
          </a:xfrm>
          <a:prstGeom prst="rect">
            <a:avLst/>
          </a:prstGeom>
          <a:ln>
            <a:solidFill>
              <a:schemeClr val="accent1"/>
            </a:solidFill>
          </a:ln>
        </p:spPr>
      </p:pic>
      <p:pic>
        <p:nvPicPr>
          <p:cNvPr id="16" name="图片 15">
            <a:extLst>
              <a:ext uri="{FF2B5EF4-FFF2-40B4-BE49-F238E27FC236}">
                <a16:creationId xmlns:a16="http://schemas.microsoft.com/office/drawing/2014/main" id="{FFEA357F-77B2-83F4-AC92-44A70C99882F}"/>
              </a:ext>
            </a:extLst>
          </p:cNvPr>
          <p:cNvPicPr>
            <a:picLocks noChangeAspect="1"/>
          </p:cNvPicPr>
          <p:nvPr/>
        </p:nvPicPr>
        <p:blipFill>
          <a:blip r:embed="rId4"/>
          <a:stretch>
            <a:fillRect/>
          </a:stretch>
        </p:blipFill>
        <p:spPr>
          <a:xfrm>
            <a:off x="279071" y="1007063"/>
            <a:ext cx="5238095" cy="2190476"/>
          </a:xfrm>
          <a:prstGeom prst="rect">
            <a:avLst/>
          </a:prstGeom>
          <a:ln>
            <a:solidFill>
              <a:schemeClr val="accent1"/>
            </a:solidFill>
          </a:ln>
        </p:spPr>
      </p:pic>
      <p:pic>
        <p:nvPicPr>
          <p:cNvPr id="19" name="内容占位符 6">
            <a:extLst>
              <a:ext uri="{FF2B5EF4-FFF2-40B4-BE49-F238E27FC236}">
                <a16:creationId xmlns:a16="http://schemas.microsoft.com/office/drawing/2014/main" id="{81A433CF-949F-112D-4B57-AA4BDCC87976}"/>
              </a:ext>
            </a:extLst>
          </p:cNvPr>
          <p:cNvPicPr>
            <a:picLocks noGrp="1" noChangeAspect="1"/>
          </p:cNvPicPr>
          <p:nvPr>
            <p:ph sz="quarter" idx="19"/>
          </p:nvPr>
        </p:nvPicPr>
        <p:blipFill>
          <a:blip r:embed="rId5"/>
          <a:stretch>
            <a:fillRect/>
          </a:stretch>
        </p:blipFill>
        <p:spPr>
          <a:xfrm>
            <a:off x="279071" y="3512292"/>
            <a:ext cx="11176000" cy="2196091"/>
          </a:xfrm>
          <a:prstGeom prst="rect">
            <a:avLst/>
          </a:prstGeom>
          <a:ln>
            <a:solidFill>
              <a:schemeClr val="accent1"/>
            </a:solidFill>
          </a:ln>
        </p:spPr>
      </p:pic>
    </p:spTree>
    <p:extLst>
      <p:ext uri="{BB962C8B-B14F-4D97-AF65-F5344CB8AC3E}">
        <p14:creationId xmlns:p14="http://schemas.microsoft.com/office/powerpoint/2010/main" val="582213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2BEB323-64FD-C3F6-D8EB-9FE076D0255F}"/>
              </a:ext>
            </a:extLst>
          </p:cNvPr>
          <p:cNvSpPr>
            <a:spLocks noGrp="1"/>
          </p:cNvSpPr>
          <p:nvPr>
            <p:ph type="body" sz="quarter" idx="18"/>
          </p:nvPr>
        </p:nvSpPr>
        <p:spPr/>
        <p:txBody>
          <a:bodyPr/>
          <a:lstStyle/>
          <a:p>
            <a:r>
              <a:rPr lang="zh-CN" altLang="en-US"/>
              <a:t>教学任务测试记录示范</a:t>
            </a:r>
          </a:p>
        </p:txBody>
      </p:sp>
      <p:pic>
        <p:nvPicPr>
          <p:cNvPr id="12" name="内容占位符 11">
            <a:extLst>
              <a:ext uri="{FF2B5EF4-FFF2-40B4-BE49-F238E27FC236}">
                <a16:creationId xmlns:a16="http://schemas.microsoft.com/office/drawing/2014/main" id="{320977D0-3A63-4C59-260A-063567758AEF}"/>
              </a:ext>
            </a:extLst>
          </p:cNvPr>
          <p:cNvPicPr>
            <a:picLocks noGrp="1" noChangeAspect="1"/>
          </p:cNvPicPr>
          <p:nvPr>
            <p:ph sz="quarter" idx="19"/>
          </p:nvPr>
        </p:nvPicPr>
        <p:blipFill>
          <a:blip r:embed="rId2"/>
          <a:stretch>
            <a:fillRect/>
          </a:stretch>
        </p:blipFill>
        <p:spPr>
          <a:xfrm>
            <a:off x="3315051" y="1555227"/>
            <a:ext cx="5619048" cy="4323809"/>
          </a:xfrm>
          <a:prstGeom prst="rect">
            <a:avLst/>
          </a:prstGeom>
          <a:ln>
            <a:solidFill>
              <a:schemeClr val="accent1"/>
            </a:solidFill>
          </a:ln>
        </p:spPr>
      </p:pic>
    </p:spTree>
    <p:extLst>
      <p:ext uri="{BB962C8B-B14F-4D97-AF65-F5344CB8AC3E}">
        <p14:creationId xmlns:p14="http://schemas.microsoft.com/office/powerpoint/2010/main" val="3423534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6D489BA-26FD-46BB-EB90-9D54BD9B8E88}"/>
              </a:ext>
            </a:extLst>
          </p:cNvPr>
          <p:cNvSpPr>
            <a:spLocks noGrp="1"/>
          </p:cNvSpPr>
          <p:nvPr>
            <p:ph type="body" sz="quarter" idx="18"/>
          </p:nvPr>
        </p:nvSpPr>
        <p:spPr/>
        <p:txBody>
          <a:bodyPr/>
          <a:lstStyle/>
          <a:p>
            <a:r>
              <a:rPr lang="zh-CN" altLang="en-US"/>
              <a:t>课后作业</a:t>
            </a:r>
          </a:p>
        </p:txBody>
      </p:sp>
      <p:sp>
        <p:nvSpPr>
          <p:cNvPr id="3" name="内容占位符 2">
            <a:extLst>
              <a:ext uri="{FF2B5EF4-FFF2-40B4-BE49-F238E27FC236}">
                <a16:creationId xmlns:a16="http://schemas.microsoft.com/office/drawing/2014/main" id="{43A86388-F903-81D5-94B7-44A8ACE487E6}"/>
              </a:ext>
            </a:extLst>
          </p:cNvPr>
          <p:cNvSpPr>
            <a:spLocks noGrp="1"/>
          </p:cNvSpPr>
          <p:nvPr>
            <p:ph sz="quarter" idx="19"/>
          </p:nvPr>
        </p:nvSpPr>
        <p:spPr/>
        <p:txBody>
          <a:bodyPr/>
          <a:lstStyle/>
          <a:p>
            <a:r>
              <a:rPr lang="zh-CN" altLang="en-US"/>
              <a:t>完善本班最近两个学年学期的课程和教学任务。</a:t>
            </a:r>
          </a:p>
        </p:txBody>
      </p:sp>
    </p:spTree>
    <p:extLst>
      <p:ext uri="{BB962C8B-B14F-4D97-AF65-F5344CB8AC3E}">
        <p14:creationId xmlns:p14="http://schemas.microsoft.com/office/powerpoint/2010/main" val="2778423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09A3C9A5-385D-10F7-F32F-68F6D75BAE57}"/>
              </a:ext>
            </a:extLst>
          </p:cNvPr>
          <p:cNvSpPr>
            <a:spLocks noGrp="1"/>
          </p:cNvSpPr>
          <p:nvPr>
            <p:ph type="body" sz="quarter" idx="18"/>
          </p:nvPr>
        </p:nvSpPr>
        <p:spPr/>
        <p:txBody>
          <a:bodyPr/>
          <a:lstStyle/>
          <a:p>
            <a:r>
              <a:rPr lang="zh-CN" altLang="en-US"/>
              <a:t>请求头参数</a:t>
            </a:r>
          </a:p>
        </p:txBody>
      </p:sp>
      <p:pic>
        <p:nvPicPr>
          <p:cNvPr id="8" name="内容占位符 7">
            <a:extLst>
              <a:ext uri="{FF2B5EF4-FFF2-40B4-BE49-F238E27FC236}">
                <a16:creationId xmlns:a16="http://schemas.microsoft.com/office/drawing/2014/main" id="{02BD962B-25D7-6A77-8F91-3E55EA8728C4}"/>
              </a:ext>
            </a:extLst>
          </p:cNvPr>
          <p:cNvPicPr>
            <a:picLocks noGrp="1" noChangeAspect="1"/>
          </p:cNvPicPr>
          <p:nvPr>
            <p:ph sz="quarter" idx="19"/>
          </p:nvPr>
        </p:nvPicPr>
        <p:blipFill>
          <a:blip r:embed="rId2"/>
          <a:stretch>
            <a:fillRect/>
          </a:stretch>
        </p:blipFill>
        <p:spPr>
          <a:xfrm>
            <a:off x="1267428" y="1554125"/>
            <a:ext cx="9657143" cy="2476190"/>
          </a:xfrm>
          <a:prstGeom prst="rect">
            <a:avLst/>
          </a:prstGeom>
        </p:spPr>
      </p:pic>
    </p:spTree>
    <p:extLst>
      <p:ext uri="{BB962C8B-B14F-4D97-AF65-F5344CB8AC3E}">
        <p14:creationId xmlns:p14="http://schemas.microsoft.com/office/powerpoint/2010/main" val="2322792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1120528-EAFE-018A-3EED-D929B55389FE}"/>
              </a:ext>
            </a:extLst>
          </p:cNvPr>
          <p:cNvSpPr>
            <a:spLocks noGrp="1"/>
          </p:cNvSpPr>
          <p:nvPr>
            <p:ph type="body" sz="quarter" idx="18"/>
          </p:nvPr>
        </p:nvSpPr>
        <p:spPr/>
        <p:txBody>
          <a:bodyPr/>
          <a:lstStyle/>
          <a:p>
            <a:r>
              <a:rPr lang="zh-CN" altLang="en-US"/>
              <a:t>响应设计</a:t>
            </a:r>
          </a:p>
        </p:txBody>
      </p:sp>
      <p:pic>
        <p:nvPicPr>
          <p:cNvPr id="4" name="内容占位符 3">
            <a:extLst>
              <a:ext uri="{FF2B5EF4-FFF2-40B4-BE49-F238E27FC236}">
                <a16:creationId xmlns:a16="http://schemas.microsoft.com/office/drawing/2014/main" id="{2EA84364-92F2-C1DF-1372-833EA5E50C4D}"/>
              </a:ext>
            </a:extLst>
          </p:cNvPr>
          <p:cNvPicPr>
            <a:picLocks noGrp="1" noChangeAspect="1"/>
          </p:cNvPicPr>
          <p:nvPr>
            <p:ph sz="quarter" idx="19"/>
          </p:nvPr>
        </p:nvPicPr>
        <p:blipFill>
          <a:blip r:embed="rId2"/>
          <a:stretch>
            <a:fillRect/>
          </a:stretch>
        </p:blipFill>
        <p:spPr>
          <a:xfrm>
            <a:off x="1286480" y="1012369"/>
            <a:ext cx="9676190" cy="5409524"/>
          </a:xfrm>
          <a:prstGeom prst="rect">
            <a:avLst/>
          </a:prstGeom>
        </p:spPr>
      </p:pic>
    </p:spTree>
    <p:extLst>
      <p:ext uri="{BB962C8B-B14F-4D97-AF65-F5344CB8AC3E}">
        <p14:creationId xmlns:p14="http://schemas.microsoft.com/office/powerpoint/2010/main" val="3623372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CB6E3C4-25CC-68AA-F343-51CB878C938D}"/>
              </a:ext>
            </a:extLst>
          </p:cNvPr>
          <p:cNvSpPr>
            <a:spLocks noGrp="1"/>
          </p:cNvSpPr>
          <p:nvPr>
            <p:ph type="body" sz="quarter" idx="18"/>
          </p:nvPr>
        </p:nvSpPr>
        <p:spPr/>
        <p:txBody>
          <a:bodyPr/>
          <a:lstStyle/>
          <a:p>
            <a:r>
              <a:rPr lang="zh-CN" altLang="en-US"/>
              <a:t>教学任务查询</a:t>
            </a:r>
            <a:r>
              <a:rPr lang="en-US" altLang="zh-CN"/>
              <a:t>API</a:t>
            </a:r>
            <a:r>
              <a:rPr lang="zh-CN" altLang="en-US"/>
              <a:t>设计</a:t>
            </a:r>
          </a:p>
        </p:txBody>
      </p:sp>
      <p:pic>
        <p:nvPicPr>
          <p:cNvPr id="5" name="内容占位符 4">
            <a:extLst>
              <a:ext uri="{FF2B5EF4-FFF2-40B4-BE49-F238E27FC236}">
                <a16:creationId xmlns:a16="http://schemas.microsoft.com/office/drawing/2014/main" id="{6D2AF010-0B2F-AE41-FD0E-9FAA5C04D0C9}"/>
              </a:ext>
            </a:extLst>
          </p:cNvPr>
          <p:cNvPicPr>
            <a:picLocks noGrp="1" noChangeAspect="1"/>
          </p:cNvPicPr>
          <p:nvPr>
            <p:ph sz="quarter" idx="19"/>
          </p:nvPr>
        </p:nvPicPr>
        <p:blipFill>
          <a:blip r:embed="rId3"/>
          <a:stretch>
            <a:fillRect/>
          </a:stretch>
        </p:blipFill>
        <p:spPr>
          <a:xfrm>
            <a:off x="207642" y="913453"/>
            <a:ext cx="3565846" cy="5761037"/>
          </a:xfrm>
          <a:prstGeom prst="rect">
            <a:avLst/>
          </a:prstGeom>
          <a:ln>
            <a:solidFill>
              <a:schemeClr val="accent1"/>
            </a:solidFill>
          </a:ln>
        </p:spPr>
      </p:pic>
      <p:pic>
        <p:nvPicPr>
          <p:cNvPr id="6" name="图片 5">
            <a:extLst>
              <a:ext uri="{FF2B5EF4-FFF2-40B4-BE49-F238E27FC236}">
                <a16:creationId xmlns:a16="http://schemas.microsoft.com/office/drawing/2014/main" id="{19C228A4-8CB2-9D4B-B1D3-DC5576B0D5DD}"/>
              </a:ext>
            </a:extLst>
          </p:cNvPr>
          <p:cNvPicPr>
            <a:picLocks noChangeAspect="1"/>
          </p:cNvPicPr>
          <p:nvPr/>
        </p:nvPicPr>
        <p:blipFill>
          <a:blip r:embed="rId4"/>
          <a:stretch>
            <a:fillRect/>
          </a:stretch>
        </p:blipFill>
        <p:spPr>
          <a:xfrm>
            <a:off x="4081016" y="913452"/>
            <a:ext cx="4125531" cy="5718773"/>
          </a:xfrm>
          <a:prstGeom prst="rect">
            <a:avLst/>
          </a:prstGeom>
          <a:ln>
            <a:solidFill>
              <a:schemeClr val="accent1"/>
            </a:solidFill>
          </a:ln>
        </p:spPr>
      </p:pic>
    </p:spTree>
    <p:extLst>
      <p:ext uri="{BB962C8B-B14F-4D97-AF65-F5344CB8AC3E}">
        <p14:creationId xmlns:p14="http://schemas.microsoft.com/office/powerpoint/2010/main" val="2174521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EB1E38B1-991C-942D-A422-2F3E53027870}"/>
              </a:ext>
            </a:extLst>
          </p:cNvPr>
          <p:cNvSpPr>
            <a:spLocks noGrp="1"/>
          </p:cNvSpPr>
          <p:nvPr>
            <p:ph type="body" sz="quarter" idx="18"/>
          </p:nvPr>
        </p:nvSpPr>
        <p:spPr/>
        <p:txBody>
          <a:bodyPr/>
          <a:lstStyle/>
          <a:p>
            <a:r>
              <a:rPr lang="zh-CN" altLang="en-US"/>
              <a:t>查询成功响应体的设计</a:t>
            </a:r>
          </a:p>
        </p:txBody>
      </p:sp>
      <p:pic>
        <p:nvPicPr>
          <p:cNvPr id="7" name="内容占位符 6">
            <a:extLst>
              <a:ext uri="{FF2B5EF4-FFF2-40B4-BE49-F238E27FC236}">
                <a16:creationId xmlns:a16="http://schemas.microsoft.com/office/drawing/2014/main" id="{E5C9DEB5-C4E9-B650-4530-E05088F7781C}"/>
              </a:ext>
            </a:extLst>
          </p:cNvPr>
          <p:cNvPicPr>
            <a:picLocks noGrp="1" noChangeAspect="1"/>
          </p:cNvPicPr>
          <p:nvPr>
            <p:ph sz="quarter" idx="19"/>
          </p:nvPr>
        </p:nvPicPr>
        <p:blipFill>
          <a:blip r:embed="rId2"/>
          <a:stretch>
            <a:fillRect/>
          </a:stretch>
        </p:blipFill>
        <p:spPr>
          <a:xfrm>
            <a:off x="1172198" y="1052513"/>
            <a:ext cx="4818403" cy="5329237"/>
          </a:xfrm>
          <a:prstGeom prst="rect">
            <a:avLst/>
          </a:prstGeom>
          <a:ln>
            <a:solidFill>
              <a:schemeClr val="accent1"/>
            </a:solidFill>
          </a:ln>
        </p:spPr>
      </p:pic>
      <p:pic>
        <p:nvPicPr>
          <p:cNvPr id="8" name="内容占位符 7">
            <a:extLst>
              <a:ext uri="{FF2B5EF4-FFF2-40B4-BE49-F238E27FC236}">
                <a16:creationId xmlns:a16="http://schemas.microsoft.com/office/drawing/2014/main" id="{762A19C0-1EAE-FA00-6BC2-BF47EC92B424}"/>
              </a:ext>
            </a:extLst>
          </p:cNvPr>
          <p:cNvPicPr>
            <a:picLocks noGrp="1" noChangeAspect="1"/>
          </p:cNvPicPr>
          <p:nvPr>
            <p:ph sz="quarter" idx="20"/>
          </p:nvPr>
        </p:nvPicPr>
        <p:blipFill>
          <a:blip r:embed="rId3"/>
          <a:stretch>
            <a:fillRect/>
          </a:stretch>
        </p:blipFill>
        <p:spPr>
          <a:xfrm>
            <a:off x="6821179" y="1022350"/>
            <a:ext cx="4836141" cy="5329238"/>
          </a:xfrm>
          <a:prstGeom prst="rect">
            <a:avLst/>
          </a:prstGeom>
          <a:ln>
            <a:solidFill>
              <a:schemeClr val="accent1"/>
            </a:solidFill>
          </a:ln>
        </p:spPr>
      </p:pic>
    </p:spTree>
    <p:extLst>
      <p:ext uri="{BB962C8B-B14F-4D97-AF65-F5344CB8AC3E}">
        <p14:creationId xmlns:p14="http://schemas.microsoft.com/office/powerpoint/2010/main" val="835160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6D4E2AE8-1421-A39F-B4BA-BF38F1696BD4}"/>
              </a:ext>
            </a:extLst>
          </p:cNvPr>
          <p:cNvSpPr>
            <a:spLocks noGrp="1"/>
          </p:cNvSpPr>
          <p:nvPr>
            <p:ph type="body" sz="quarter" idx="18"/>
          </p:nvPr>
        </p:nvSpPr>
        <p:spPr/>
        <p:txBody>
          <a:bodyPr/>
          <a:lstStyle/>
          <a:p>
            <a:r>
              <a:rPr lang="en-US" altLang="zh-CN"/>
              <a:t>Task</a:t>
            </a:r>
            <a:r>
              <a:rPr lang="zh-CN" altLang="en-US"/>
              <a:t>类的编程分析</a:t>
            </a:r>
          </a:p>
        </p:txBody>
      </p:sp>
      <p:pic>
        <p:nvPicPr>
          <p:cNvPr id="6" name="内容占位符 5">
            <a:extLst>
              <a:ext uri="{FF2B5EF4-FFF2-40B4-BE49-F238E27FC236}">
                <a16:creationId xmlns:a16="http://schemas.microsoft.com/office/drawing/2014/main" id="{461CB2AD-C711-B0C7-7692-96A89E89C6C0}"/>
              </a:ext>
            </a:extLst>
          </p:cNvPr>
          <p:cNvPicPr>
            <a:picLocks noGrp="1" noChangeAspect="1"/>
          </p:cNvPicPr>
          <p:nvPr>
            <p:ph sz="quarter" idx="19"/>
          </p:nvPr>
        </p:nvPicPr>
        <p:blipFill>
          <a:blip r:embed="rId2"/>
          <a:stretch>
            <a:fillRect/>
          </a:stretch>
        </p:blipFill>
        <p:spPr>
          <a:xfrm>
            <a:off x="1626054" y="1144962"/>
            <a:ext cx="9028571" cy="3809524"/>
          </a:xfrm>
          <a:prstGeom prst="rect">
            <a:avLst/>
          </a:prstGeom>
        </p:spPr>
      </p:pic>
    </p:spTree>
    <p:extLst>
      <p:ext uri="{BB962C8B-B14F-4D97-AF65-F5344CB8AC3E}">
        <p14:creationId xmlns:p14="http://schemas.microsoft.com/office/powerpoint/2010/main" val="3186127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a:extLst>
              <a:ext uri="{FF2B5EF4-FFF2-40B4-BE49-F238E27FC236}">
                <a16:creationId xmlns:a16="http://schemas.microsoft.com/office/drawing/2014/main" id="{DD41F563-D750-728D-F5B4-1FD87C8675D0}"/>
              </a:ext>
            </a:extLst>
          </p:cNvPr>
          <p:cNvPicPr>
            <a:picLocks noGrp="1" noChangeAspect="1"/>
          </p:cNvPicPr>
          <p:nvPr>
            <p:ph sz="quarter" idx="19"/>
          </p:nvPr>
        </p:nvPicPr>
        <p:blipFill>
          <a:blip r:embed="rId3"/>
          <a:stretch>
            <a:fillRect/>
          </a:stretch>
        </p:blipFill>
        <p:spPr>
          <a:xfrm>
            <a:off x="635000" y="828540"/>
            <a:ext cx="5461000" cy="1299776"/>
          </a:xfrm>
          <a:prstGeom prst="rect">
            <a:avLst/>
          </a:prstGeom>
        </p:spPr>
      </p:pic>
      <p:sp>
        <p:nvSpPr>
          <p:cNvPr id="5" name="内容占位符 4">
            <a:extLst>
              <a:ext uri="{FF2B5EF4-FFF2-40B4-BE49-F238E27FC236}">
                <a16:creationId xmlns:a16="http://schemas.microsoft.com/office/drawing/2014/main" id="{CB647D8F-5728-3942-5C66-0785D046C328}"/>
              </a:ext>
            </a:extLst>
          </p:cNvPr>
          <p:cNvSpPr>
            <a:spLocks noGrp="1"/>
          </p:cNvSpPr>
          <p:nvPr>
            <p:ph sz="quarter" idx="20"/>
          </p:nvPr>
        </p:nvSpPr>
        <p:spPr/>
        <p:txBody>
          <a:bodyPr/>
          <a:lstStyle/>
          <a:p>
            <a:r>
              <a:rPr lang="zh-CN" altLang="en-US"/>
              <a:t>查询条件</a:t>
            </a:r>
            <a:endParaRPr lang="en-US" altLang="zh-CN"/>
          </a:p>
          <a:p>
            <a:pPr lvl="1"/>
            <a:r>
              <a:rPr lang="zh-CN" altLang="en-US"/>
              <a:t>首要条件：工号班级编号或工号</a:t>
            </a:r>
            <a:endParaRPr lang="en-US" altLang="zh-CN"/>
          </a:p>
          <a:p>
            <a:pPr lvl="1"/>
            <a:r>
              <a:rPr lang="zh-CN" altLang="en-US"/>
              <a:t>次要条件：学年学期</a:t>
            </a:r>
          </a:p>
        </p:txBody>
      </p:sp>
      <p:sp>
        <p:nvSpPr>
          <p:cNvPr id="2" name="文本占位符 1">
            <a:extLst>
              <a:ext uri="{FF2B5EF4-FFF2-40B4-BE49-F238E27FC236}">
                <a16:creationId xmlns:a16="http://schemas.microsoft.com/office/drawing/2014/main" id="{110B05CD-F32F-F2DF-1931-66C23D1E33F6}"/>
              </a:ext>
            </a:extLst>
          </p:cNvPr>
          <p:cNvSpPr>
            <a:spLocks noGrp="1"/>
          </p:cNvSpPr>
          <p:nvPr>
            <p:ph type="body" sz="quarter" idx="18"/>
          </p:nvPr>
        </p:nvSpPr>
        <p:spPr/>
        <p:txBody>
          <a:bodyPr/>
          <a:lstStyle/>
          <a:p>
            <a:r>
              <a:rPr lang="en-US" altLang="zh-CN"/>
              <a:t>task</a:t>
            </a:r>
            <a:r>
              <a:rPr lang="zh-CN" altLang="en-US"/>
              <a:t>表的索引定义</a:t>
            </a:r>
          </a:p>
        </p:txBody>
      </p:sp>
      <p:pic>
        <p:nvPicPr>
          <p:cNvPr id="9" name="内容占位符 9">
            <a:extLst>
              <a:ext uri="{FF2B5EF4-FFF2-40B4-BE49-F238E27FC236}">
                <a16:creationId xmlns:a16="http://schemas.microsoft.com/office/drawing/2014/main" id="{5150DC78-0B9E-1971-077B-9DA53AD64BBA}"/>
              </a:ext>
            </a:extLst>
          </p:cNvPr>
          <p:cNvPicPr>
            <a:picLocks noChangeAspect="1"/>
          </p:cNvPicPr>
          <p:nvPr/>
        </p:nvPicPr>
        <p:blipFill>
          <a:blip r:embed="rId4"/>
          <a:stretch>
            <a:fillRect/>
          </a:stretch>
        </p:blipFill>
        <p:spPr>
          <a:xfrm>
            <a:off x="684675" y="2128316"/>
            <a:ext cx="5181600" cy="2408266"/>
          </a:xfrm>
          <a:prstGeom prst="rect">
            <a:avLst/>
          </a:prstGeom>
          <a:ln>
            <a:solidFill>
              <a:srgbClr val="549E39"/>
            </a:solidFill>
          </a:ln>
        </p:spPr>
      </p:pic>
      <p:pic>
        <p:nvPicPr>
          <p:cNvPr id="10" name="图片 9">
            <a:extLst>
              <a:ext uri="{FF2B5EF4-FFF2-40B4-BE49-F238E27FC236}">
                <a16:creationId xmlns:a16="http://schemas.microsoft.com/office/drawing/2014/main" id="{ED401C49-FF28-30BA-D887-2AA501A162B0}"/>
              </a:ext>
            </a:extLst>
          </p:cNvPr>
          <p:cNvPicPr>
            <a:picLocks noChangeAspect="1"/>
          </p:cNvPicPr>
          <p:nvPr/>
        </p:nvPicPr>
        <p:blipFill>
          <a:blip r:embed="rId5"/>
          <a:stretch>
            <a:fillRect/>
          </a:stretch>
        </p:blipFill>
        <p:spPr>
          <a:xfrm>
            <a:off x="684675" y="4536582"/>
            <a:ext cx="4104456" cy="1524512"/>
          </a:xfrm>
          <a:prstGeom prst="rect">
            <a:avLst/>
          </a:prstGeom>
          <a:ln>
            <a:solidFill>
              <a:schemeClr val="accent1"/>
            </a:solidFill>
          </a:ln>
        </p:spPr>
      </p:pic>
      <p:pic>
        <p:nvPicPr>
          <p:cNvPr id="11" name="图片 10">
            <a:extLst>
              <a:ext uri="{FF2B5EF4-FFF2-40B4-BE49-F238E27FC236}">
                <a16:creationId xmlns:a16="http://schemas.microsoft.com/office/drawing/2014/main" id="{DC826EEA-3B30-1110-4353-7FD012FDBE39}"/>
              </a:ext>
            </a:extLst>
          </p:cNvPr>
          <p:cNvPicPr>
            <a:picLocks noChangeAspect="1"/>
          </p:cNvPicPr>
          <p:nvPr/>
        </p:nvPicPr>
        <p:blipFill>
          <a:blip r:embed="rId6"/>
          <a:stretch>
            <a:fillRect/>
          </a:stretch>
        </p:blipFill>
        <p:spPr>
          <a:xfrm>
            <a:off x="1677318" y="5766533"/>
            <a:ext cx="4112758" cy="990600"/>
          </a:xfrm>
          <a:prstGeom prst="rect">
            <a:avLst/>
          </a:prstGeom>
          <a:ln>
            <a:solidFill>
              <a:schemeClr val="accent1"/>
            </a:solidFill>
          </a:ln>
        </p:spPr>
      </p:pic>
    </p:spTree>
    <p:extLst>
      <p:ext uri="{BB962C8B-B14F-4D97-AF65-F5344CB8AC3E}">
        <p14:creationId xmlns:p14="http://schemas.microsoft.com/office/powerpoint/2010/main" val="1695154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F09DC285-AFCA-C800-683B-1E532869A251}"/>
              </a:ext>
            </a:extLst>
          </p:cNvPr>
          <p:cNvSpPr>
            <a:spLocks noGrp="1"/>
          </p:cNvSpPr>
          <p:nvPr>
            <p:ph type="body" sz="quarter" idx="18"/>
          </p:nvPr>
        </p:nvSpPr>
        <p:spPr/>
        <p:txBody>
          <a:bodyPr/>
          <a:lstStyle/>
          <a:p>
            <a:r>
              <a:rPr lang="zh-CN" altLang="en-US"/>
              <a:t>作业一</a:t>
            </a:r>
          </a:p>
        </p:txBody>
      </p:sp>
      <p:pic>
        <p:nvPicPr>
          <p:cNvPr id="8" name="内容占位符 7">
            <a:extLst>
              <a:ext uri="{FF2B5EF4-FFF2-40B4-BE49-F238E27FC236}">
                <a16:creationId xmlns:a16="http://schemas.microsoft.com/office/drawing/2014/main" id="{09C0EC85-EA02-9593-5C8F-092F457BE77B}"/>
              </a:ext>
            </a:extLst>
          </p:cNvPr>
          <p:cNvPicPr>
            <a:picLocks noGrp="1" noChangeAspect="1"/>
          </p:cNvPicPr>
          <p:nvPr>
            <p:ph sz="quarter" idx="19"/>
          </p:nvPr>
        </p:nvPicPr>
        <p:blipFill>
          <a:blip r:embed="rId2"/>
          <a:stretch>
            <a:fillRect/>
          </a:stretch>
        </p:blipFill>
        <p:spPr>
          <a:xfrm>
            <a:off x="2601734" y="836613"/>
            <a:ext cx="7045682" cy="5761037"/>
          </a:xfrm>
          <a:prstGeom prst="rect">
            <a:avLst/>
          </a:prstGeom>
        </p:spPr>
      </p:pic>
    </p:spTree>
    <p:extLst>
      <p:ext uri="{BB962C8B-B14F-4D97-AF65-F5344CB8AC3E}">
        <p14:creationId xmlns:p14="http://schemas.microsoft.com/office/powerpoint/2010/main" val="43694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85D320C0-4320-F5AC-8B81-C795188A3203}"/>
              </a:ext>
            </a:extLst>
          </p:cNvPr>
          <p:cNvPicPr>
            <a:picLocks noGrp="1" noChangeAspect="1"/>
          </p:cNvPicPr>
          <p:nvPr>
            <p:ph sz="quarter" idx="19"/>
          </p:nvPr>
        </p:nvPicPr>
        <p:blipFill>
          <a:blip r:embed="rId2"/>
          <a:stretch>
            <a:fillRect/>
          </a:stretch>
        </p:blipFill>
        <p:spPr>
          <a:xfrm>
            <a:off x="1705356" y="1052513"/>
            <a:ext cx="3752088" cy="5329237"/>
          </a:xfrm>
          <a:prstGeom prst="rect">
            <a:avLst/>
          </a:prstGeom>
          <a:ln>
            <a:solidFill>
              <a:schemeClr val="accent1"/>
            </a:solidFill>
          </a:ln>
        </p:spPr>
      </p:pic>
      <p:sp>
        <p:nvSpPr>
          <p:cNvPr id="2" name="文本占位符 1">
            <a:extLst>
              <a:ext uri="{FF2B5EF4-FFF2-40B4-BE49-F238E27FC236}">
                <a16:creationId xmlns:a16="http://schemas.microsoft.com/office/drawing/2014/main" id="{1011FA39-23FC-8171-0D18-71F2F1408AF1}"/>
              </a:ext>
            </a:extLst>
          </p:cNvPr>
          <p:cNvSpPr>
            <a:spLocks noGrp="1"/>
          </p:cNvSpPr>
          <p:nvPr>
            <p:ph type="body" sz="quarter" idx="18"/>
          </p:nvPr>
        </p:nvSpPr>
        <p:spPr/>
        <p:txBody>
          <a:bodyPr/>
          <a:lstStyle/>
          <a:p>
            <a:r>
              <a:rPr lang="en-US" altLang="zh-CN"/>
              <a:t>Task</a:t>
            </a:r>
            <a:r>
              <a:rPr lang="zh-CN" altLang="en-US"/>
              <a:t>类的代码参考</a:t>
            </a:r>
            <a:r>
              <a:rPr lang="en-US" altLang="zh-CN"/>
              <a:t>1</a:t>
            </a:r>
            <a:endParaRPr lang="zh-CN" altLang="en-US"/>
          </a:p>
        </p:txBody>
      </p:sp>
      <p:pic>
        <p:nvPicPr>
          <p:cNvPr id="6" name="内容占位符 5">
            <a:extLst>
              <a:ext uri="{FF2B5EF4-FFF2-40B4-BE49-F238E27FC236}">
                <a16:creationId xmlns:a16="http://schemas.microsoft.com/office/drawing/2014/main" id="{8B012CD9-94BC-EC5C-7C07-DFF1D832B986}"/>
              </a:ext>
            </a:extLst>
          </p:cNvPr>
          <p:cNvPicPr>
            <a:picLocks noGrp="1" noChangeAspect="1"/>
          </p:cNvPicPr>
          <p:nvPr>
            <p:ph sz="quarter" idx="20"/>
          </p:nvPr>
        </p:nvPicPr>
        <p:blipFill>
          <a:blip r:embed="rId3"/>
          <a:stretch>
            <a:fillRect/>
          </a:stretch>
        </p:blipFill>
        <p:spPr>
          <a:xfrm>
            <a:off x="7136890" y="1022350"/>
            <a:ext cx="4204719" cy="5329238"/>
          </a:xfrm>
          <a:prstGeom prst="rect">
            <a:avLst/>
          </a:prstGeom>
          <a:ln>
            <a:solidFill>
              <a:schemeClr val="accent1"/>
            </a:solidFill>
          </a:ln>
        </p:spPr>
      </p:pic>
    </p:spTree>
    <p:extLst>
      <p:ext uri="{BB962C8B-B14F-4D97-AF65-F5344CB8AC3E}">
        <p14:creationId xmlns:p14="http://schemas.microsoft.com/office/powerpoint/2010/main" val="3196341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D0903D90-8989-5A89-B7C1-1A37B30EAAF2}"/>
              </a:ext>
            </a:extLst>
          </p:cNvPr>
          <p:cNvSpPr>
            <a:spLocks noGrp="1"/>
          </p:cNvSpPr>
          <p:nvPr>
            <p:ph type="body" sz="quarter" idx="18"/>
          </p:nvPr>
        </p:nvSpPr>
        <p:spPr/>
        <p:txBody>
          <a:bodyPr/>
          <a:lstStyle/>
          <a:p>
            <a:r>
              <a:rPr lang="en-US" altLang="zh-CN"/>
              <a:t>Task</a:t>
            </a:r>
            <a:r>
              <a:rPr lang="zh-CN" altLang="en-US"/>
              <a:t>类的代码参考</a:t>
            </a:r>
            <a:r>
              <a:rPr lang="en-US" altLang="zh-CN"/>
              <a:t>2</a:t>
            </a:r>
            <a:endParaRPr lang="zh-CN" altLang="en-US"/>
          </a:p>
        </p:txBody>
      </p:sp>
      <p:pic>
        <p:nvPicPr>
          <p:cNvPr id="5" name="内容占位符 4">
            <a:extLst>
              <a:ext uri="{FF2B5EF4-FFF2-40B4-BE49-F238E27FC236}">
                <a16:creationId xmlns:a16="http://schemas.microsoft.com/office/drawing/2014/main" id="{526C06F7-BDEE-1827-7FF9-7CBB1AA6EB0F}"/>
              </a:ext>
            </a:extLst>
          </p:cNvPr>
          <p:cNvPicPr>
            <a:picLocks noGrp="1" noChangeAspect="1"/>
          </p:cNvPicPr>
          <p:nvPr>
            <p:ph sz="quarter" idx="19"/>
          </p:nvPr>
        </p:nvPicPr>
        <p:blipFill>
          <a:blip r:embed="rId2"/>
          <a:stretch>
            <a:fillRect/>
          </a:stretch>
        </p:blipFill>
        <p:spPr>
          <a:xfrm>
            <a:off x="3233466" y="836613"/>
            <a:ext cx="5782217" cy="5761037"/>
          </a:xfrm>
          <a:prstGeom prst="rect">
            <a:avLst/>
          </a:prstGeom>
          <a:ln>
            <a:solidFill>
              <a:schemeClr val="accent1"/>
            </a:solidFill>
          </a:ln>
        </p:spPr>
      </p:pic>
    </p:spTree>
    <p:extLst>
      <p:ext uri="{BB962C8B-B14F-4D97-AF65-F5344CB8AC3E}">
        <p14:creationId xmlns:p14="http://schemas.microsoft.com/office/powerpoint/2010/main" val="1845080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28C66-F8D4-5407-1B73-D75F078D0206}"/>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65242E9A-8746-E03F-D97E-B3F920D3517A}"/>
              </a:ext>
            </a:extLst>
          </p:cNvPr>
          <p:cNvSpPr>
            <a:spLocks noGrp="1"/>
          </p:cNvSpPr>
          <p:nvPr>
            <p:ph type="body" sz="quarter" idx="18"/>
          </p:nvPr>
        </p:nvSpPr>
        <p:spPr/>
        <p:txBody>
          <a:bodyPr/>
          <a:lstStyle/>
          <a:p>
            <a:r>
              <a:rPr lang="en-US" altLang="zh-CN"/>
              <a:t>Stu</a:t>
            </a:r>
            <a:r>
              <a:rPr lang="zh-CN" altLang="en-US"/>
              <a:t>类的方法代码参考</a:t>
            </a:r>
          </a:p>
        </p:txBody>
      </p:sp>
      <p:pic>
        <p:nvPicPr>
          <p:cNvPr id="5" name="内容占位符 4">
            <a:extLst>
              <a:ext uri="{FF2B5EF4-FFF2-40B4-BE49-F238E27FC236}">
                <a16:creationId xmlns:a16="http://schemas.microsoft.com/office/drawing/2014/main" id="{7D9F8ECD-2C4E-B0A9-882C-022EA21860DE}"/>
              </a:ext>
            </a:extLst>
          </p:cNvPr>
          <p:cNvPicPr>
            <a:picLocks noGrp="1" noChangeAspect="1"/>
          </p:cNvPicPr>
          <p:nvPr>
            <p:ph sz="quarter" idx="19"/>
          </p:nvPr>
        </p:nvPicPr>
        <p:blipFill>
          <a:blip r:embed="rId2"/>
          <a:stretch>
            <a:fillRect/>
          </a:stretch>
        </p:blipFill>
        <p:spPr>
          <a:xfrm>
            <a:off x="1753146" y="1279036"/>
            <a:ext cx="8742857" cy="4876190"/>
          </a:xfrm>
          <a:prstGeom prst="rect">
            <a:avLst/>
          </a:prstGeom>
          <a:ln>
            <a:solidFill>
              <a:schemeClr val="accent1"/>
            </a:solidFill>
          </a:ln>
        </p:spPr>
      </p:pic>
    </p:spTree>
    <p:extLst>
      <p:ext uri="{BB962C8B-B14F-4D97-AF65-F5344CB8AC3E}">
        <p14:creationId xmlns:p14="http://schemas.microsoft.com/office/powerpoint/2010/main" val="2850430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C77AE5E-55A9-F679-21B5-79BB8B3754A7}"/>
              </a:ext>
            </a:extLst>
          </p:cNvPr>
          <p:cNvSpPr>
            <a:spLocks noGrp="1"/>
          </p:cNvSpPr>
          <p:nvPr>
            <p:ph type="body" sz="quarter" idx="10"/>
          </p:nvPr>
        </p:nvSpPr>
        <p:spPr/>
        <p:txBody>
          <a:bodyPr/>
          <a:lstStyle/>
          <a:p>
            <a:pPr lvl="0"/>
            <a:r>
              <a:rPr lang="zh-CN" altLang="en-US"/>
              <a:t>强缓存</a:t>
            </a:r>
          </a:p>
          <a:p>
            <a:pPr lvl="0"/>
            <a:r>
              <a:rPr lang="zh-CN" altLang="en-US"/>
              <a:t>缓存验证</a:t>
            </a:r>
          </a:p>
          <a:p>
            <a:pPr lvl="0"/>
            <a:r>
              <a:rPr lang="zh-CN" altLang="en-US"/>
              <a:t>作业二</a:t>
            </a:r>
          </a:p>
          <a:p>
            <a:endParaRPr lang="zh-CN" altLang="en-US"/>
          </a:p>
        </p:txBody>
      </p:sp>
      <p:sp>
        <p:nvSpPr>
          <p:cNvPr id="3" name="文本占位符 2">
            <a:extLst>
              <a:ext uri="{FF2B5EF4-FFF2-40B4-BE49-F238E27FC236}">
                <a16:creationId xmlns:a16="http://schemas.microsoft.com/office/drawing/2014/main" id="{C61845B1-F364-3755-ACFC-D1F6A7CEEE79}"/>
              </a:ext>
            </a:extLst>
          </p:cNvPr>
          <p:cNvSpPr>
            <a:spLocks noGrp="1"/>
          </p:cNvSpPr>
          <p:nvPr>
            <p:ph type="body" sz="quarter" idx="12"/>
          </p:nvPr>
        </p:nvSpPr>
        <p:spPr/>
        <p:txBody>
          <a:bodyPr/>
          <a:lstStyle/>
          <a:p>
            <a:r>
              <a:rPr lang="zh-CN" altLang="en-US"/>
              <a:t>缓存控制</a:t>
            </a:r>
          </a:p>
        </p:txBody>
      </p:sp>
    </p:spTree>
    <p:extLst>
      <p:ext uri="{BB962C8B-B14F-4D97-AF65-F5344CB8AC3E}">
        <p14:creationId xmlns:p14="http://schemas.microsoft.com/office/powerpoint/2010/main" val="14745521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3552D0F7-F58D-CF59-C48B-DA29660F3CE3}"/>
              </a:ext>
            </a:extLst>
          </p:cNvPr>
          <p:cNvSpPr>
            <a:spLocks noGrp="1"/>
          </p:cNvSpPr>
          <p:nvPr>
            <p:ph type="body" sz="quarter" idx="18"/>
          </p:nvPr>
        </p:nvSpPr>
        <p:spPr/>
        <p:txBody>
          <a:bodyPr/>
          <a:lstStyle/>
          <a:p>
            <a:r>
              <a:rPr lang="zh-CN" altLang="en-US"/>
              <a:t>缓存控制的三个层面</a:t>
            </a:r>
          </a:p>
        </p:txBody>
      </p:sp>
      <p:pic>
        <p:nvPicPr>
          <p:cNvPr id="8" name="内容占位符 7">
            <a:extLst>
              <a:ext uri="{FF2B5EF4-FFF2-40B4-BE49-F238E27FC236}">
                <a16:creationId xmlns:a16="http://schemas.microsoft.com/office/drawing/2014/main" id="{59A4AB3C-F48E-247B-419E-E456B279B933}"/>
              </a:ext>
            </a:extLst>
          </p:cNvPr>
          <p:cNvPicPr>
            <a:picLocks noGrp="1" noChangeAspect="1"/>
          </p:cNvPicPr>
          <p:nvPr>
            <p:ph sz="quarter" idx="19"/>
          </p:nvPr>
        </p:nvPicPr>
        <p:blipFill>
          <a:blip r:embed="rId2"/>
          <a:stretch>
            <a:fillRect/>
          </a:stretch>
        </p:blipFill>
        <p:spPr>
          <a:xfrm>
            <a:off x="1057905" y="1288066"/>
            <a:ext cx="10076190" cy="2209524"/>
          </a:xfrm>
          <a:prstGeom prst="rect">
            <a:avLst/>
          </a:prstGeom>
        </p:spPr>
      </p:pic>
    </p:spTree>
    <p:extLst>
      <p:ext uri="{BB962C8B-B14F-4D97-AF65-F5344CB8AC3E}">
        <p14:creationId xmlns:p14="http://schemas.microsoft.com/office/powerpoint/2010/main" val="227738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3D308-9564-D013-54F5-011D0B386266}"/>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1ADF45D6-712D-0F33-48C5-3FC8CD26D56F}"/>
              </a:ext>
            </a:extLst>
          </p:cNvPr>
          <p:cNvSpPr>
            <a:spLocks noGrp="1"/>
          </p:cNvSpPr>
          <p:nvPr>
            <p:ph type="body" idx="1"/>
          </p:nvPr>
        </p:nvSpPr>
        <p:spPr/>
        <p:txBody>
          <a:bodyPr/>
          <a:lstStyle/>
          <a:p>
            <a:r>
              <a:rPr lang="zh-CN" altLang="en-US"/>
              <a:t>客户端</a:t>
            </a:r>
          </a:p>
        </p:txBody>
      </p:sp>
      <p:sp>
        <p:nvSpPr>
          <p:cNvPr id="9" name="文本占位符 8">
            <a:extLst>
              <a:ext uri="{FF2B5EF4-FFF2-40B4-BE49-F238E27FC236}">
                <a16:creationId xmlns:a16="http://schemas.microsoft.com/office/drawing/2014/main" id="{08116188-FCE3-AB4C-9C91-1D137BB2AAD4}"/>
              </a:ext>
            </a:extLst>
          </p:cNvPr>
          <p:cNvSpPr>
            <a:spLocks noGrp="1"/>
          </p:cNvSpPr>
          <p:nvPr>
            <p:ph type="body" sz="quarter" idx="3"/>
          </p:nvPr>
        </p:nvSpPr>
        <p:spPr/>
        <p:txBody>
          <a:bodyPr/>
          <a:lstStyle/>
          <a:p>
            <a:r>
              <a:rPr lang="zh-CN" altLang="en-US"/>
              <a:t>服务器端</a:t>
            </a:r>
          </a:p>
        </p:txBody>
      </p:sp>
      <p:sp>
        <p:nvSpPr>
          <p:cNvPr id="10" name="文本占位符 9">
            <a:extLst>
              <a:ext uri="{FF2B5EF4-FFF2-40B4-BE49-F238E27FC236}">
                <a16:creationId xmlns:a16="http://schemas.microsoft.com/office/drawing/2014/main" id="{1D46B645-B8F0-DEB6-8AAB-BE9ABCC0B7D3}"/>
              </a:ext>
            </a:extLst>
          </p:cNvPr>
          <p:cNvSpPr>
            <a:spLocks noGrp="1"/>
          </p:cNvSpPr>
          <p:nvPr>
            <p:ph type="body" sz="quarter" idx="18"/>
          </p:nvPr>
        </p:nvSpPr>
        <p:spPr/>
        <p:txBody>
          <a:bodyPr/>
          <a:lstStyle/>
          <a:p>
            <a:r>
              <a:rPr lang="zh-CN" altLang="en-US"/>
              <a:t>强缓存</a:t>
            </a:r>
          </a:p>
        </p:txBody>
      </p:sp>
      <p:graphicFrame>
        <p:nvGraphicFramePr>
          <p:cNvPr id="13" name="内容占位符 5">
            <a:extLst>
              <a:ext uri="{FF2B5EF4-FFF2-40B4-BE49-F238E27FC236}">
                <a16:creationId xmlns:a16="http://schemas.microsoft.com/office/drawing/2014/main" id="{738FA55A-A8F2-CE61-B009-880A8554B95A}"/>
              </a:ext>
            </a:extLst>
          </p:cNvPr>
          <p:cNvGraphicFramePr>
            <a:graphicFrameLocks noGrp="1"/>
          </p:cNvGraphicFramePr>
          <p:nvPr>
            <p:ph sz="quarter" idx="20"/>
            <p:extLst>
              <p:ext uri="{D42A27DB-BD31-4B8C-83A1-F6EECF244321}">
                <p14:modId xmlns:p14="http://schemas.microsoft.com/office/powerpoint/2010/main" val="3469664920"/>
              </p:ext>
            </p:extLst>
          </p:nvPr>
        </p:nvGraphicFramePr>
        <p:xfrm>
          <a:off x="5334893" y="1831804"/>
          <a:ext cx="6675252" cy="9161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标注: 右箭头 13">
            <a:extLst>
              <a:ext uri="{FF2B5EF4-FFF2-40B4-BE49-F238E27FC236}">
                <a16:creationId xmlns:a16="http://schemas.microsoft.com/office/drawing/2014/main" id="{7C5EFEDF-7F1E-92A8-6FB4-3B25E452263F}"/>
              </a:ext>
            </a:extLst>
          </p:cNvPr>
          <p:cNvSpPr/>
          <p:nvPr/>
        </p:nvSpPr>
        <p:spPr>
          <a:xfrm>
            <a:off x="850256" y="2043550"/>
            <a:ext cx="4282678" cy="553348"/>
          </a:xfrm>
          <a:prstGeom prst="rightArrowCallout">
            <a:avLst/>
          </a:prstGeom>
          <a:solidFill>
            <a:srgbClr val="455F5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客户端首次请求</a:t>
            </a:r>
          </a:p>
        </p:txBody>
      </p:sp>
      <p:sp>
        <p:nvSpPr>
          <p:cNvPr id="15" name="标注: 右箭头 14">
            <a:extLst>
              <a:ext uri="{FF2B5EF4-FFF2-40B4-BE49-F238E27FC236}">
                <a16:creationId xmlns:a16="http://schemas.microsoft.com/office/drawing/2014/main" id="{218D4B70-AD00-BB11-59CE-65F39282E9F3}"/>
              </a:ext>
            </a:extLst>
          </p:cNvPr>
          <p:cNvSpPr/>
          <p:nvPr/>
        </p:nvSpPr>
        <p:spPr>
          <a:xfrm>
            <a:off x="850256" y="5296480"/>
            <a:ext cx="4282678" cy="553348"/>
          </a:xfrm>
          <a:prstGeom prst="rightArrowCallout">
            <a:avLst/>
          </a:prstGeom>
          <a:solidFill>
            <a:srgbClr val="01B75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客户端再次请求</a:t>
            </a:r>
          </a:p>
        </p:txBody>
      </p:sp>
      <p:sp>
        <p:nvSpPr>
          <p:cNvPr id="3" name="箭头: 环形 2">
            <a:extLst>
              <a:ext uri="{FF2B5EF4-FFF2-40B4-BE49-F238E27FC236}">
                <a16:creationId xmlns:a16="http://schemas.microsoft.com/office/drawing/2014/main" id="{615D6492-2263-6255-F767-A40D0B998E49}"/>
              </a:ext>
            </a:extLst>
          </p:cNvPr>
          <p:cNvSpPr/>
          <p:nvPr/>
        </p:nvSpPr>
        <p:spPr>
          <a:xfrm flipH="1">
            <a:off x="2505319" y="3834230"/>
            <a:ext cx="2399740" cy="2664477"/>
          </a:xfrm>
          <a:prstGeom prst="circular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文本框 5">
            <a:extLst>
              <a:ext uri="{FF2B5EF4-FFF2-40B4-BE49-F238E27FC236}">
                <a16:creationId xmlns:a16="http://schemas.microsoft.com/office/drawing/2014/main" id="{383055F4-4657-23B6-7E85-6FE610D1EA97}"/>
              </a:ext>
            </a:extLst>
          </p:cNvPr>
          <p:cNvSpPr txBox="1"/>
          <p:nvPr/>
        </p:nvSpPr>
        <p:spPr>
          <a:xfrm>
            <a:off x="2364298" y="3091204"/>
            <a:ext cx="2903984" cy="923330"/>
          </a:xfrm>
          <a:prstGeom prst="rect">
            <a:avLst/>
          </a:prstGeom>
          <a:noFill/>
        </p:spPr>
        <p:txBody>
          <a:bodyPr wrap="square">
            <a:spAutoFit/>
          </a:bodyPr>
          <a:lstStyle/>
          <a:p>
            <a:r>
              <a:rPr lang="zh-CN" altLang="en-US"/>
              <a:t>浏览器判断</a:t>
            </a:r>
            <a:r>
              <a:rPr lang="en-US" altLang="zh-CN"/>
              <a:t>Cache-Control</a:t>
            </a:r>
            <a:r>
              <a:rPr lang="zh-CN" altLang="en-US"/>
              <a:t>字段，如果未超过有效期就使用本次缓存</a:t>
            </a:r>
          </a:p>
        </p:txBody>
      </p:sp>
      <p:sp>
        <p:nvSpPr>
          <p:cNvPr id="8" name="矩形 7">
            <a:extLst>
              <a:ext uri="{FF2B5EF4-FFF2-40B4-BE49-F238E27FC236}">
                <a16:creationId xmlns:a16="http://schemas.microsoft.com/office/drawing/2014/main" id="{93097CFE-EB09-4634-2EE7-9698AB3393A2}"/>
              </a:ext>
            </a:extLst>
          </p:cNvPr>
          <p:cNvSpPr/>
          <p:nvPr/>
        </p:nvSpPr>
        <p:spPr>
          <a:xfrm>
            <a:off x="5215716" y="5111489"/>
            <a:ext cx="646331" cy="923330"/>
          </a:xfrm>
          <a:prstGeom prst="rect">
            <a:avLst/>
          </a:prstGeom>
          <a:noFill/>
        </p:spPr>
        <p:txBody>
          <a:bodyPr wrap="none" lIns="91440" tIns="45720" rIns="91440" bIns="45720">
            <a:spAutoFit/>
          </a:bodyPr>
          <a:lstStyle/>
          <a:p>
            <a:pPr algn="ctr"/>
            <a:r>
              <a:rPr lang="en-US" altLang="zh-CN" sz="5400" b="1" cap="none" spc="0">
                <a:ln w="12700">
                  <a:solidFill>
                    <a:srgbClr val="FF0000"/>
                  </a:solidFill>
                  <a:prstDash val="solid"/>
                </a:ln>
                <a:solidFill>
                  <a:srgbClr val="FF0000"/>
                </a:solidFill>
                <a:effectLst>
                  <a:outerShdw dist="38100" dir="2640000" algn="bl" rotWithShape="0">
                    <a:schemeClr val="accent1"/>
                  </a:outerShdw>
                </a:effectLst>
              </a:rPr>
              <a:t>X</a:t>
            </a:r>
            <a:endParaRPr lang="zh-CN" altLang="en-US" sz="5400" b="1" cap="none" spc="0">
              <a:ln w="12700">
                <a:solidFill>
                  <a:srgbClr val="FF0000"/>
                </a:solidFill>
                <a:prstDash val="solid"/>
              </a:ln>
              <a:solidFill>
                <a:srgbClr val="FF0000"/>
              </a:solidFill>
              <a:effectLst>
                <a:outerShdw dist="38100" dir="2640000" algn="bl" rotWithShape="0">
                  <a:schemeClr val="accent1"/>
                </a:outerShdw>
              </a:effectLst>
            </a:endParaRPr>
          </a:p>
        </p:txBody>
      </p:sp>
      <p:pic>
        <p:nvPicPr>
          <p:cNvPr id="11" name="内容占位符 9">
            <a:extLst>
              <a:ext uri="{FF2B5EF4-FFF2-40B4-BE49-F238E27FC236}">
                <a16:creationId xmlns:a16="http://schemas.microsoft.com/office/drawing/2014/main" id="{9F249484-9876-9E35-3F03-1A00951BB42D}"/>
              </a:ext>
            </a:extLst>
          </p:cNvPr>
          <p:cNvPicPr>
            <a:picLocks noGrp="1" noChangeAspect="1"/>
          </p:cNvPicPr>
          <p:nvPr>
            <p:ph sz="quarter" idx="19"/>
          </p:nvPr>
        </p:nvPicPr>
        <p:blipFill>
          <a:blip r:embed="rId7"/>
          <a:stretch>
            <a:fillRect/>
          </a:stretch>
        </p:blipFill>
        <p:spPr>
          <a:xfrm>
            <a:off x="6073007" y="3254707"/>
            <a:ext cx="5551612" cy="2401252"/>
          </a:xfrm>
          <a:prstGeom prst="rect">
            <a:avLst/>
          </a:prstGeom>
        </p:spPr>
      </p:pic>
    </p:spTree>
    <p:extLst>
      <p:ext uri="{BB962C8B-B14F-4D97-AF65-F5344CB8AC3E}">
        <p14:creationId xmlns:p14="http://schemas.microsoft.com/office/powerpoint/2010/main" val="2393813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3">
                                            <p:graphicEl>
                                              <a:dgm id="{246C5806-BE1E-4D40-9292-D849C8D65944}"/>
                                            </p:graphicEl>
                                          </p:spTgt>
                                        </p:tgtEl>
                                        <p:attrNameLst>
                                          <p:attrName>style.visibility</p:attrName>
                                        </p:attrNameLst>
                                      </p:cBhvr>
                                      <p:to>
                                        <p:strVal val="visible"/>
                                      </p:to>
                                    </p:set>
                                    <p:animEffect transition="in" filter="fade">
                                      <p:cBhvr>
                                        <p:cTn id="12" dur="1000"/>
                                        <p:tgtEl>
                                          <p:spTgt spid="13">
                                            <p:graphicEl>
                                              <a:dgm id="{246C5806-BE1E-4D40-9292-D849C8D65944}"/>
                                            </p:graphicEl>
                                          </p:spTgt>
                                        </p:tgtEl>
                                      </p:cBhvr>
                                    </p:animEffect>
                                    <p:anim calcmode="lin" valueType="num">
                                      <p:cBhvr>
                                        <p:cTn id="13" dur="1000" fill="hold"/>
                                        <p:tgtEl>
                                          <p:spTgt spid="13">
                                            <p:graphicEl>
                                              <a:dgm id="{246C5806-BE1E-4D40-9292-D849C8D65944}"/>
                                            </p:graphicEl>
                                          </p:spTgt>
                                        </p:tgtEl>
                                        <p:attrNameLst>
                                          <p:attrName>ppt_x</p:attrName>
                                        </p:attrNameLst>
                                      </p:cBhvr>
                                      <p:tavLst>
                                        <p:tav tm="0">
                                          <p:val>
                                            <p:strVal val="#ppt_x"/>
                                          </p:val>
                                        </p:tav>
                                        <p:tav tm="100000">
                                          <p:val>
                                            <p:strVal val="#ppt_x"/>
                                          </p:val>
                                        </p:tav>
                                      </p:tavLst>
                                    </p:anim>
                                    <p:anim calcmode="lin" valueType="num">
                                      <p:cBhvr>
                                        <p:cTn id="14" dur="1000" fill="hold"/>
                                        <p:tgtEl>
                                          <p:spTgt spid="13">
                                            <p:graphicEl>
                                              <a:dgm id="{246C5806-BE1E-4D40-9292-D849C8D65944}"/>
                                            </p:graphic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3">
                                            <p:graphicEl>
                                              <a:dgm id="{80279DDB-ACC1-407B-91A9-D6A28AB03E03}"/>
                                            </p:graphicEl>
                                          </p:spTgt>
                                        </p:tgtEl>
                                        <p:attrNameLst>
                                          <p:attrName>style.visibility</p:attrName>
                                        </p:attrNameLst>
                                      </p:cBhvr>
                                      <p:to>
                                        <p:strVal val="visible"/>
                                      </p:to>
                                    </p:set>
                                    <p:animEffect transition="in" filter="fade">
                                      <p:cBhvr>
                                        <p:cTn id="19" dur="1000"/>
                                        <p:tgtEl>
                                          <p:spTgt spid="13">
                                            <p:graphicEl>
                                              <a:dgm id="{80279DDB-ACC1-407B-91A9-D6A28AB03E03}"/>
                                            </p:graphicEl>
                                          </p:spTgt>
                                        </p:tgtEl>
                                      </p:cBhvr>
                                    </p:animEffect>
                                    <p:anim calcmode="lin" valueType="num">
                                      <p:cBhvr>
                                        <p:cTn id="20" dur="1000" fill="hold"/>
                                        <p:tgtEl>
                                          <p:spTgt spid="13">
                                            <p:graphicEl>
                                              <a:dgm id="{80279DDB-ACC1-407B-91A9-D6A28AB03E03}"/>
                                            </p:graphicEl>
                                          </p:spTgt>
                                        </p:tgtEl>
                                        <p:attrNameLst>
                                          <p:attrName>ppt_x</p:attrName>
                                        </p:attrNameLst>
                                      </p:cBhvr>
                                      <p:tavLst>
                                        <p:tav tm="0">
                                          <p:val>
                                            <p:strVal val="#ppt_x"/>
                                          </p:val>
                                        </p:tav>
                                        <p:tav tm="100000">
                                          <p:val>
                                            <p:strVal val="#ppt_x"/>
                                          </p:val>
                                        </p:tav>
                                      </p:tavLst>
                                    </p:anim>
                                    <p:anim calcmode="lin" valueType="num">
                                      <p:cBhvr>
                                        <p:cTn id="21" dur="1000" fill="hold"/>
                                        <p:tgtEl>
                                          <p:spTgt spid="13">
                                            <p:graphicEl>
                                              <a:dgm id="{80279DDB-ACC1-407B-91A9-D6A28AB03E03}"/>
                                            </p:graphic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3">
                                            <p:graphicEl>
                                              <a:dgm id="{73CBEC61-DBB2-4316-8C75-5E32956CA555}"/>
                                            </p:graphicEl>
                                          </p:spTgt>
                                        </p:tgtEl>
                                        <p:attrNameLst>
                                          <p:attrName>style.visibility</p:attrName>
                                        </p:attrNameLst>
                                      </p:cBhvr>
                                      <p:to>
                                        <p:strVal val="visible"/>
                                      </p:to>
                                    </p:set>
                                    <p:animEffect transition="in" filter="fade">
                                      <p:cBhvr>
                                        <p:cTn id="26" dur="1000"/>
                                        <p:tgtEl>
                                          <p:spTgt spid="13">
                                            <p:graphicEl>
                                              <a:dgm id="{73CBEC61-DBB2-4316-8C75-5E32956CA555}"/>
                                            </p:graphicEl>
                                          </p:spTgt>
                                        </p:tgtEl>
                                      </p:cBhvr>
                                    </p:animEffect>
                                    <p:anim calcmode="lin" valueType="num">
                                      <p:cBhvr>
                                        <p:cTn id="27" dur="1000" fill="hold"/>
                                        <p:tgtEl>
                                          <p:spTgt spid="13">
                                            <p:graphicEl>
                                              <a:dgm id="{73CBEC61-DBB2-4316-8C75-5E32956CA555}"/>
                                            </p:graphicEl>
                                          </p:spTgt>
                                        </p:tgtEl>
                                        <p:attrNameLst>
                                          <p:attrName>ppt_x</p:attrName>
                                        </p:attrNameLst>
                                      </p:cBhvr>
                                      <p:tavLst>
                                        <p:tav tm="0">
                                          <p:val>
                                            <p:strVal val="#ppt_x"/>
                                          </p:val>
                                        </p:tav>
                                        <p:tav tm="100000">
                                          <p:val>
                                            <p:strVal val="#ppt_x"/>
                                          </p:val>
                                        </p:tav>
                                      </p:tavLst>
                                    </p:anim>
                                    <p:anim calcmode="lin" valueType="num">
                                      <p:cBhvr>
                                        <p:cTn id="28" dur="1000" fill="hold"/>
                                        <p:tgtEl>
                                          <p:spTgt spid="13">
                                            <p:graphicEl>
                                              <a:dgm id="{73CBEC61-DBB2-4316-8C75-5E32956CA555}"/>
                                            </p:graphic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1000"/>
                                        <p:tgtEl>
                                          <p:spTgt spid="11"/>
                                        </p:tgtEl>
                                      </p:cBhvr>
                                    </p:animEffect>
                                    <p:anim calcmode="lin" valueType="num">
                                      <p:cBhvr>
                                        <p:cTn id="34" dur="1000" fill="hold"/>
                                        <p:tgtEl>
                                          <p:spTgt spid="11"/>
                                        </p:tgtEl>
                                        <p:attrNameLst>
                                          <p:attrName>ppt_x</p:attrName>
                                        </p:attrNameLst>
                                      </p:cBhvr>
                                      <p:tavLst>
                                        <p:tav tm="0">
                                          <p:val>
                                            <p:strVal val="#ppt_x"/>
                                          </p:val>
                                        </p:tav>
                                        <p:tav tm="100000">
                                          <p:val>
                                            <p:strVal val="#ppt_x"/>
                                          </p:val>
                                        </p:tav>
                                      </p:tavLst>
                                    </p:anim>
                                    <p:anim calcmode="lin" valueType="num">
                                      <p:cBhvr>
                                        <p:cTn id="3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3">
                                            <p:graphicEl>
                                              <a:dgm id="{D745E8D3-C440-4552-A5D9-3ED06B80D482}"/>
                                            </p:graphicEl>
                                          </p:spTgt>
                                        </p:tgtEl>
                                        <p:attrNameLst>
                                          <p:attrName>style.visibility</p:attrName>
                                        </p:attrNameLst>
                                      </p:cBhvr>
                                      <p:to>
                                        <p:strVal val="visible"/>
                                      </p:to>
                                    </p:set>
                                    <p:animEffect transition="in" filter="fade">
                                      <p:cBhvr>
                                        <p:cTn id="40" dur="1000"/>
                                        <p:tgtEl>
                                          <p:spTgt spid="13">
                                            <p:graphicEl>
                                              <a:dgm id="{D745E8D3-C440-4552-A5D9-3ED06B80D482}"/>
                                            </p:graphicEl>
                                          </p:spTgt>
                                        </p:tgtEl>
                                      </p:cBhvr>
                                    </p:animEffect>
                                    <p:anim calcmode="lin" valueType="num">
                                      <p:cBhvr>
                                        <p:cTn id="41" dur="1000" fill="hold"/>
                                        <p:tgtEl>
                                          <p:spTgt spid="13">
                                            <p:graphicEl>
                                              <a:dgm id="{D745E8D3-C440-4552-A5D9-3ED06B80D482}"/>
                                            </p:graphicEl>
                                          </p:spTgt>
                                        </p:tgtEl>
                                        <p:attrNameLst>
                                          <p:attrName>ppt_x</p:attrName>
                                        </p:attrNameLst>
                                      </p:cBhvr>
                                      <p:tavLst>
                                        <p:tav tm="0">
                                          <p:val>
                                            <p:strVal val="#ppt_x"/>
                                          </p:val>
                                        </p:tav>
                                        <p:tav tm="100000">
                                          <p:val>
                                            <p:strVal val="#ppt_x"/>
                                          </p:val>
                                        </p:tav>
                                      </p:tavLst>
                                    </p:anim>
                                    <p:anim calcmode="lin" valueType="num">
                                      <p:cBhvr>
                                        <p:cTn id="42" dur="1000" fill="hold"/>
                                        <p:tgtEl>
                                          <p:spTgt spid="13">
                                            <p:graphicEl>
                                              <a:dgm id="{D745E8D3-C440-4552-A5D9-3ED06B80D482}"/>
                                            </p:graphic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3">
                                            <p:graphicEl>
                                              <a:dgm id="{D0CB38BC-4D4B-432A-BA99-AB64C872E229}"/>
                                            </p:graphicEl>
                                          </p:spTgt>
                                        </p:tgtEl>
                                        <p:attrNameLst>
                                          <p:attrName>style.visibility</p:attrName>
                                        </p:attrNameLst>
                                      </p:cBhvr>
                                      <p:to>
                                        <p:strVal val="visible"/>
                                      </p:to>
                                    </p:set>
                                    <p:animEffect transition="in" filter="fade">
                                      <p:cBhvr>
                                        <p:cTn id="45" dur="1000"/>
                                        <p:tgtEl>
                                          <p:spTgt spid="13">
                                            <p:graphicEl>
                                              <a:dgm id="{D0CB38BC-4D4B-432A-BA99-AB64C872E229}"/>
                                            </p:graphicEl>
                                          </p:spTgt>
                                        </p:tgtEl>
                                      </p:cBhvr>
                                    </p:animEffect>
                                    <p:anim calcmode="lin" valueType="num">
                                      <p:cBhvr>
                                        <p:cTn id="46" dur="1000" fill="hold"/>
                                        <p:tgtEl>
                                          <p:spTgt spid="13">
                                            <p:graphicEl>
                                              <a:dgm id="{D0CB38BC-4D4B-432A-BA99-AB64C872E229}"/>
                                            </p:graphicEl>
                                          </p:spTgt>
                                        </p:tgtEl>
                                        <p:attrNameLst>
                                          <p:attrName>ppt_x</p:attrName>
                                        </p:attrNameLst>
                                      </p:cBhvr>
                                      <p:tavLst>
                                        <p:tav tm="0">
                                          <p:val>
                                            <p:strVal val="#ppt_x"/>
                                          </p:val>
                                        </p:tav>
                                        <p:tav tm="100000">
                                          <p:val>
                                            <p:strVal val="#ppt_x"/>
                                          </p:val>
                                        </p:tav>
                                      </p:tavLst>
                                    </p:anim>
                                    <p:anim calcmode="lin" valueType="num">
                                      <p:cBhvr>
                                        <p:cTn id="47" dur="1000" fill="hold"/>
                                        <p:tgtEl>
                                          <p:spTgt spid="13">
                                            <p:graphicEl>
                                              <a:dgm id="{D0CB38BC-4D4B-432A-BA99-AB64C872E229}"/>
                                            </p:graphic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2"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wipe(right)">
                                      <p:cBhvr>
                                        <p:cTn id="57" dur="500"/>
                                        <p:tgtEl>
                                          <p:spTgt spid="3"/>
                                        </p:tgtEl>
                                      </p:cBhvr>
                                    </p:animEffect>
                                  </p:childTnLst>
                                </p:cTn>
                              </p:par>
                              <p:par>
                                <p:cTn id="58" presetID="42" presetClass="entr" presetSubtype="0" fill="hold" grpId="0" nodeType="with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fade">
                                      <p:cBhvr>
                                        <p:cTn id="60" dur="1000"/>
                                        <p:tgtEl>
                                          <p:spTgt spid="6"/>
                                        </p:tgtEl>
                                      </p:cBhvr>
                                    </p:animEffect>
                                    <p:anim calcmode="lin" valueType="num">
                                      <p:cBhvr>
                                        <p:cTn id="61" dur="1000" fill="hold"/>
                                        <p:tgtEl>
                                          <p:spTgt spid="6"/>
                                        </p:tgtEl>
                                        <p:attrNameLst>
                                          <p:attrName>ppt_x</p:attrName>
                                        </p:attrNameLst>
                                      </p:cBhvr>
                                      <p:tavLst>
                                        <p:tav tm="0">
                                          <p:val>
                                            <p:strVal val="#ppt_x"/>
                                          </p:val>
                                        </p:tav>
                                        <p:tav tm="100000">
                                          <p:val>
                                            <p:strVal val="#ppt_x"/>
                                          </p:val>
                                        </p:tav>
                                      </p:tavLst>
                                    </p:anim>
                                    <p:anim calcmode="lin" valueType="num">
                                      <p:cBhvr>
                                        <p:cTn id="6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fade">
                                      <p:cBhvr>
                                        <p:cTn id="67" dur="1000"/>
                                        <p:tgtEl>
                                          <p:spTgt spid="8"/>
                                        </p:tgtEl>
                                      </p:cBhvr>
                                    </p:animEffect>
                                    <p:anim calcmode="lin" valueType="num">
                                      <p:cBhvr>
                                        <p:cTn id="68" dur="1000" fill="hold"/>
                                        <p:tgtEl>
                                          <p:spTgt spid="8"/>
                                        </p:tgtEl>
                                        <p:attrNameLst>
                                          <p:attrName>ppt_x</p:attrName>
                                        </p:attrNameLst>
                                      </p:cBhvr>
                                      <p:tavLst>
                                        <p:tav tm="0">
                                          <p:val>
                                            <p:strVal val="#ppt_x"/>
                                          </p:val>
                                        </p:tav>
                                        <p:tav tm="100000">
                                          <p:val>
                                            <p:strVal val="#ppt_x"/>
                                          </p:val>
                                        </p:tav>
                                      </p:tavLst>
                                    </p:anim>
                                    <p:anim calcmode="lin" valueType="num">
                                      <p:cBhvr>
                                        <p:cTn id="6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uiExpand="1">
        <p:bldSub>
          <a:bldDgm bld="one"/>
        </p:bldSub>
      </p:bldGraphic>
      <p:bldP spid="14" grpId="0" animBg="1"/>
      <p:bldP spid="15" grpId="0" animBg="1"/>
      <p:bldP spid="3" grpId="0" animBg="1"/>
      <p:bldP spid="6"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0BB6491A-F1D9-A795-D5E8-ECDB2F48465C}"/>
              </a:ext>
            </a:extLst>
          </p:cNvPr>
          <p:cNvSpPr>
            <a:spLocks noGrp="1"/>
          </p:cNvSpPr>
          <p:nvPr>
            <p:ph type="body" idx="1"/>
          </p:nvPr>
        </p:nvSpPr>
        <p:spPr/>
        <p:txBody>
          <a:bodyPr/>
          <a:lstStyle/>
          <a:p>
            <a:r>
              <a:rPr lang="zh-CN" altLang="en-US"/>
              <a:t>客户端</a:t>
            </a:r>
          </a:p>
        </p:txBody>
      </p:sp>
      <p:sp>
        <p:nvSpPr>
          <p:cNvPr id="9" name="文本占位符 8">
            <a:extLst>
              <a:ext uri="{FF2B5EF4-FFF2-40B4-BE49-F238E27FC236}">
                <a16:creationId xmlns:a16="http://schemas.microsoft.com/office/drawing/2014/main" id="{E40D83FE-AE0C-1184-19D1-07AD5AD56A39}"/>
              </a:ext>
            </a:extLst>
          </p:cNvPr>
          <p:cNvSpPr>
            <a:spLocks noGrp="1"/>
          </p:cNvSpPr>
          <p:nvPr>
            <p:ph type="body" sz="quarter" idx="3"/>
          </p:nvPr>
        </p:nvSpPr>
        <p:spPr/>
        <p:txBody>
          <a:bodyPr/>
          <a:lstStyle/>
          <a:p>
            <a:r>
              <a:rPr lang="zh-CN" altLang="en-US"/>
              <a:t>服务器端</a:t>
            </a:r>
          </a:p>
        </p:txBody>
      </p:sp>
      <p:sp>
        <p:nvSpPr>
          <p:cNvPr id="10" name="文本占位符 9">
            <a:extLst>
              <a:ext uri="{FF2B5EF4-FFF2-40B4-BE49-F238E27FC236}">
                <a16:creationId xmlns:a16="http://schemas.microsoft.com/office/drawing/2014/main" id="{89BE91EE-3FDC-3FBB-0B60-76EB7543BA11}"/>
              </a:ext>
            </a:extLst>
          </p:cNvPr>
          <p:cNvSpPr>
            <a:spLocks noGrp="1"/>
          </p:cNvSpPr>
          <p:nvPr>
            <p:ph type="body" sz="quarter" idx="18"/>
          </p:nvPr>
        </p:nvSpPr>
        <p:spPr/>
        <p:txBody>
          <a:bodyPr/>
          <a:lstStyle/>
          <a:p>
            <a:r>
              <a:rPr lang="zh-CN" altLang="en-US"/>
              <a:t>缓存验证</a:t>
            </a:r>
          </a:p>
        </p:txBody>
      </p:sp>
      <p:graphicFrame>
        <p:nvGraphicFramePr>
          <p:cNvPr id="13" name="内容占位符 5">
            <a:extLst>
              <a:ext uri="{FF2B5EF4-FFF2-40B4-BE49-F238E27FC236}">
                <a16:creationId xmlns:a16="http://schemas.microsoft.com/office/drawing/2014/main" id="{A5BF603B-5046-FDF2-1975-424B5E1E56D9}"/>
              </a:ext>
            </a:extLst>
          </p:cNvPr>
          <p:cNvGraphicFramePr>
            <a:graphicFrameLocks noGrp="1"/>
          </p:cNvGraphicFramePr>
          <p:nvPr>
            <p:ph sz="quarter" idx="20"/>
            <p:extLst>
              <p:ext uri="{D42A27DB-BD31-4B8C-83A1-F6EECF244321}">
                <p14:modId xmlns:p14="http://schemas.microsoft.com/office/powerpoint/2010/main" val="3445330282"/>
              </p:ext>
            </p:extLst>
          </p:nvPr>
        </p:nvGraphicFramePr>
        <p:xfrm>
          <a:off x="5334893" y="1831804"/>
          <a:ext cx="6675252" cy="9161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标注: 右箭头 13">
            <a:extLst>
              <a:ext uri="{FF2B5EF4-FFF2-40B4-BE49-F238E27FC236}">
                <a16:creationId xmlns:a16="http://schemas.microsoft.com/office/drawing/2014/main" id="{E8F6845C-F9FB-50E0-E619-E3289F8D90B4}"/>
              </a:ext>
            </a:extLst>
          </p:cNvPr>
          <p:cNvSpPr/>
          <p:nvPr/>
        </p:nvSpPr>
        <p:spPr>
          <a:xfrm>
            <a:off x="850257" y="2013217"/>
            <a:ext cx="4282678" cy="553348"/>
          </a:xfrm>
          <a:prstGeom prst="rightArrowCallout">
            <a:avLst/>
          </a:prstGeom>
          <a:solidFill>
            <a:srgbClr val="455F5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客户端首次请求</a:t>
            </a:r>
          </a:p>
        </p:txBody>
      </p:sp>
      <p:sp>
        <p:nvSpPr>
          <p:cNvPr id="15" name="标注: 右箭头 14">
            <a:extLst>
              <a:ext uri="{FF2B5EF4-FFF2-40B4-BE49-F238E27FC236}">
                <a16:creationId xmlns:a16="http://schemas.microsoft.com/office/drawing/2014/main" id="{837BD425-0DBF-75FE-D65C-0349D95B809F}"/>
              </a:ext>
            </a:extLst>
          </p:cNvPr>
          <p:cNvSpPr/>
          <p:nvPr/>
        </p:nvSpPr>
        <p:spPr>
          <a:xfrm>
            <a:off x="850257" y="4509248"/>
            <a:ext cx="4282678" cy="553348"/>
          </a:xfrm>
          <a:prstGeom prst="rightArrowCallout">
            <a:avLst/>
          </a:prstGeom>
          <a:solidFill>
            <a:srgbClr val="01B75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客户端再次请求</a:t>
            </a:r>
          </a:p>
        </p:txBody>
      </p:sp>
      <p:graphicFrame>
        <p:nvGraphicFramePr>
          <p:cNvPr id="16" name="内容占位符 5">
            <a:extLst>
              <a:ext uri="{FF2B5EF4-FFF2-40B4-BE49-F238E27FC236}">
                <a16:creationId xmlns:a16="http://schemas.microsoft.com/office/drawing/2014/main" id="{1C25C8F3-4028-3CB6-3069-8BF18759C38C}"/>
              </a:ext>
            </a:extLst>
          </p:cNvPr>
          <p:cNvGraphicFramePr>
            <a:graphicFrameLocks/>
          </p:cNvGraphicFramePr>
          <p:nvPr>
            <p:extLst>
              <p:ext uri="{D42A27DB-BD31-4B8C-83A1-F6EECF244321}">
                <p14:modId xmlns:p14="http://schemas.microsoft.com/office/powerpoint/2010/main" val="2676048415"/>
              </p:ext>
            </p:extLst>
          </p:nvPr>
        </p:nvGraphicFramePr>
        <p:xfrm>
          <a:off x="5786376" y="4227942"/>
          <a:ext cx="5924091" cy="274916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箭头: 下 1">
            <a:extLst>
              <a:ext uri="{FF2B5EF4-FFF2-40B4-BE49-F238E27FC236}">
                <a16:creationId xmlns:a16="http://schemas.microsoft.com/office/drawing/2014/main" id="{A46BE077-7B9C-AE49-2537-4F1A91A39465}"/>
              </a:ext>
            </a:extLst>
          </p:cNvPr>
          <p:cNvSpPr/>
          <p:nvPr/>
        </p:nvSpPr>
        <p:spPr>
          <a:xfrm rot="4187556">
            <a:off x="5470779" y="1177529"/>
            <a:ext cx="444356" cy="472075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5526CC00-7CD6-B97C-262E-B70F7D211CFD}"/>
              </a:ext>
            </a:extLst>
          </p:cNvPr>
          <p:cNvSpPr txBox="1"/>
          <p:nvPr/>
        </p:nvSpPr>
        <p:spPr>
          <a:xfrm rot="20303123">
            <a:off x="3526219" y="3026217"/>
            <a:ext cx="2903984" cy="646331"/>
          </a:xfrm>
          <a:prstGeom prst="rect">
            <a:avLst/>
          </a:prstGeom>
          <a:noFill/>
        </p:spPr>
        <p:txBody>
          <a:bodyPr wrap="square">
            <a:spAutoFit/>
          </a:bodyPr>
          <a:lstStyle/>
          <a:p>
            <a:r>
              <a:rPr lang="zh-CN" altLang="en-US"/>
              <a:t>浏览器自动转换为</a:t>
            </a:r>
          </a:p>
          <a:p>
            <a:r>
              <a:rPr lang="en-US" altLang="zh-CN"/>
              <a:t>If-Modified-Since</a:t>
            </a:r>
            <a:r>
              <a:rPr lang="zh-CN" altLang="en-US"/>
              <a:t>字段的值</a:t>
            </a:r>
          </a:p>
        </p:txBody>
      </p:sp>
    </p:spTree>
    <p:extLst>
      <p:ext uri="{BB962C8B-B14F-4D97-AF65-F5344CB8AC3E}">
        <p14:creationId xmlns:p14="http://schemas.microsoft.com/office/powerpoint/2010/main" val="1510429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3">
                                            <p:graphicEl>
                                              <a:dgm id="{246C5806-BE1E-4D40-9292-D849C8D65944}"/>
                                            </p:graphicEl>
                                          </p:spTgt>
                                        </p:tgtEl>
                                        <p:attrNameLst>
                                          <p:attrName>style.visibility</p:attrName>
                                        </p:attrNameLst>
                                      </p:cBhvr>
                                      <p:to>
                                        <p:strVal val="visible"/>
                                      </p:to>
                                    </p:set>
                                    <p:animEffect transition="in" filter="fade">
                                      <p:cBhvr>
                                        <p:cTn id="12" dur="1000"/>
                                        <p:tgtEl>
                                          <p:spTgt spid="13">
                                            <p:graphicEl>
                                              <a:dgm id="{246C5806-BE1E-4D40-9292-D849C8D65944}"/>
                                            </p:graphicEl>
                                          </p:spTgt>
                                        </p:tgtEl>
                                      </p:cBhvr>
                                    </p:animEffect>
                                    <p:anim calcmode="lin" valueType="num">
                                      <p:cBhvr>
                                        <p:cTn id="13" dur="1000" fill="hold"/>
                                        <p:tgtEl>
                                          <p:spTgt spid="13">
                                            <p:graphicEl>
                                              <a:dgm id="{246C5806-BE1E-4D40-9292-D849C8D65944}"/>
                                            </p:graphicEl>
                                          </p:spTgt>
                                        </p:tgtEl>
                                        <p:attrNameLst>
                                          <p:attrName>ppt_x</p:attrName>
                                        </p:attrNameLst>
                                      </p:cBhvr>
                                      <p:tavLst>
                                        <p:tav tm="0">
                                          <p:val>
                                            <p:strVal val="#ppt_x"/>
                                          </p:val>
                                        </p:tav>
                                        <p:tav tm="100000">
                                          <p:val>
                                            <p:strVal val="#ppt_x"/>
                                          </p:val>
                                        </p:tav>
                                      </p:tavLst>
                                    </p:anim>
                                    <p:anim calcmode="lin" valueType="num">
                                      <p:cBhvr>
                                        <p:cTn id="14" dur="1000" fill="hold"/>
                                        <p:tgtEl>
                                          <p:spTgt spid="13">
                                            <p:graphicEl>
                                              <a:dgm id="{246C5806-BE1E-4D40-9292-D849C8D65944}"/>
                                            </p:graphic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3">
                                            <p:graphicEl>
                                              <a:dgm id="{80279DDB-ACC1-407B-91A9-D6A28AB03E03}"/>
                                            </p:graphicEl>
                                          </p:spTgt>
                                        </p:tgtEl>
                                        <p:attrNameLst>
                                          <p:attrName>style.visibility</p:attrName>
                                        </p:attrNameLst>
                                      </p:cBhvr>
                                      <p:to>
                                        <p:strVal val="visible"/>
                                      </p:to>
                                    </p:set>
                                    <p:animEffect transition="in" filter="fade">
                                      <p:cBhvr>
                                        <p:cTn id="19" dur="1000"/>
                                        <p:tgtEl>
                                          <p:spTgt spid="13">
                                            <p:graphicEl>
                                              <a:dgm id="{80279DDB-ACC1-407B-91A9-D6A28AB03E03}"/>
                                            </p:graphicEl>
                                          </p:spTgt>
                                        </p:tgtEl>
                                      </p:cBhvr>
                                    </p:animEffect>
                                    <p:anim calcmode="lin" valueType="num">
                                      <p:cBhvr>
                                        <p:cTn id="20" dur="1000" fill="hold"/>
                                        <p:tgtEl>
                                          <p:spTgt spid="13">
                                            <p:graphicEl>
                                              <a:dgm id="{80279DDB-ACC1-407B-91A9-D6A28AB03E03}"/>
                                            </p:graphicEl>
                                          </p:spTgt>
                                        </p:tgtEl>
                                        <p:attrNameLst>
                                          <p:attrName>ppt_x</p:attrName>
                                        </p:attrNameLst>
                                      </p:cBhvr>
                                      <p:tavLst>
                                        <p:tav tm="0">
                                          <p:val>
                                            <p:strVal val="#ppt_x"/>
                                          </p:val>
                                        </p:tav>
                                        <p:tav tm="100000">
                                          <p:val>
                                            <p:strVal val="#ppt_x"/>
                                          </p:val>
                                        </p:tav>
                                      </p:tavLst>
                                    </p:anim>
                                    <p:anim calcmode="lin" valueType="num">
                                      <p:cBhvr>
                                        <p:cTn id="21" dur="1000" fill="hold"/>
                                        <p:tgtEl>
                                          <p:spTgt spid="13">
                                            <p:graphicEl>
                                              <a:dgm id="{80279DDB-ACC1-407B-91A9-D6A28AB03E03}"/>
                                            </p:graphic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graphicEl>
                                              <a:dgm id="{73CBEC61-DBB2-4316-8C75-5E32956CA555}"/>
                                            </p:graphicEl>
                                          </p:spTgt>
                                        </p:tgtEl>
                                        <p:attrNameLst>
                                          <p:attrName>style.visibility</p:attrName>
                                        </p:attrNameLst>
                                      </p:cBhvr>
                                      <p:to>
                                        <p:strVal val="visible"/>
                                      </p:to>
                                    </p:set>
                                    <p:animEffect transition="in" filter="fade">
                                      <p:cBhvr>
                                        <p:cTn id="24" dur="1000"/>
                                        <p:tgtEl>
                                          <p:spTgt spid="13">
                                            <p:graphicEl>
                                              <a:dgm id="{73CBEC61-DBB2-4316-8C75-5E32956CA555}"/>
                                            </p:graphicEl>
                                          </p:spTgt>
                                        </p:tgtEl>
                                      </p:cBhvr>
                                    </p:animEffect>
                                    <p:anim calcmode="lin" valueType="num">
                                      <p:cBhvr>
                                        <p:cTn id="25" dur="1000" fill="hold"/>
                                        <p:tgtEl>
                                          <p:spTgt spid="13">
                                            <p:graphicEl>
                                              <a:dgm id="{73CBEC61-DBB2-4316-8C75-5E32956CA555}"/>
                                            </p:graphicEl>
                                          </p:spTgt>
                                        </p:tgtEl>
                                        <p:attrNameLst>
                                          <p:attrName>ppt_x</p:attrName>
                                        </p:attrNameLst>
                                      </p:cBhvr>
                                      <p:tavLst>
                                        <p:tav tm="0">
                                          <p:val>
                                            <p:strVal val="#ppt_x"/>
                                          </p:val>
                                        </p:tav>
                                        <p:tav tm="100000">
                                          <p:val>
                                            <p:strVal val="#ppt_x"/>
                                          </p:val>
                                        </p:tav>
                                      </p:tavLst>
                                    </p:anim>
                                    <p:anim calcmode="lin" valueType="num">
                                      <p:cBhvr>
                                        <p:cTn id="26" dur="1000" fill="hold"/>
                                        <p:tgtEl>
                                          <p:spTgt spid="13">
                                            <p:graphicEl>
                                              <a:dgm id="{73CBEC61-DBB2-4316-8C75-5E32956CA555}"/>
                                            </p:graphic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3">
                                            <p:graphicEl>
                                              <a:dgm id="{D745E8D3-C440-4552-A5D9-3ED06B80D482}"/>
                                            </p:graphicEl>
                                          </p:spTgt>
                                        </p:tgtEl>
                                        <p:attrNameLst>
                                          <p:attrName>style.visibility</p:attrName>
                                        </p:attrNameLst>
                                      </p:cBhvr>
                                      <p:to>
                                        <p:strVal val="visible"/>
                                      </p:to>
                                    </p:set>
                                    <p:animEffect transition="in" filter="fade">
                                      <p:cBhvr>
                                        <p:cTn id="31" dur="1000"/>
                                        <p:tgtEl>
                                          <p:spTgt spid="13">
                                            <p:graphicEl>
                                              <a:dgm id="{D745E8D3-C440-4552-A5D9-3ED06B80D482}"/>
                                            </p:graphicEl>
                                          </p:spTgt>
                                        </p:tgtEl>
                                      </p:cBhvr>
                                    </p:animEffect>
                                    <p:anim calcmode="lin" valueType="num">
                                      <p:cBhvr>
                                        <p:cTn id="32" dur="1000" fill="hold"/>
                                        <p:tgtEl>
                                          <p:spTgt spid="13">
                                            <p:graphicEl>
                                              <a:dgm id="{D745E8D3-C440-4552-A5D9-3ED06B80D482}"/>
                                            </p:graphicEl>
                                          </p:spTgt>
                                        </p:tgtEl>
                                        <p:attrNameLst>
                                          <p:attrName>ppt_x</p:attrName>
                                        </p:attrNameLst>
                                      </p:cBhvr>
                                      <p:tavLst>
                                        <p:tav tm="0">
                                          <p:val>
                                            <p:strVal val="#ppt_x"/>
                                          </p:val>
                                        </p:tav>
                                        <p:tav tm="100000">
                                          <p:val>
                                            <p:strVal val="#ppt_x"/>
                                          </p:val>
                                        </p:tav>
                                      </p:tavLst>
                                    </p:anim>
                                    <p:anim calcmode="lin" valueType="num">
                                      <p:cBhvr>
                                        <p:cTn id="33" dur="1000" fill="hold"/>
                                        <p:tgtEl>
                                          <p:spTgt spid="13">
                                            <p:graphicEl>
                                              <a:dgm id="{D745E8D3-C440-4552-A5D9-3ED06B80D482}"/>
                                            </p:graphic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3">
                                            <p:graphicEl>
                                              <a:dgm id="{D0CB38BC-4D4B-432A-BA99-AB64C872E229}"/>
                                            </p:graphicEl>
                                          </p:spTgt>
                                        </p:tgtEl>
                                        <p:attrNameLst>
                                          <p:attrName>style.visibility</p:attrName>
                                        </p:attrNameLst>
                                      </p:cBhvr>
                                      <p:to>
                                        <p:strVal val="visible"/>
                                      </p:to>
                                    </p:set>
                                    <p:animEffect transition="in" filter="fade">
                                      <p:cBhvr>
                                        <p:cTn id="36" dur="1000"/>
                                        <p:tgtEl>
                                          <p:spTgt spid="13">
                                            <p:graphicEl>
                                              <a:dgm id="{D0CB38BC-4D4B-432A-BA99-AB64C872E229}"/>
                                            </p:graphicEl>
                                          </p:spTgt>
                                        </p:tgtEl>
                                      </p:cBhvr>
                                    </p:animEffect>
                                    <p:anim calcmode="lin" valueType="num">
                                      <p:cBhvr>
                                        <p:cTn id="37" dur="1000" fill="hold"/>
                                        <p:tgtEl>
                                          <p:spTgt spid="13">
                                            <p:graphicEl>
                                              <a:dgm id="{D0CB38BC-4D4B-432A-BA99-AB64C872E229}"/>
                                            </p:graphicEl>
                                          </p:spTgt>
                                        </p:tgtEl>
                                        <p:attrNameLst>
                                          <p:attrName>ppt_x</p:attrName>
                                        </p:attrNameLst>
                                      </p:cBhvr>
                                      <p:tavLst>
                                        <p:tav tm="0">
                                          <p:val>
                                            <p:strVal val="#ppt_x"/>
                                          </p:val>
                                        </p:tav>
                                        <p:tav tm="100000">
                                          <p:val>
                                            <p:strVal val="#ppt_x"/>
                                          </p:val>
                                        </p:tav>
                                      </p:tavLst>
                                    </p:anim>
                                    <p:anim calcmode="lin" valueType="num">
                                      <p:cBhvr>
                                        <p:cTn id="38" dur="1000" fill="hold"/>
                                        <p:tgtEl>
                                          <p:spTgt spid="13">
                                            <p:graphicEl>
                                              <a:dgm id="{D0CB38BC-4D4B-432A-BA99-AB64C872E229}"/>
                                            </p:graphic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right)">
                                      <p:cBhvr>
                                        <p:cTn id="43" dur="500"/>
                                        <p:tgtEl>
                                          <p:spTgt spid="2"/>
                                        </p:tgtEl>
                                      </p:cBhvr>
                                    </p:animEffect>
                                  </p:childTnLst>
                                </p:cTn>
                              </p:par>
                              <p:par>
                                <p:cTn id="44" presetID="42" presetClass="entr" presetSubtype="0" fill="hold" grpId="0" nodeType="with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fade">
                                      <p:cBhvr>
                                        <p:cTn id="46" dur="1000"/>
                                        <p:tgtEl>
                                          <p:spTgt spid="5"/>
                                        </p:tgtEl>
                                      </p:cBhvr>
                                    </p:animEffect>
                                    <p:anim calcmode="lin" valueType="num">
                                      <p:cBhvr>
                                        <p:cTn id="47" dur="1000" fill="hold"/>
                                        <p:tgtEl>
                                          <p:spTgt spid="5"/>
                                        </p:tgtEl>
                                        <p:attrNameLst>
                                          <p:attrName>ppt_x</p:attrName>
                                        </p:attrNameLst>
                                      </p:cBhvr>
                                      <p:tavLst>
                                        <p:tav tm="0">
                                          <p:val>
                                            <p:strVal val="#ppt_x"/>
                                          </p:val>
                                        </p:tav>
                                        <p:tav tm="100000">
                                          <p:val>
                                            <p:strVal val="#ppt_x"/>
                                          </p:val>
                                        </p:tav>
                                      </p:tavLst>
                                    </p:anim>
                                    <p:anim calcmode="lin" valueType="num">
                                      <p:cBhvr>
                                        <p:cTn id="4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left)">
                                      <p:cBhvr>
                                        <p:cTn id="53" dur="5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6">
                                            <p:graphicEl>
                                              <a:dgm id="{246C5806-BE1E-4D40-9292-D849C8D65944}"/>
                                            </p:graphicEl>
                                          </p:spTgt>
                                        </p:tgtEl>
                                        <p:attrNameLst>
                                          <p:attrName>style.visibility</p:attrName>
                                        </p:attrNameLst>
                                      </p:cBhvr>
                                      <p:to>
                                        <p:strVal val="visible"/>
                                      </p:to>
                                    </p:set>
                                    <p:animEffect transition="in" filter="fade">
                                      <p:cBhvr>
                                        <p:cTn id="58" dur="1000"/>
                                        <p:tgtEl>
                                          <p:spTgt spid="16">
                                            <p:graphicEl>
                                              <a:dgm id="{246C5806-BE1E-4D40-9292-D849C8D65944}"/>
                                            </p:graphicEl>
                                          </p:spTgt>
                                        </p:tgtEl>
                                      </p:cBhvr>
                                    </p:animEffect>
                                    <p:anim calcmode="lin" valueType="num">
                                      <p:cBhvr>
                                        <p:cTn id="59" dur="1000" fill="hold"/>
                                        <p:tgtEl>
                                          <p:spTgt spid="16">
                                            <p:graphicEl>
                                              <a:dgm id="{246C5806-BE1E-4D40-9292-D849C8D65944}"/>
                                            </p:graphicEl>
                                          </p:spTgt>
                                        </p:tgtEl>
                                        <p:attrNameLst>
                                          <p:attrName>ppt_x</p:attrName>
                                        </p:attrNameLst>
                                      </p:cBhvr>
                                      <p:tavLst>
                                        <p:tav tm="0">
                                          <p:val>
                                            <p:strVal val="#ppt_x"/>
                                          </p:val>
                                        </p:tav>
                                        <p:tav tm="100000">
                                          <p:val>
                                            <p:strVal val="#ppt_x"/>
                                          </p:val>
                                        </p:tav>
                                      </p:tavLst>
                                    </p:anim>
                                    <p:anim calcmode="lin" valueType="num">
                                      <p:cBhvr>
                                        <p:cTn id="60" dur="1000" fill="hold"/>
                                        <p:tgtEl>
                                          <p:spTgt spid="16">
                                            <p:graphicEl>
                                              <a:dgm id="{246C5806-BE1E-4D40-9292-D849C8D65944}"/>
                                            </p:graphicEl>
                                          </p:spTgt>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16">
                                            <p:graphicEl>
                                              <a:dgm id="{80279DDB-ACC1-407B-91A9-D6A28AB03E03}"/>
                                            </p:graphicEl>
                                          </p:spTgt>
                                        </p:tgtEl>
                                        <p:attrNameLst>
                                          <p:attrName>style.visibility</p:attrName>
                                        </p:attrNameLst>
                                      </p:cBhvr>
                                      <p:to>
                                        <p:strVal val="visible"/>
                                      </p:to>
                                    </p:set>
                                    <p:animEffect transition="in" filter="fade">
                                      <p:cBhvr>
                                        <p:cTn id="65" dur="1000"/>
                                        <p:tgtEl>
                                          <p:spTgt spid="16">
                                            <p:graphicEl>
                                              <a:dgm id="{80279DDB-ACC1-407B-91A9-D6A28AB03E03}"/>
                                            </p:graphicEl>
                                          </p:spTgt>
                                        </p:tgtEl>
                                      </p:cBhvr>
                                    </p:animEffect>
                                    <p:anim calcmode="lin" valueType="num">
                                      <p:cBhvr>
                                        <p:cTn id="66" dur="1000" fill="hold"/>
                                        <p:tgtEl>
                                          <p:spTgt spid="16">
                                            <p:graphicEl>
                                              <a:dgm id="{80279DDB-ACC1-407B-91A9-D6A28AB03E03}"/>
                                            </p:graphicEl>
                                          </p:spTgt>
                                        </p:tgtEl>
                                        <p:attrNameLst>
                                          <p:attrName>ppt_x</p:attrName>
                                        </p:attrNameLst>
                                      </p:cBhvr>
                                      <p:tavLst>
                                        <p:tav tm="0">
                                          <p:val>
                                            <p:strVal val="#ppt_x"/>
                                          </p:val>
                                        </p:tav>
                                        <p:tav tm="100000">
                                          <p:val>
                                            <p:strVal val="#ppt_x"/>
                                          </p:val>
                                        </p:tav>
                                      </p:tavLst>
                                    </p:anim>
                                    <p:anim calcmode="lin" valueType="num">
                                      <p:cBhvr>
                                        <p:cTn id="67" dur="1000" fill="hold"/>
                                        <p:tgtEl>
                                          <p:spTgt spid="16">
                                            <p:graphicEl>
                                              <a:dgm id="{80279DDB-ACC1-407B-91A9-D6A28AB03E03}"/>
                                            </p:graphicEl>
                                          </p:spTgt>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6">
                                            <p:graphicEl>
                                              <a:dgm id="{73CBEC61-DBB2-4316-8C75-5E32956CA555}"/>
                                            </p:graphicEl>
                                          </p:spTgt>
                                        </p:tgtEl>
                                        <p:attrNameLst>
                                          <p:attrName>style.visibility</p:attrName>
                                        </p:attrNameLst>
                                      </p:cBhvr>
                                      <p:to>
                                        <p:strVal val="visible"/>
                                      </p:to>
                                    </p:set>
                                    <p:animEffect transition="in" filter="fade">
                                      <p:cBhvr>
                                        <p:cTn id="70" dur="1000"/>
                                        <p:tgtEl>
                                          <p:spTgt spid="16">
                                            <p:graphicEl>
                                              <a:dgm id="{73CBEC61-DBB2-4316-8C75-5E32956CA555}"/>
                                            </p:graphicEl>
                                          </p:spTgt>
                                        </p:tgtEl>
                                      </p:cBhvr>
                                    </p:animEffect>
                                    <p:anim calcmode="lin" valueType="num">
                                      <p:cBhvr>
                                        <p:cTn id="71" dur="1000" fill="hold"/>
                                        <p:tgtEl>
                                          <p:spTgt spid="16">
                                            <p:graphicEl>
                                              <a:dgm id="{73CBEC61-DBB2-4316-8C75-5E32956CA555}"/>
                                            </p:graphicEl>
                                          </p:spTgt>
                                        </p:tgtEl>
                                        <p:attrNameLst>
                                          <p:attrName>ppt_x</p:attrName>
                                        </p:attrNameLst>
                                      </p:cBhvr>
                                      <p:tavLst>
                                        <p:tav tm="0">
                                          <p:val>
                                            <p:strVal val="#ppt_x"/>
                                          </p:val>
                                        </p:tav>
                                        <p:tav tm="100000">
                                          <p:val>
                                            <p:strVal val="#ppt_x"/>
                                          </p:val>
                                        </p:tav>
                                      </p:tavLst>
                                    </p:anim>
                                    <p:anim calcmode="lin" valueType="num">
                                      <p:cBhvr>
                                        <p:cTn id="72" dur="1000" fill="hold"/>
                                        <p:tgtEl>
                                          <p:spTgt spid="16">
                                            <p:graphicEl>
                                              <a:dgm id="{73CBEC61-DBB2-4316-8C75-5E32956CA555}"/>
                                            </p:graphic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6">
                                            <p:graphicEl>
                                              <a:dgm id="{D745E8D3-C440-4552-A5D9-3ED06B80D482}"/>
                                            </p:graphicEl>
                                          </p:spTgt>
                                        </p:tgtEl>
                                        <p:attrNameLst>
                                          <p:attrName>style.visibility</p:attrName>
                                        </p:attrNameLst>
                                      </p:cBhvr>
                                      <p:to>
                                        <p:strVal val="visible"/>
                                      </p:to>
                                    </p:set>
                                    <p:animEffect transition="in" filter="fade">
                                      <p:cBhvr>
                                        <p:cTn id="77" dur="1000"/>
                                        <p:tgtEl>
                                          <p:spTgt spid="16">
                                            <p:graphicEl>
                                              <a:dgm id="{D745E8D3-C440-4552-A5D9-3ED06B80D482}"/>
                                            </p:graphicEl>
                                          </p:spTgt>
                                        </p:tgtEl>
                                      </p:cBhvr>
                                    </p:animEffect>
                                    <p:anim calcmode="lin" valueType="num">
                                      <p:cBhvr>
                                        <p:cTn id="78" dur="1000" fill="hold"/>
                                        <p:tgtEl>
                                          <p:spTgt spid="16">
                                            <p:graphicEl>
                                              <a:dgm id="{D745E8D3-C440-4552-A5D9-3ED06B80D482}"/>
                                            </p:graphicEl>
                                          </p:spTgt>
                                        </p:tgtEl>
                                        <p:attrNameLst>
                                          <p:attrName>ppt_x</p:attrName>
                                        </p:attrNameLst>
                                      </p:cBhvr>
                                      <p:tavLst>
                                        <p:tav tm="0">
                                          <p:val>
                                            <p:strVal val="#ppt_x"/>
                                          </p:val>
                                        </p:tav>
                                        <p:tav tm="100000">
                                          <p:val>
                                            <p:strVal val="#ppt_x"/>
                                          </p:val>
                                        </p:tav>
                                      </p:tavLst>
                                    </p:anim>
                                    <p:anim calcmode="lin" valueType="num">
                                      <p:cBhvr>
                                        <p:cTn id="79" dur="1000" fill="hold"/>
                                        <p:tgtEl>
                                          <p:spTgt spid="16">
                                            <p:graphicEl>
                                              <a:dgm id="{D745E8D3-C440-4552-A5D9-3ED06B80D482}"/>
                                            </p:graphicEl>
                                          </p:spTgt>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6">
                                            <p:graphicEl>
                                              <a:dgm id="{D0CB38BC-4D4B-432A-BA99-AB64C872E229}"/>
                                            </p:graphicEl>
                                          </p:spTgt>
                                        </p:tgtEl>
                                        <p:attrNameLst>
                                          <p:attrName>style.visibility</p:attrName>
                                        </p:attrNameLst>
                                      </p:cBhvr>
                                      <p:to>
                                        <p:strVal val="visible"/>
                                      </p:to>
                                    </p:set>
                                    <p:animEffect transition="in" filter="fade">
                                      <p:cBhvr>
                                        <p:cTn id="82" dur="1000"/>
                                        <p:tgtEl>
                                          <p:spTgt spid="16">
                                            <p:graphicEl>
                                              <a:dgm id="{D0CB38BC-4D4B-432A-BA99-AB64C872E229}"/>
                                            </p:graphicEl>
                                          </p:spTgt>
                                        </p:tgtEl>
                                      </p:cBhvr>
                                    </p:animEffect>
                                    <p:anim calcmode="lin" valueType="num">
                                      <p:cBhvr>
                                        <p:cTn id="83" dur="1000" fill="hold"/>
                                        <p:tgtEl>
                                          <p:spTgt spid="16">
                                            <p:graphicEl>
                                              <a:dgm id="{D0CB38BC-4D4B-432A-BA99-AB64C872E229}"/>
                                            </p:graphicEl>
                                          </p:spTgt>
                                        </p:tgtEl>
                                        <p:attrNameLst>
                                          <p:attrName>ppt_x</p:attrName>
                                        </p:attrNameLst>
                                      </p:cBhvr>
                                      <p:tavLst>
                                        <p:tav tm="0">
                                          <p:val>
                                            <p:strVal val="#ppt_x"/>
                                          </p:val>
                                        </p:tav>
                                        <p:tav tm="100000">
                                          <p:val>
                                            <p:strVal val="#ppt_x"/>
                                          </p:val>
                                        </p:tav>
                                      </p:tavLst>
                                    </p:anim>
                                    <p:anim calcmode="lin" valueType="num">
                                      <p:cBhvr>
                                        <p:cTn id="84" dur="1000" fill="hold"/>
                                        <p:tgtEl>
                                          <p:spTgt spid="16">
                                            <p:graphicEl>
                                              <a:dgm id="{D0CB38BC-4D4B-432A-BA99-AB64C872E229}"/>
                                            </p:graphicEl>
                                          </p:spTgt>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16">
                                            <p:graphicEl>
                                              <a:dgm id="{344E676D-F30F-4041-A1F1-A88EC83930BB}"/>
                                            </p:graphicEl>
                                          </p:spTgt>
                                        </p:tgtEl>
                                        <p:attrNameLst>
                                          <p:attrName>style.visibility</p:attrName>
                                        </p:attrNameLst>
                                      </p:cBhvr>
                                      <p:to>
                                        <p:strVal val="visible"/>
                                      </p:to>
                                    </p:set>
                                    <p:animEffect transition="in" filter="fade">
                                      <p:cBhvr>
                                        <p:cTn id="89" dur="1000"/>
                                        <p:tgtEl>
                                          <p:spTgt spid="16">
                                            <p:graphicEl>
                                              <a:dgm id="{344E676D-F30F-4041-A1F1-A88EC83930BB}"/>
                                            </p:graphicEl>
                                          </p:spTgt>
                                        </p:tgtEl>
                                      </p:cBhvr>
                                    </p:animEffect>
                                    <p:anim calcmode="lin" valueType="num">
                                      <p:cBhvr>
                                        <p:cTn id="90" dur="1000" fill="hold"/>
                                        <p:tgtEl>
                                          <p:spTgt spid="16">
                                            <p:graphicEl>
                                              <a:dgm id="{344E676D-F30F-4041-A1F1-A88EC83930BB}"/>
                                            </p:graphicEl>
                                          </p:spTgt>
                                        </p:tgtEl>
                                        <p:attrNameLst>
                                          <p:attrName>ppt_x</p:attrName>
                                        </p:attrNameLst>
                                      </p:cBhvr>
                                      <p:tavLst>
                                        <p:tav tm="0">
                                          <p:val>
                                            <p:strVal val="#ppt_x"/>
                                          </p:val>
                                        </p:tav>
                                        <p:tav tm="100000">
                                          <p:val>
                                            <p:strVal val="#ppt_x"/>
                                          </p:val>
                                        </p:tav>
                                      </p:tavLst>
                                    </p:anim>
                                    <p:anim calcmode="lin" valueType="num">
                                      <p:cBhvr>
                                        <p:cTn id="91" dur="1000" fill="hold"/>
                                        <p:tgtEl>
                                          <p:spTgt spid="16">
                                            <p:graphicEl>
                                              <a:dgm id="{344E676D-F30F-4041-A1F1-A88EC83930BB}"/>
                                            </p:graphicEl>
                                          </p:spTgt>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16">
                                            <p:graphicEl>
                                              <a:dgm id="{3E506D36-53C4-4825-9B17-CB3B8ABFF7F7}"/>
                                            </p:graphicEl>
                                          </p:spTgt>
                                        </p:tgtEl>
                                        <p:attrNameLst>
                                          <p:attrName>style.visibility</p:attrName>
                                        </p:attrNameLst>
                                      </p:cBhvr>
                                      <p:to>
                                        <p:strVal val="visible"/>
                                      </p:to>
                                    </p:set>
                                    <p:animEffect transition="in" filter="fade">
                                      <p:cBhvr>
                                        <p:cTn id="94" dur="1000"/>
                                        <p:tgtEl>
                                          <p:spTgt spid="16">
                                            <p:graphicEl>
                                              <a:dgm id="{3E506D36-53C4-4825-9B17-CB3B8ABFF7F7}"/>
                                            </p:graphicEl>
                                          </p:spTgt>
                                        </p:tgtEl>
                                      </p:cBhvr>
                                    </p:animEffect>
                                    <p:anim calcmode="lin" valueType="num">
                                      <p:cBhvr>
                                        <p:cTn id="95" dur="1000" fill="hold"/>
                                        <p:tgtEl>
                                          <p:spTgt spid="16">
                                            <p:graphicEl>
                                              <a:dgm id="{3E506D36-53C4-4825-9B17-CB3B8ABFF7F7}"/>
                                            </p:graphicEl>
                                          </p:spTgt>
                                        </p:tgtEl>
                                        <p:attrNameLst>
                                          <p:attrName>ppt_x</p:attrName>
                                        </p:attrNameLst>
                                      </p:cBhvr>
                                      <p:tavLst>
                                        <p:tav tm="0">
                                          <p:val>
                                            <p:strVal val="#ppt_x"/>
                                          </p:val>
                                        </p:tav>
                                        <p:tav tm="100000">
                                          <p:val>
                                            <p:strVal val="#ppt_x"/>
                                          </p:val>
                                        </p:tav>
                                      </p:tavLst>
                                    </p:anim>
                                    <p:anim calcmode="lin" valueType="num">
                                      <p:cBhvr>
                                        <p:cTn id="96" dur="1000" fill="hold"/>
                                        <p:tgtEl>
                                          <p:spTgt spid="16">
                                            <p:graphicEl>
                                              <a:dgm id="{3E506D36-53C4-4825-9B17-CB3B8ABFF7F7}"/>
                                            </p:graphicEl>
                                          </p:spTgt>
                                        </p:tgtEl>
                                        <p:attrNameLst>
                                          <p:attrName>ppt_y</p:attrName>
                                        </p:attrNameLst>
                                      </p:cBhvr>
                                      <p:tavLst>
                                        <p:tav tm="0">
                                          <p:val>
                                            <p:strVal val="#ppt_y+.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42" presetClass="entr" presetSubtype="0" fill="hold" grpId="0" nodeType="clickEffect">
                                  <p:stCondLst>
                                    <p:cond delay="0"/>
                                  </p:stCondLst>
                                  <p:childTnLst>
                                    <p:set>
                                      <p:cBhvr>
                                        <p:cTn id="100" dur="1" fill="hold">
                                          <p:stCondLst>
                                            <p:cond delay="0"/>
                                          </p:stCondLst>
                                        </p:cTn>
                                        <p:tgtEl>
                                          <p:spTgt spid="16">
                                            <p:graphicEl>
                                              <a:dgm id="{3D359B19-2F73-4801-874A-671F3748D917}"/>
                                            </p:graphicEl>
                                          </p:spTgt>
                                        </p:tgtEl>
                                        <p:attrNameLst>
                                          <p:attrName>style.visibility</p:attrName>
                                        </p:attrNameLst>
                                      </p:cBhvr>
                                      <p:to>
                                        <p:strVal val="visible"/>
                                      </p:to>
                                    </p:set>
                                    <p:animEffect transition="in" filter="fade">
                                      <p:cBhvr>
                                        <p:cTn id="101" dur="1000"/>
                                        <p:tgtEl>
                                          <p:spTgt spid="16">
                                            <p:graphicEl>
                                              <a:dgm id="{3D359B19-2F73-4801-874A-671F3748D917}"/>
                                            </p:graphicEl>
                                          </p:spTgt>
                                        </p:tgtEl>
                                      </p:cBhvr>
                                    </p:animEffect>
                                    <p:anim calcmode="lin" valueType="num">
                                      <p:cBhvr>
                                        <p:cTn id="102" dur="1000" fill="hold"/>
                                        <p:tgtEl>
                                          <p:spTgt spid="16">
                                            <p:graphicEl>
                                              <a:dgm id="{3D359B19-2F73-4801-874A-671F3748D917}"/>
                                            </p:graphicEl>
                                          </p:spTgt>
                                        </p:tgtEl>
                                        <p:attrNameLst>
                                          <p:attrName>ppt_x</p:attrName>
                                        </p:attrNameLst>
                                      </p:cBhvr>
                                      <p:tavLst>
                                        <p:tav tm="0">
                                          <p:val>
                                            <p:strVal val="#ppt_x"/>
                                          </p:val>
                                        </p:tav>
                                        <p:tav tm="100000">
                                          <p:val>
                                            <p:strVal val="#ppt_x"/>
                                          </p:val>
                                        </p:tav>
                                      </p:tavLst>
                                    </p:anim>
                                    <p:anim calcmode="lin" valueType="num">
                                      <p:cBhvr>
                                        <p:cTn id="103" dur="1000" fill="hold"/>
                                        <p:tgtEl>
                                          <p:spTgt spid="16">
                                            <p:graphicEl>
                                              <a:dgm id="{3D359B19-2F73-4801-874A-671F3748D917}"/>
                                            </p:graphicEl>
                                          </p:spTgt>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16">
                                            <p:graphicEl>
                                              <a:dgm id="{7EACF0ED-553C-4E12-8D6F-D77B28A2795B}"/>
                                            </p:graphicEl>
                                          </p:spTgt>
                                        </p:tgtEl>
                                        <p:attrNameLst>
                                          <p:attrName>style.visibility</p:attrName>
                                        </p:attrNameLst>
                                      </p:cBhvr>
                                      <p:to>
                                        <p:strVal val="visible"/>
                                      </p:to>
                                    </p:set>
                                    <p:animEffect transition="in" filter="fade">
                                      <p:cBhvr>
                                        <p:cTn id="106" dur="1000"/>
                                        <p:tgtEl>
                                          <p:spTgt spid="16">
                                            <p:graphicEl>
                                              <a:dgm id="{7EACF0ED-553C-4E12-8D6F-D77B28A2795B}"/>
                                            </p:graphicEl>
                                          </p:spTgt>
                                        </p:tgtEl>
                                      </p:cBhvr>
                                    </p:animEffect>
                                    <p:anim calcmode="lin" valueType="num">
                                      <p:cBhvr>
                                        <p:cTn id="107" dur="1000" fill="hold"/>
                                        <p:tgtEl>
                                          <p:spTgt spid="16">
                                            <p:graphicEl>
                                              <a:dgm id="{7EACF0ED-553C-4E12-8D6F-D77B28A2795B}"/>
                                            </p:graphicEl>
                                          </p:spTgt>
                                        </p:tgtEl>
                                        <p:attrNameLst>
                                          <p:attrName>ppt_x</p:attrName>
                                        </p:attrNameLst>
                                      </p:cBhvr>
                                      <p:tavLst>
                                        <p:tav tm="0">
                                          <p:val>
                                            <p:strVal val="#ppt_x"/>
                                          </p:val>
                                        </p:tav>
                                        <p:tav tm="100000">
                                          <p:val>
                                            <p:strVal val="#ppt_x"/>
                                          </p:val>
                                        </p:tav>
                                      </p:tavLst>
                                    </p:anim>
                                    <p:anim calcmode="lin" valueType="num">
                                      <p:cBhvr>
                                        <p:cTn id="108" dur="1000" fill="hold"/>
                                        <p:tgtEl>
                                          <p:spTgt spid="16">
                                            <p:graphicEl>
                                              <a:dgm id="{7EACF0ED-553C-4E12-8D6F-D77B28A2795B}"/>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uiExpand="1">
        <p:bldSub>
          <a:bldDgm bld="one"/>
        </p:bldSub>
      </p:bldGraphic>
      <p:bldP spid="14" grpId="0" animBg="1"/>
      <p:bldP spid="15" grpId="0" animBg="1"/>
      <p:bldGraphic spid="16" grpId="0">
        <p:bldSub>
          <a:bldDgm bld="one"/>
        </p:bldSub>
      </p:bldGraphic>
      <p:bldP spid="2" grpId="0" animBg="1"/>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F4D790FB-EAAC-D268-77D0-BE4AE0C87FF0}"/>
              </a:ext>
            </a:extLst>
          </p:cNvPr>
          <p:cNvPicPr>
            <a:picLocks noGrp="1" noChangeAspect="1"/>
          </p:cNvPicPr>
          <p:nvPr>
            <p:ph sz="quarter" idx="19"/>
          </p:nvPr>
        </p:nvPicPr>
        <p:blipFill>
          <a:blip r:embed="rId3"/>
          <a:stretch>
            <a:fillRect/>
          </a:stretch>
        </p:blipFill>
        <p:spPr>
          <a:xfrm>
            <a:off x="850256" y="1102526"/>
            <a:ext cx="5461000" cy="2326474"/>
          </a:xfrm>
          <a:prstGeom prst="rect">
            <a:avLst/>
          </a:prstGeom>
          <a:ln>
            <a:solidFill>
              <a:schemeClr val="accent1"/>
            </a:solidFill>
          </a:ln>
        </p:spPr>
      </p:pic>
      <p:sp>
        <p:nvSpPr>
          <p:cNvPr id="4" name="文本占位符 3">
            <a:extLst>
              <a:ext uri="{FF2B5EF4-FFF2-40B4-BE49-F238E27FC236}">
                <a16:creationId xmlns:a16="http://schemas.microsoft.com/office/drawing/2014/main" id="{0967422D-8C24-B346-A20F-CB8F810769D4}"/>
              </a:ext>
            </a:extLst>
          </p:cNvPr>
          <p:cNvSpPr>
            <a:spLocks noGrp="1"/>
          </p:cNvSpPr>
          <p:nvPr>
            <p:ph type="body" sz="quarter" idx="18"/>
          </p:nvPr>
        </p:nvSpPr>
        <p:spPr/>
        <p:txBody>
          <a:bodyPr/>
          <a:lstStyle/>
          <a:p>
            <a:r>
              <a:rPr lang="zh-CN" altLang="en-US"/>
              <a:t>缓存控制效果</a:t>
            </a:r>
          </a:p>
        </p:txBody>
      </p:sp>
      <p:pic>
        <p:nvPicPr>
          <p:cNvPr id="11" name="内容占位符 7">
            <a:extLst>
              <a:ext uri="{FF2B5EF4-FFF2-40B4-BE49-F238E27FC236}">
                <a16:creationId xmlns:a16="http://schemas.microsoft.com/office/drawing/2014/main" id="{435664D3-88B4-2C8C-1A7C-7CFF6448858E}"/>
              </a:ext>
            </a:extLst>
          </p:cNvPr>
          <p:cNvPicPr>
            <a:picLocks noChangeAspect="1"/>
          </p:cNvPicPr>
          <p:nvPr/>
        </p:nvPicPr>
        <p:blipFill>
          <a:blip r:embed="rId4"/>
          <a:stretch>
            <a:fillRect/>
          </a:stretch>
        </p:blipFill>
        <p:spPr>
          <a:xfrm>
            <a:off x="850256" y="3514778"/>
            <a:ext cx="5461000" cy="1983996"/>
          </a:xfrm>
          <a:prstGeom prst="rect">
            <a:avLst/>
          </a:prstGeom>
          <a:ln>
            <a:solidFill>
              <a:schemeClr val="accent1"/>
            </a:solidFill>
          </a:ln>
        </p:spPr>
      </p:pic>
      <p:sp>
        <p:nvSpPr>
          <p:cNvPr id="15" name="内容占位符 14">
            <a:extLst>
              <a:ext uri="{FF2B5EF4-FFF2-40B4-BE49-F238E27FC236}">
                <a16:creationId xmlns:a16="http://schemas.microsoft.com/office/drawing/2014/main" id="{4CFAF0A8-8205-9FCB-8E2F-7A569D722F93}"/>
              </a:ext>
            </a:extLst>
          </p:cNvPr>
          <p:cNvSpPr>
            <a:spLocks noGrp="1"/>
          </p:cNvSpPr>
          <p:nvPr>
            <p:ph sz="quarter" idx="20"/>
          </p:nvPr>
        </p:nvSpPr>
        <p:spPr>
          <a:xfrm>
            <a:off x="6508741" y="3786911"/>
            <a:ext cx="5461000" cy="2897668"/>
          </a:xfrm>
        </p:spPr>
        <p:txBody>
          <a:bodyPr/>
          <a:lstStyle/>
          <a:p>
            <a:r>
              <a:rPr lang="zh-CN" altLang="en-US"/>
              <a:t>客户端把同一个查询结果缓存</a:t>
            </a:r>
            <a:r>
              <a:rPr lang="en-US" altLang="zh-CN"/>
              <a:t>3600</a:t>
            </a:r>
            <a:r>
              <a:rPr lang="zh-CN" altLang="en-US"/>
              <a:t>秒（</a:t>
            </a:r>
            <a:r>
              <a:rPr lang="en-US" altLang="zh-CN"/>
              <a:t>1</a:t>
            </a:r>
            <a:r>
              <a:rPr lang="zh-CN" altLang="en-US"/>
              <a:t>小时）</a:t>
            </a:r>
            <a:endParaRPr lang="en-US" altLang="zh-CN"/>
          </a:p>
          <a:p>
            <a:r>
              <a:rPr lang="zh-CN" altLang="en-US"/>
              <a:t>解读：地址和参数相同的请求，如果距离上一次请求时间没有超过</a:t>
            </a:r>
            <a:r>
              <a:rPr lang="en-US" altLang="zh-CN"/>
              <a:t>10</a:t>
            </a:r>
            <a:r>
              <a:rPr lang="zh-CN" altLang="en-US"/>
              <a:t>分钟，就使用客户端本地请求，而非真的去服务器端查询结果</a:t>
            </a:r>
          </a:p>
        </p:txBody>
      </p:sp>
      <p:pic>
        <p:nvPicPr>
          <p:cNvPr id="16" name="内容占位符 12">
            <a:extLst>
              <a:ext uri="{FF2B5EF4-FFF2-40B4-BE49-F238E27FC236}">
                <a16:creationId xmlns:a16="http://schemas.microsoft.com/office/drawing/2014/main" id="{D025C389-AA60-C21D-E549-7BE4656E4428}"/>
              </a:ext>
            </a:extLst>
          </p:cNvPr>
          <p:cNvPicPr>
            <a:picLocks noChangeAspect="1"/>
          </p:cNvPicPr>
          <p:nvPr/>
        </p:nvPicPr>
        <p:blipFill>
          <a:blip r:embed="rId5"/>
          <a:stretch>
            <a:fillRect/>
          </a:stretch>
        </p:blipFill>
        <p:spPr>
          <a:xfrm>
            <a:off x="6471964" y="959441"/>
            <a:ext cx="5461000" cy="2827470"/>
          </a:xfrm>
          <a:prstGeom prst="rect">
            <a:avLst/>
          </a:prstGeom>
        </p:spPr>
      </p:pic>
    </p:spTree>
    <p:extLst>
      <p:ext uri="{BB962C8B-B14F-4D97-AF65-F5344CB8AC3E}">
        <p14:creationId xmlns:p14="http://schemas.microsoft.com/office/powerpoint/2010/main" val="10285981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a:extLst>
              <a:ext uri="{FF2B5EF4-FFF2-40B4-BE49-F238E27FC236}">
                <a16:creationId xmlns:a16="http://schemas.microsoft.com/office/drawing/2014/main" id="{1F6C5236-5C39-8EB4-6084-BF133037E89E}"/>
              </a:ext>
            </a:extLst>
          </p:cNvPr>
          <p:cNvPicPr>
            <a:picLocks noGrp="1" noChangeAspect="1"/>
          </p:cNvPicPr>
          <p:nvPr>
            <p:ph sz="quarter" idx="19"/>
          </p:nvPr>
        </p:nvPicPr>
        <p:blipFill>
          <a:blip r:embed="rId2"/>
          <a:stretch>
            <a:fillRect/>
          </a:stretch>
        </p:blipFill>
        <p:spPr>
          <a:xfrm>
            <a:off x="850900" y="2512659"/>
            <a:ext cx="5461000" cy="2408944"/>
          </a:xfrm>
          <a:prstGeom prst="rect">
            <a:avLst/>
          </a:prstGeom>
        </p:spPr>
      </p:pic>
      <p:sp>
        <p:nvSpPr>
          <p:cNvPr id="5" name="内容占位符 4">
            <a:extLst>
              <a:ext uri="{FF2B5EF4-FFF2-40B4-BE49-F238E27FC236}">
                <a16:creationId xmlns:a16="http://schemas.microsoft.com/office/drawing/2014/main" id="{944E4D84-BC83-C48D-F05A-315DCBDB679C}"/>
              </a:ext>
            </a:extLst>
          </p:cNvPr>
          <p:cNvSpPr>
            <a:spLocks noGrp="1"/>
          </p:cNvSpPr>
          <p:nvPr>
            <p:ph sz="quarter" idx="20"/>
          </p:nvPr>
        </p:nvSpPr>
        <p:spPr/>
        <p:txBody>
          <a:bodyPr/>
          <a:lstStyle/>
          <a:p>
            <a:r>
              <a:rPr lang="zh-CN" altLang="en-US"/>
              <a:t>强缓存是指浏览器在缓存有效期内不再发送请求，直接使用本地缓存。</a:t>
            </a:r>
            <a:endParaRPr lang="en-US" altLang="zh-CN"/>
          </a:p>
          <a:p>
            <a:r>
              <a:rPr lang="zh-CN" altLang="en-US"/>
              <a:t>缓存的有效时间由首次请求收到的响应头中的 </a:t>
            </a:r>
            <a:r>
              <a:rPr lang="en-US" altLang="zh-CN"/>
              <a:t>Cache-Control </a:t>
            </a:r>
            <a:r>
              <a:rPr lang="zh-CN" altLang="en-US"/>
              <a:t>决定。 </a:t>
            </a:r>
          </a:p>
        </p:txBody>
      </p:sp>
      <p:sp>
        <p:nvSpPr>
          <p:cNvPr id="2" name="文本占位符 1">
            <a:extLst>
              <a:ext uri="{FF2B5EF4-FFF2-40B4-BE49-F238E27FC236}">
                <a16:creationId xmlns:a16="http://schemas.microsoft.com/office/drawing/2014/main" id="{FBFB2959-F239-20E2-11B0-4C4E9634B877}"/>
              </a:ext>
            </a:extLst>
          </p:cNvPr>
          <p:cNvSpPr>
            <a:spLocks noGrp="1"/>
          </p:cNvSpPr>
          <p:nvPr>
            <p:ph type="body" sz="quarter" idx="18"/>
          </p:nvPr>
        </p:nvSpPr>
        <p:spPr/>
        <p:txBody>
          <a:bodyPr/>
          <a:lstStyle/>
          <a:p>
            <a:r>
              <a:rPr lang="en-US" altLang="zh-CN"/>
              <a:t>HTTP </a:t>
            </a:r>
            <a:r>
              <a:rPr lang="zh-CN" altLang="en-US"/>
              <a:t>缓存头</a:t>
            </a:r>
            <a:r>
              <a:rPr lang="en-US" altLang="zh-CN"/>
              <a:t>——</a:t>
            </a:r>
            <a:r>
              <a:rPr lang="zh-CN" altLang="en-US"/>
              <a:t>强缓存</a:t>
            </a:r>
          </a:p>
        </p:txBody>
      </p:sp>
    </p:spTree>
    <p:extLst>
      <p:ext uri="{BB962C8B-B14F-4D97-AF65-F5344CB8AC3E}">
        <p14:creationId xmlns:p14="http://schemas.microsoft.com/office/powerpoint/2010/main" val="756238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3A4AC53C-A4CE-0948-E611-D054E2ACF32D}"/>
              </a:ext>
            </a:extLst>
          </p:cNvPr>
          <p:cNvSpPr>
            <a:spLocks noGrp="1"/>
          </p:cNvSpPr>
          <p:nvPr>
            <p:ph type="body" idx="1"/>
          </p:nvPr>
        </p:nvSpPr>
        <p:spPr/>
        <p:txBody>
          <a:bodyPr/>
          <a:lstStyle/>
          <a:p>
            <a:r>
              <a:rPr lang="zh-CN" altLang="en-US"/>
              <a:t>首次请求</a:t>
            </a:r>
          </a:p>
        </p:txBody>
      </p:sp>
      <p:sp>
        <p:nvSpPr>
          <p:cNvPr id="7" name="文本占位符 6">
            <a:extLst>
              <a:ext uri="{FF2B5EF4-FFF2-40B4-BE49-F238E27FC236}">
                <a16:creationId xmlns:a16="http://schemas.microsoft.com/office/drawing/2014/main" id="{5533FBB4-20F4-0918-BE50-4BC5C060FD70}"/>
              </a:ext>
            </a:extLst>
          </p:cNvPr>
          <p:cNvSpPr>
            <a:spLocks noGrp="1"/>
          </p:cNvSpPr>
          <p:nvPr>
            <p:ph type="body" sz="quarter" idx="3"/>
          </p:nvPr>
        </p:nvSpPr>
        <p:spPr/>
        <p:txBody>
          <a:bodyPr/>
          <a:lstStyle/>
          <a:p>
            <a:r>
              <a:rPr lang="zh-CN" altLang="en-US"/>
              <a:t>重复请求中验证缓存</a:t>
            </a:r>
          </a:p>
        </p:txBody>
      </p:sp>
      <p:pic>
        <p:nvPicPr>
          <p:cNvPr id="6" name="内容占位符 5">
            <a:extLst>
              <a:ext uri="{FF2B5EF4-FFF2-40B4-BE49-F238E27FC236}">
                <a16:creationId xmlns:a16="http://schemas.microsoft.com/office/drawing/2014/main" id="{97935DF9-622C-9CCE-95DD-5E5C6AD5C845}"/>
              </a:ext>
            </a:extLst>
          </p:cNvPr>
          <p:cNvPicPr>
            <a:picLocks noGrp="1" noChangeAspect="1"/>
          </p:cNvPicPr>
          <p:nvPr>
            <p:ph sz="quarter" idx="19"/>
          </p:nvPr>
        </p:nvPicPr>
        <p:blipFill>
          <a:blip r:embed="rId2"/>
          <a:stretch>
            <a:fillRect/>
          </a:stretch>
        </p:blipFill>
        <p:spPr>
          <a:xfrm>
            <a:off x="588963" y="3232759"/>
            <a:ext cx="4859337" cy="1760908"/>
          </a:xfrm>
          <a:prstGeom prst="rect">
            <a:avLst/>
          </a:prstGeom>
        </p:spPr>
      </p:pic>
      <p:pic>
        <p:nvPicPr>
          <p:cNvPr id="11" name="内容占位符 10">
            <a:extLst>
              <a:ext uri="{FF2B5EF4-FFF2-40B4-BE49-F238E27FC236}">
                <a16:creationId xmlns:a16="http://schemas.microsoft.com/office/drawing/2014/main" id="{FE911F67-903D-1CE9-89B4-195B8AAE01F8}"/>
              </a:ext>
            </a:extLst>
          </p:cNvPr>
          <p:cNvPicPr>
            <a:picLocks noGrp="1" noChangeAspect="1"/>
          </p:cNvPicPr>
          <p:nvPr>
            <p:ph sz="quarter" idx="20"/>
          </p:nvPr>
        </p:nvPicPr>
        <p:blipFill>
          <a:blip r:embed="rId3"/>
          <a:stretch>
            <a:fillRect/>
          </a:stretch>
        </p:blipFill>
        <p:spPr>
          <a:xfrm>
            <a:off x="6029325" y="2005920"/>
            <a:ext cx="5184775" cy="4214585"/>
          </a:xfrm>
          <a:prstGeom prst="rect">
            <a:avLst/>
          </a:prstGeom>
        </p:spPr>
      </p:pic>
      <p:sp>
        <p:nvSpPr>
          <p:cNvPr id="8" name="文本占位符 7">
            <a:extLst>
              <a:ext uri="{FF2B5EF4-FFF2-40B4-BE49-F238E27FC236}">
                <a16:creationId xmlns:a16="http://schemas.microsoft.com/office/drawing/2014/main" id="{B7FE50B3-5FC0-B02D-7737-13AB406C9BDC}"/>
              </a:ext>
            </a:extLst>
          </p:cNvPr>
          <p:cNvSpPr>
            <a:spLocks noGrp="1"/>
          </p:cNvSpPr>
          <p:nvPr>
            <p:ph type="body" sz="quarter" idx="18"/>
          </p:nvPr>
        </p:nvSpPr>
        <p:spPr/>
        <p:txBody>
          <a:bodyPr/>
          <a:lstStyle/>
          <a:p>
            <a:r>
              <a:rPr lang="en-US" altLang="zh-CN"/>
              <a:t>HTTP </a:t>
            </a:r>
            <a:r>
              <a:rPr lang="zh-CN" altLang="en-US"/>
              <a:t>缓存头</a:t>
            </a:r>
            <a:r>
              <a:rPr lang="en-US" altLang="zh-CN"/>
              <a:t>——</a:t>
            </a:r>
            <a:r>
              <a:rPr lang="zh-CN" altLang="en-US"/>
              <a:t>协商缓存（验证缓存）</a:t>
            </a:r>
          </a:p>
        </p:txBody>
      </p:sp>
    </p:spTree>
    <p:extLst>
      <p:ext uri="{BB962C8B-B14F-4D97-AF65-F5344CB8AC3E}">
        <p14:creationId xmlns:p14="http://schemas.microsoft.com/office/powerpoint/2010/main" val="13511571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EBF46B62-5357-9860-5E88-7DB4CD874479}"/>
              </a:ext>
            </a:extLst>
          </p:cNvPr>
          <p:cNvSpPr>
            <a:spLocks noGrp="1"/>
          </p:cNvSpPr>
          <p:nvPr>
            <p:ph type="body" sz="quarter" idx="18"/>
          </p:nvPr>
        </p:nvSpPr>
        <p:spPr/>
        <p:txBody>
          <a:bodyPr/>
          <a:lstStyle/>
          <a:p>
            <a:r>
              <a:rPr lang="en-US" altLang="zh-CN" b="1"/>
              <a:t>gmdate()</a:t>
            </a:r>
          </a:p>
        </p:txBody>
      </p:sp>
      <p:pic>
        <p:nvPicPr>
          <p:cNvPr id="6" name="内容占位符 5">
            <a:extLst>
              <a:ext uri="{FF2B5EF4-FFF2-40B4-BE49-F238E27FC236}">
                <a16:creationId xmlns:a16="http://schemas.microsoft.com/office/drawing/2014/main" id="{635DA259-D7CD-BC02-BD88-8C90F8F92CBD}"/>
              </a:ext>
            </a:extLst>
          </p:cNvPr>
          <p:cNvPicPr>
            <a:picLocks noGrp="1" noChangeAspect="1"/>
          </p:cNvPicPr>
          <p:nvPr>
            <p:ph sz="quarter" idx="19"/>
          </p:nvPr>
        </p:nvPicPr>
        <p:blipFill>
          <a:blip r:embed="rId2"/>
          <a:stretch>
            <a:fillRect/>
          </a:stretch>
        </p:blipFill>
        <p:spPr>
          <a:xfrm>
            <a:off x="1606389" y="1600428"/>
            <a:ext cx="8366265" cy="3770711"/>
          </a:xfrm>
          <a:prstGeom prst="rect">
            <a:avLst/>
          </a:prstGeom>
        </p:spPr>
      </p:pic>
    </p:spTree>
    <p:extLst>
      <p:ext uri="{BB962C8B-B14F-4D97-AF65-F5344CB8AC3E}">
        <p14:creationId xmlns:p14="http://schemas.microsoft.com/office/powerpoint/2010/main" val="33010255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DE29325-2747-639B-FE62-A219F0A9A595}"/>
              </a:ext>
            </a:extLst>
          </p:cNvPr>
          <p:cNvSpPr>
            <a:spLocks noGrp="1"/>
          </p:cNvSpPr>
          <p:nvPr>
            <p:ph type="body" sz="quarter" idx="18"/>
          </p:nvPr>
        </p:nvSpPr>
        <p:spPr/>
        <p:txBody>
          <a:bodyPr/>
          <a:lstStyle/>
          <a:p>
            <a:r>
              <a:rPr lang="zh-CN" altLang="en-US"/>
              <a:t>数据表表的字段调整</a:t>
            </a:r>
          </a:p>
        </p:txBody>
      </p:sp>
      <p:graphicFrame>
        <p:nvGraphicFramePr>
          <p:cNvPr id="6" name="内容占位符 5">
            <a:extLst>
              <a:ext uri="{FF2B5EF4-FFF2-40B4-BE49-F238E27FC236}">
                <a16:creationId xmlns:a16="http://schemas.microsoft.com/office/drawing/2014/main" id="{8234113B-C898-937A-6194-1B0836EDEDAE}"/>
              </a:ext>
            </a:extLst>
          </p:cNvPr>
          <p:cNvGraphicFramePr>
            <a:graphicFrameLocks noGrp="1"/>
          </p:cNvGraphicFramePr>
          <p:nvPr>
            <p:ph sz="quarter" idx="19"/>
            <p:extLst>
              <p:ext uri="{D42A27DB-BD31-4B8C-83A1-F6EECF244321}">
                <p14:modId xmlns:p14="http://schemas.microsoft.com/office/powerpoint/2010/main" val="4075467960"/>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845089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3EDB341-0661-108A-33F6-AD812054F543}"/>
              </a:ext>
            </a:extLst>
          </p:cNvPr>
          <p:cNvSpPr>
            <a:spLocks noGrp="1"/>
          </p:cNvSpPr>
          <p:nvPr>
            <p:ph type="body" sz="quarter" idx="18"/>
          </p:nvPr>
        </p:nvSpPr>
        <p:spPr/>
        <p:txBody>
          <a:bodyPr/>
          <a:lstStyle/>
          <a:p>
            <a:r>
              <a:rPr lang="zh-CN" altLang="en-US"/>
              <a:t>练习</a:t>
            </a:r>
          </a:p>
        </p:txBody>
      </p:sp>
      <p:sp>
        <p:nvSpPr>
          <p:cNvPr id="3" name="内容占位符 2">
            <a:extLst>
              <a:ext uri="{FF2B5EF4-FFF2-40B4-BE49-F238E27FC236}">
                <a16:creationId xmlns:a16="http://schemas.microsoft.com/office/drawing/2014/main" id="{4E0EE49E-AC30-FDD7-622E-789EA53794F8}"/>
              </a:ext>
            </a:extLst>
          </p:cNvPr>
          <p:cNvSpPr>
            <a:spLocks noGrp="1"/>
          </p:cNvSpPr>
          <p:nvPr>
            <p:ph sz="quarter" idx="19"/>
          </p:nvPr>
        </p:nvSpPr>
        <p:spPr/>
        <p:txBody>
          <a:bodyPr/>
          <a:lstStyle/>
          <a:p>
            <a:r>
              <a:rPr lang="zh-CN" altLang="en-US"/>
              <a:t>为</a:t>
            </a:r>
            <a:r>
              <a:rPr lang="en-US" altLang="zh-CN"/>
              <a:t>task</a:t>
            </a:r>
            <a:r>
              <a:rPr lang="zh-CN" altLang="en-US"/>
              <a:t>和</a:t>
            </a:r>
            <a:r>
              <a:rPr lang="en-US" altLang="zh-CN"/>
              <a:t>score</a:t>
            </a:r>
            <a:r>
              <a:rPr lang="zh-CN" altLang="en-US"/>
              <a:t>表添加字段，保存记录最后的修改时间。</a:t>
            </a:r>
          </a:p>
        </p:txBody>
      </p:sp>
    </p:spTree>
    <p:extLst>
      <p:ext uri="{BB962C8B-B14F-4D97-AF65-F5344CB8AC3E}">
        <p14:creationId xmlns:p14="http://schemas.microsoft.com/office/powerpoint/2010/main" val="15029234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B198C14-B913-4717-5D50-49E973F39625}"/>
              </a:ext>
            </a:extLst>
          </p:cNvPr>
          <p:cNvSpPr>
            <a:spLocks noGrp="1"/>
          </p:cNvSpPr>
          <p:nvPr>
            <p:ph type="body" sz="quarter" idx="18"/>
          </p:nvPr>
        </p:nvSpPr>
        <p:spPr/>
        <p:txBody>
          <a:bodyPr/>
          <a:lstStyle/>
          <a:p>
            <a:r>
              <a:rPr lang="zh-CN" altLang="en-US"/>
              <a:t>作业二</a:t>
            </a:r>
          </a:p>
        </p:txBody>
      </p:sp>
      <p:pic>
        <p:nvPicPr>
          <p:cNvPr id="5" name="内容占位符 4">
            <a:extLst>
              <a:ext uri="{FF2B5EF4-FFF2-40B4-BE49-F238E27FC236}">
                <a16:creationId xmlns:a16="http://schemas.microsoft.com/office/drawing/2014/main" id="{B28E04B9-C229-5FF4-F8AC-DB79011AB328}"/>
              </a:ext>
            </a:extLst>
          </p:cNvPr>
          <p:cNvPicPr>
            <a:picLocks noGrp="1" noChangeAspect="1"/>
          </p:cNvPicPr>
          <p:nvPr>
            <p:ph sz="quarter" idx="19"/>
          </p:nvPr>
        </p:nvPicPr>
        <p:blipFill>
          <a:blip r:embed="rId2"/>
          <a:stretch>
            <a:fillRect/>
          </a:stretch>
        </p:blipFill>
        <p:spPr>
          <a:xfrm>
            <a:off x="1771613" y="836613"/>
            <a:ext cx="8705924" cy="5761037"/>
          </a:xfrm>
          <a:prstGeom prst="rect">
            <a:avLst/>
          </a:prstGeom>
        </p:spPr>
      </p:pic>
    </p:spTree>
    <p:extLst>
      <p:ext uri="{BB962C8B-B14F-4D97-AF65-F5344CB8AC3E}">
        <p14:creationId xmlns:p14="http://schemas.microsoft.com/office/powerpoint/2010/main" val="11292910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AE16AB2-0EC2-C20E-D8A0-9C4EC0F6C363}"/>
              </a:ext>
            </a:extLst>
          </p:cNvPr>
          <p:cNvSpPr>
            <a:spLocks noGrp="1"/>
          </p:cNvSpPr>
          <p:nvPr>
            <p:ph type="body" sz="quarter" idx="18"/>
          </p:nvPr>
        </p:nvSpPr>
        <p:spPr/>
        <p:txBody>
          <a:bodyPr/>
          <a:lstStyle/>
          <a:p>
            <a:r>
              <a:rPr lang="en-US" altLang="zh-CN"/>
              <a:t>Sess</a:t>
            </a:r>
            <a:r>
              <a:rPr lang="zh-CN" altLang="en-US"/>
              <a:t>类关于缓存控制的相关方法</a:t>
            </a:r>
          </a:p>
        </p:txBody>
      </p:sp>
      <p:pic>
        <p:nvPicPr>
          <p:cNvPr id="8" name="内容占位符 7">
            <a:extLst>
              <a:ext uri="{FF2B5EF4-FFF2-40B4-BE49-F238E27FC236}">
                <a16:creationId xmlns:a16="http://schemas.microsoft.com/office/drawing/2014/main" id="{60CD50C8-E1DE-EB63-CFC0-7733D57DD35E}"/>
              </a:ext>
            </a:extLst>
          </p:cNvPr>
          <p:cNvPicPr>
            <a:picLocks noGrp="1" noChangeAspect="1"/>
          </p:cNvPicPr>
          <p:nvPr>
            <p:ph sz="quarter" idx="19"/>
          </p:nvPr>
        </p:nvPicPr>
        <p:blipFill>
          <a:blip r:embed="rId2"/>
          <a:stretch>
            <a:fillRect/>
          </a:stretch>
        </p:blipFill>
        <p:spPr>
          <a:xfrm>
            <a:off x="850256" y="1088013"/>
            <a:ext cx="5461000" cy="4277224"/>
          </a:xfrm>
          <a:prstGeom prst="rect">
            <a:avLst/>
          </a:prstGeom>
          <a:ln>
            <a:solidFill>
              <a:schemeClr val="accent1"/>
            </a:solidFill>
          </a:ln>
        </p:spPr>
      </p:pic>
      <p:sp>
        <p:nvSpPr>
          <p:cNvPr id="4" name="文本框 3">
            <a:extLst>
              <a:ext uri="{FF2B5EF4-FFF2-40B4-BE49-F238E27FC236}">
                <a16:creationId xmlns:a16="http://schemas.microsoft.com/office/drawing/2014/main" id="{50F8C2D0-0500-2DCA-956B-3ECEB8CA2CD2}"/>
              </a:ext>
            </a:extLst>
          </p:cNvPr>
          <p:cNvSpPr txBox="1"/>
          <p:nvPr/>
        </p:nvSpPr>
        <p:spPr>
          <a:xfrm>
            <a:off x="1747049" y="5690033"/>
            <a:ext cx="8789746" cy="645433"/>
          </a:xfrm>
          <a:prstGeom prst="rect">
            <a:avLst/>
          </a:prstGeom>
          <a:noFill/>
        </p:spPr>
        <p:txBody>
          <a:bodyPr wrap="square">
            <a:spAutoFit/>
          </a:bodyPr>
          <a:lstStyle/>
          <a:p>
            <a:pPr>
              <a:lnSpc>
                <a:spcPts val="1425"/>
              </a:lnSpc>
              <a:buNone/>
            </a:pPr>
            <a:r>
              <a:rPr lang="en-US" altLang="zh-CN" b="0" i="1">
                <a:solidFill>
                  <a:srgbClr val="2F86D2"/>
                </a:solidFill>
                <a:effectLst/>
                <a:latin typeface="Consolas" panose="020B0609020204030204" pitchFamily="49" charset="0"/>
              </a:rPr>
              <a:t>55</a:t>
            </a:r>
            <a:r>
              <a:rPr lang="zh-CN" altLang="en-US" b="0" i="1">
                <a:solidFill>
                  <a:srgbClr val="2F86D2"/>
                </a:solidFill>
                <a:effectLst/>
                <a:latin typeface="Consolas" panose="020B0609020204030204" pitchFamily="49" charset="0"/>
              </a:rPr>
              <a:t>行也可以使用如下脚本：</a:t>
            </a:r>
            <a:endParaRPr lang="en-US" altLang="zh-CN" b="0" i="1">
              <a:solidFill>
                <a:srgbClr val="2F86D2"/>
              </a:solidFill>
              <a:effectLst/>
              <a:latin typeface="Consolas" panose="020B0609020204030204" pitchFamily="49" charset="0"/>
            </a:endParaRPr>
          </a:p>
          <a:p>
            <a:pPr>
              <a:lnSpc>
                <a:spcPts val="1425"/>
              </a:lnSpc>
              <a:buNone/>
            </a:pPr>
            <a:endParaRPr lang="en-US" altLang="zh-CN" b="0" i="1">
              <a:solidFill>
                <a:srgbClr val="2F86D2"/>
              </a:solidFill>
              <a:effectLst/>
              <a:latin typeface="Consolas" panose="020B0609020204030204" pitchFamily="49" charset="0"/>
            </a:endParaRPr>
          </a:p>
          <a:p>
            <a:pPr>
              <a:lnSpc>
                <a:spcPts val="1425"/>
              </a:lnSpc>
              <a:buNone/>
            </a:pPr>
            <a:r>
              <a:rPr lang="en-US" altLang="zh-CN" b="0" i="1">
                <a:solidFill>
                  <a:srgbClr val="2F86D2"/>
                </a:solidFill>
                <a:effectLst/>
                <a:latin typeface="Consolas" panose="020B0609020204030204" pitchFamily="49" charset="0"/>
              </a:rPr>
              <a:t>$ifModifiedSince</a:t>
            </a:r>
            <a:r>
              <a:rPr lang="en-US" altLang="zh-CN" b="0">
                <a:solidFill>
                  <a:srgbClr val="236EBF"/>
                </a:solidFill>
                <a:effectLst/>
                <a:latin typeface="Consolas" panose="020B0609020204030204" pitchFamily="49" charset="0"/>
              </a:rPr>
              <a:t> </a:t>
            </a:r>
            <a:r>
              <a:rPr lang="en-US" altLang="zh-CN" b="0" i="1">
                <a:solidFill>
                  <a:srgbClr val="7B30D0"/>
                </a:solidFill>
                <a:effectLst/>
                <a:latin typeface="Consolas" panose="020B0609020204030204" pitchFamily="49" charset="0"/>
              </a:rPr>
              <a:t>=</a:t>
            </a:r>
            <a:r>
              <a:rPr lang="en-US" altLang="zh-CN" b="0">
                <a:solidFill>
                  <a:srgbClr val="236EBF"/>
                </a:solidFill>
                <a:effectLst/>
                <a:latin typeface="Consolas" panose="020B0609020204030204" pitchFamily="49" charset="0"/>
              </a:rPr>
              <a:t> </a:t>
            </a:r>
            <a:r>
              <a:rPr lang="en-US" altLang="zh-CN" b="0">
                <a:solidFill>
                  <a:srgbClr val="08134A"/>
                </a:solidFill>
                <a:effectLst/>
                <a:latin typeface="Consolas" panose="020B0609020204030204" pitchFamily="49" charset="0"/>
              </a:rPr>
              <a:t>getallheaders</a:t>
            </a:r>
            <a:r>
              <a:rPr lang="en-US" altLang="zh-CN" b="0">
                <a:solidFill>
                  <a:srgbClr val="236EBF"/>
                </a:solidFill>
                <a:effectLst/>
                <a:latin typeface="Consolas" panose="020B0609020204030204" pitchFamily="49" charset="0"/>
              </a:rPr>
              <a:t>()[</a:t>
            </a:r>
            <a:r>
              <a:rPr lang="en-US" altLang="zh-CN" b="0">
                <a:solidFill>
                  <a:srgbClr val="D86DB6"/>
                </a:solidFill>
                <a:effectLst/>
                <a:latin typeface="Consolas" panose="020B0609020204030204" pitchFamily="49" charset="0"/>
              </a:rPr>
              <a:t>'</a:t>
            </a:r>
            <a:r>
              <a:rPr lang="en-US" altLang="zh-CN" b="0">
                <a:solidFill>
                  <a:srgbClr val="A44185"/>
                </a:solidFill>
                <a:effectLst/>
                <a:latin typeface="Consolas" panose="020B0609020204030204" pitchFamily="49" charset="0"/>
              </a:rPr>
              <a:t>If-Modified-Since</a:t>
            </a:r>
            <a:r>
              <a:rPr lang="en-US" altLang="zh-CN" b="0">
                <a:solidFill>
                  <a:srgbClr val="D86DB6"/>
                </a:solidFill>
                <a:effectLst/>
                <a:latin typeface="Consolas" panose="020B0609020204030204" pitchFamily="49" charset="0"/>
              </a:rPr>
              <a:t>'</a:t>
            </a:r>
            <a:r>
              <a:rPr lang="en-US" altLang="zh-CN" b="0">
                <a:solidFill>
                  <a:srgbClr val="236EBF"/>
                </a:solidFill>
                <a:effectLst/>
                <a:latin typeface="Consolas" panose="020B0609020204030204" pitchFamily="49" charset="0"/>
              </a:rPr>
              <a:t>] </a:t>
            </a:r>
            <a:r>
              <a:rPr lang="en-US" altLang="zh-CN" b="0" i="1">
                <a:solidFill>
                  <a:srgbClr val="7B30D0"/>
                </a:solidFill>
                <a:effectLst/>
                <a:latin typeface="Consolas" panose="020B0609020204030204" pitchFamily="49" charset="0"/>
              </a:rPr>
              <a:t>??</a:t>
            </a:r>
            <a:r>
              <a:rPr lang="en-US" altLang="zh-CN" b="0">
                <a:solidFill>
                  <a:srgbClr val="236EBF"/>
                </a:solidFill>
                <a:effectLst/>
                <a:latin typeface="Consolas" panose="020B0609020204030204" pitchFamily="49" charset="0"/>
              </a:rPr>
              <a:t> </a:t>
            </a:r>
            <a:r>
              <a:rPr lang="en-US" altLang="zh-CN" b="0">
                <a:solidFill>
                  <a:srgbClr val="D86DB6"/>
                </a:solidFill>
                <a:effectLst/>
                <a:latin typeface="Consolas" panose="020B0609020204030204" pitchFamily="49" charset="0"/>
              </a:rPr>
              <a:t>''</a:t>
            </a:r>
            <a:r>
              <a:rPr lang="en-US" altLang="zh-CN" b="0">
                <a:solidFill>
                  <a:srgbClr val="236EBF"/>
                </a:solidFill>
                <a:effectLst/>
                <a:latin typeface="Consolas" panose="020B0609020204030204" pitchFamily="49" charset="0"/>
              </a:rPr>
              <a:t>;</a:t>
            </a:r>
          </a:p>
        </p:txBody>
      </p:sp>
      <p:pic>
        <p:nvPicPr>
          <p:cNvPr id="9" name="内容占位符 8">
            <a:extLst>
              <a:ext uri="{FF2B5EF4-FFF2-40B4-BE49-F238E27FC236}">
                <a16:creationId xmlns:a16="http://schemas.microsoft.com/office/drawing/2014/main" id="{E96D6E46-CF16-93EE-0043-04ACADA8B629}"/>
              </a:ext>
            </a:extLst>
          </p:cNvPr>
          <p:cNvPicPr>
            <a:picLocks noGrp="1" noChangeAspect="1"/>
          </p:cNvPicPr>
          <p:nvPr>
            <p:ph sz="quarter" idx="20"/>
          </p:nvPr>
        </p:nvPicPr>
        <p:blipFill>
          <a:blip r:embed="rId3"/>
          <a:stretch>
            <a:fillRect/>
          </a:stretch>
        </p:blipFill>
        <p:spPr>
          <a:xfrm>
            <a:off x="6442137" y="1088013"/>
            <a:ext cx="5461000" cy="2127131"/>
          </a:xfrm>
          <a:prstGeom prst="rect">
            <a:avLst/>
          </a:prstGeom>
          <a:ln>
            <a:solidFill>
              <a:schemeClr val="accent1"/>
            </a:solidFill>
          </a:ln>
        </p:spPr>
      </p:pic>
    </p:spTree>
    <p:extLst>
      <p:ext uri="{BB962C8B-B14F-4D97-AF65-F5344CB8AC3E}">
        <p14:creationId xmlns:p14="http://schemas.microsoft.com/office/powerpoint/2010/main" val="39848875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F7B3A-6FB0-0AED-7297-FAC9E4007348}"/>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230EF0C3-A66F-037C-45A6-A6F32F1E5A7F}"/>
              </a:ext>
            </a:extLst>
          </p:cNvPr>
          <p:cNvSpPr>
            <a:spLocks noGrp="1"/>
          </p:cNvSpPr>
          <p:nvPr>
            <p:ph type="body" sz="quarter" idx="18"/>
          </p:nvPr>
        </p:nvSpPr>
        <p:spPr/>
        <p:txBody>
          <a:bodyPr/>
          <a:lstStyle/>
          <a:p>
            <a:r>
              <a:rPr lang="en-US" altLang="zh-CN"/>
              <a:t>Task</a:t>
            </a:r>
            <a:r>
              <a:rPr lang="zh-CN" altLang="zh-CN"/>
              <a:t>类的</a:t>
            </a:r>
            <a:r>
              <a:rPr lang="en-US" altLang="zh-CN"/>
              <a:t>search</a:t>
            </a:r>
            <a:r>
              <a:rPr lang="zh-CN" altLang="zh-CN"/>
              <a:t>方法因此需要增加缓存控制逻辑</a:t>
            </a:r>
            <a:endParaRPr lang="zh-CN" altLang="en-US"/>
          </a:p>
        </p:txBody>
      </p:sp>
      <p:pic>
        <p:nvPicPr>
          <p:cNvPr id="5" name="内容占位符 4">
            <a:extLst>
              <a:ext uri="{FF2B5EF4-FFF2-40B4-BE49-F238E27FC236}">
                <a16:creationId xmlns:a16="http://schemas.microsoft.com/office/drawing/2014/main" id="{0D920525-F378-AA3A-9B7F-CAE3486E8E54}"/>
              </a:ext>
            </a:extLst>
          </p:cNvPr>
          <p:cNvPicPr>
            <a:picLocks noGrp="1" noChangeAspect="1"/>
          </p:cNvPicPr>
          <p:nvPr>
            <p:ph sz="quarter" idx="19"/>
          </p:nvPr>
        </p:nvPicPr>
        <p:blipFill>
          <a:blip r:embed="rId3"/>
          <a:stretch>
            <a:fillRect/>
          </a:stretch>
        </p:blipFill>
        <p:spPr>
          <a:xfrm>
            <a:off x="3259627" y="836613"/>
            <a:ext cx="5729896" cy="5761037"/>
          </a:xfrm>
          <a:prstGeom prst="rect">
            <a:avLst/>
          </a:prstGeom>
          <a:ln>
            <a:solidFill>
              <a:schemeClr val="accent1"/>
            </a:solidFill>
          </a:ln>
        </p:spPr>
      </p:pic>
    </p:spTree>
    <p:extLst>
      <p:ext uri="{BB962C8B-B14F-4D97-AF65-F5344CB8AC3E}">
        <p14:creationId xmlns:p14="http://schemas.microsoft.com/office/powerpoint/2010/main" val="1756418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7A9C7B2-32F8-08F1-C888-30289E60209A}"/>
              </a:ext>
            </a:extLst>
          </p:cNvPr>
          <p:cNvSpPr>
            <a:spLocks noGrp="1"/>
          </p:cNvSpPr>
          <p:nvPr>
            <p:ph type="body" sz="quarter" idx="18"/>
          </p:nvPr>
        </p:nvSpPr>
        <p:spPr/>
        <p:txBody>
          <a:bodyPr/>
          <a:lstStyle/>
          <a:p>
            <a:r>
              <a:rPr lang="zh-CN" altLang="en-US"/>
              <a:t>老师首次查询请求结果</a:t>
            </a:r>
          </a:p>
        </p:txBody>
      </p:sp>
      <p:pic>
        <p:nvPicPr>
          <p:cNvPr id="6" name="内容占位符 5">
            <a:extLst>
              <a:ext uri="{FF2B5EF4-FFF2-40B4-BE49-F238E27FC236}">
                <a16:creationId xmlns:a16="http://schemas.microsoft.com/office/drawing/2014/main" id="{C5989EE3-8271-2B0E-6BE8-10514EB33484}"/>
              </a:ext>
            </a:extLst>
          </p:cNvPr>
          <p:cNvPicPr>
            <a:picLocks noGrp="1" noChangeAspect="1"/>
          </p:cNvPicPr>
          <p:nvPr>
            <p:ph sz="quarter" idx="19"/>
          </p:nvPr>
        </p:nvPicPr>
        <p:blipFill>
          <a:blip r:embed="rId3"/>
          <a:stretch>
            <a:fillRect/>
          </a:stretch>
        </p:blipFill>
        <p:spPr>
          <a:xfrm>
            <a:off x="850900" y="1458021"/>
            <a:ext cx="5461000" cy="4518221"/>
          </a:xfrm>
          <a:prstGeom prst="rect">
            <a:avLst/>
          </a:prstGeom>
          <a:ln>
            <a:solidFill>
              <a:schemeClr val="accent1"/>
            </a:solidFill>
          </a:ln>
        </p:spPr>
      </p:pic>
      <p:pic>
        <p:nvPicPr>
          <p:cNvPr id="10" name="内容占位符 9">
            <a:extLst>
              <a:ext uri="{FF2B5EF4-FFF2-40B4-BE49-F238E27FC236}">
                <a16:creationId xmlns:a16="http://schemas.microsoft.com/office/drawing/2014/main" id="{23DCBF80-8762-4533-FD0E-CFD6717FAFD9}"/>
              </a:ext>
            </a:extLst>
          </p:cNvPr>
          <p:cNvPicPr>
            <a:picLocks noGrp="1" noChangeAspect="1"/>
          </p:cNvPicPr>
          <p:nvPr>
            <p:ph sz="quarter" idx="20"/>
          </p:nvPr>
        </p:nvPicPr>
        <p:blipFill>
          <a:blip r:embed="rId4"/>
          <a:stretch>
            <a:fillRect/>
          </a:stretch>
        </p:blipFill>
        <p:spPr>
          <a:xfrm>
            <a:off x="7347897" y="991614"/>
            <a:ext cx="3798076" cy="5329238"/>
          </a:xfrm>
          <a:prstGeom prst="rect">
            <a:avLst/>
          </a:prstGeom>
          <a:ln>
            <a:solidFill>
              <a:schemeClr val="accent1"/>
            </a:solidFill>
          </a:ln>
        </p:spPr>
      </p:pic>
    </p:spTree>
    <p:extLst>
      <p:ext uri="{BB962C8B-B14F-4D97-AF65-F5344CB8AC3E}">
        <p14:creationId xmlns:p14="http://schemas.microsoft.com/office/powerpoint/2010/main" val="26795840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F3DE9DC7-81B9-E809-1FF2-F09A438402E4}"/>
              </a:ext>
            </a:extLst>
          </p:cNvPr>
          <p:cNvPicPr>
            <a:picLocks noGrp="1" noChangeAspect="1"/>
          </p:cNvPicPr>
          <p:nvPr>
            <p:ph sz="quarter" idx="19"/>
          </p:nvPr>
        </p:nvPicPr>
        <p:blipFill>
          <a:blip r:embed="rId2"/>
          <a:stretch>
            <a:fillRect/>
          </a:stretch>
        </p:blipFill>
        <p:spPr>
          <a:xfrm>
            <a:off x="850900" y="1422387"/>
            <a:ext cx="5461000" cy="4589488"/>
          </a:xfrm>
          <a:prstGeom prst="rect">
            <a:avLst/>
          </a:prstGeom>
          <a:ln>
            <a:solidFill>
              <a:schemeClr val="accent1"/>
            </a:solidFill>
          </a:ln>
        </p:spPr>
      </p:pic>
      <p:pic>
        <p:nvPicPr>
          <p:cNvPr id="8" name="内容占位符 7">
            <a:extLst>
              <a:ext uri="{FF2B5EF4-FFF2-40B4-BE49-F238E27FC236}">
                <a16:creationId xmlns:a16="http://schemas.microsoft.com/office/drawing/2014/main" id="{24CDC854-FE2B-75D3-5322-88385C6A4426}"/>
              </a:ext>
            </a:extLst>
          </p:cNvPr>
          <p:cNvPicPr>
            <a:picLocks noGrp="1" noChangeAspect="1"/>
          </p:cNvPicPr>
          <p:nvPr>
            <p:ph sz="quarter" idx="20"/>
          </p:nvPr>
        </p:nvPicPr>
        <p:blipFill>
          <a:blip r:embed="rId3"/>
          <a:stretch>
            <a:fillRect/>
          </a:stretch>
        </p:blipFill>
        <p:spPr>
          <a:xfrm>
            <a:off x="6385805" y="1422387"/>
            <a:ext cx="5461000" cy="2688384"/>
          </a:xfrm>
          <a:prstGeom prst="rect">
            <a:avLst/>
          </a:prstGeom>
          <a:ln>
            <a:solidFill>
              <a:schemeClr val="accent1"/>
            </a:solidFill>
          </a:ln>
        </p:spPr>
      </p:pic>
      <p:sp>
        <p:nvSpPr>
          <p:cNvPr id="4" name="文本占位符 3">
            <a:extLst>
              <a:ext uri="{FF2B5EF4-FFF2-40B4-BE49-F238E27FC236}">
                <a16:creationId xmlns:a16="http://schemas.microsoft.com/office/drawing/2014/main" id="{D72692D2-DE96-4D5C-77B1-AECD80A477D4}"/>
              </a:ext>
            </a:extLst>
          </p:cNvPr>
          <p:cNvSpPr>
            <a:spLocks noGrp="1"/>
          </p:cNvSpPr>
          <p:nvPr>
            <p:ph type="body" sz="quarter" idx="18"/>
          </p:nvPr>
        </p:nvSpPr>
        <p:spPr/>
        <p:txBody>
          <a:bodyPr/>
          <a:lstStyle/>
          <a:p>
            <a:r>
              <a:rPr lang="zh-CN" altLang="en-US"/>
              <a:t>老师再次查询请求结果</a:t>
            </a:r>
          </a:p>
        </p:txBody>
      </p:sp>
    </p:spTree>
    <p:extLst>
      <p:ext uri="{BB962C8B-B14F-4D97-AF65-F5344CB8AC3E}">
        <p14:creationId xmlns:p14="http://schemas.microsoft.com/office/powerpoint/2010/main" val="1625992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CB95C93-EB5A-2290-5621-44BDD56E02EE}"/>
              </a:ext>
            </a:extLst>
          </p:cNvPr>
          <p:cNvSpPr>
            <a:spLocks noGrp="1"/>
          </p:cNvSpPr>
          <p:nvPr>
            <p:ph type="body" sz="quarter" idx="18"/>
          </p:nvPr>
        </p:nvSpPr>
        <p:spPr/>
        <p:txBody>
          <a:bodyPr/>
          <a:lstStyle/>
          <a:p>
            <a:r>
              <a:rPr lang="zh-CN" altLang="en-US"/>
              <a:t>学生首次查询结果</a:t>
            </a:r>
          </a:p>
        </p:txBody>
      </p:sp>
      <p:pic>
        <p:nvPicPr>
          <p:cNvPr id="6" name="内容占位符 5">
            <a:extLst>
              <a:ext uri="{FF2B5EF4-FFF2-40B4-BE49-F238E27FC236}">
                <a16:creationId xmlns:a16="http://schemas.microsoft.com/office/drawing/2014/main" id="{937EBAD7-A822-4BA3-6447-7064A00D523C}"/>
              </a:ext>
            </a:extLst>
          </p:cNvPr>
          <p:cNvPicPr>
            <a:picLocks noGrp="1" noChangeAspect="1"/>
          </p:cNvPicPr>
          <p:nvPr>
            <p:ph sz="quarter" idx="19"/>
          </p:nvPr>
        </p:nvPicPr>
        <p:blipFill>
          <a:blip r:embed="rId2"/>
          <a:stretch>
            <a:fillRect/>
          </a:stretch>
        </p:blipFill>
        <p:spPr>
          <a:xfrm>
            <a:off x="1062558" y="1022350"/>
            <a:ext cx="4894846" cy="5329237"/>
          </a:xfrm>
          <a:prstGeom prst="rect">
            <a:avLst/>
          </a:prstGeom>
          <a:ln>
            <a:solidFill>
              <a:schemeClr val="accent1"/>
            </a:solidFill>
          </a:ln>
        </p:spPr>
      </p:pic>
      <p:pic>
        <p:nvPicPr>
          <p:cNvPr id="10" name="内容占位符 9">
            <a:extLst>
              <a:ext uri="{FF2B5EF4-FFF2-40B4-BE49-F238E27FC236}">
                <a16:creationId xmlns:a16="http://schemas.microsoft.com/office/drawing/2014/main" id="{B3CD7988-1A88-554D-0439-F170154F3566}"/>
              </a:ext>
            </a:extLst>
          </p:cNvPr>
          <p:cNvPicPr>
            <a:picLocks noGrp="1" noChangeAspect="1"/>
          </p:cNvPicPr>
          <p:nvPr>
            <p:ph sz="quarter" idx="20"/>
          </p:nvPr>
        </p:nvPicPr>
        <p:blipFill>
          <a:blip r:embed="rId3"/>
          <a:stretch>
            <a:fillRect/>
          </a:stretch>
        </p:blipFill>
        <p:spPr>
          <a:xfrm>
            <a:off x="6508750" y="2346287"/>
            <a:ext cx="5461000" cy="2681364"/>
          </a:xfrm>
          <a:prstGeom prst="rect">
            <a:avLst/>
          </a:prstGeom>
          <a:ln>
            <a:solidFill>
              <a:schemeClr val="accent1"/>
            </a:solidFill>
          </a:ln>
        </p:spPr>
      </p:pic>
    </p:spTree>
    <p:extLst>
      <p:ext uri="{BB962C8B-B14F-4D97-AF65-F5344CB8AC3E}">
        <p14:creationId xmlns:p14="http://schemas.microsoft.com/office/powerpoint/2010/main" val="28126880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1FAE60B6-93FE-ACCF-541D-FE3726D02DDB}"/>
              </a:ext>
            </a:extLst>
          </p:cNvPr>
          <p:cNvPicPr>
            <a:picLocks noGrp="1" noChangeAspect="1"/>
          </p:cNvPicPr>
          <p:nvPr>
            <p:ph sz="quarter" idx="19"/>
          </p:nvPr>
        </p:nvPicPr>
        <p:blipFill>
          <a:blip r:embed="rId2"/>
          <a:stretch>
            <a:fillRect/>
          </a:stretch>
        </p:blipFill>
        <p:spPr>
          <a:xfrm>
            <a:off x="850900" y="1652692"/>
            <a:ext cx="5461000" cy="4128878"/>
          </a:xfrm>
          <a:prstGeom prst="rect">
            <a:avLst/>
          </a:prstGeom>
        </p:spPr>
      </p:pic>
      <p:pic>
        <p:nvPicPr>
          <p:cNvPr id="8" name="内容占位符 7">
            <a:extLst>
              <a:ext uri="{FF2B5EF4-FFF2-40B4-BE49-F238E27FC236}">
                <a16:creationId xmlns:a16="http://schemas.microsoft.com/office/drawing/2014/main" id="{DD106019-D467-EBCB-EE89-09249AA79322}"/>
              </a:ext>
            </a:extLst>
          </p:cNvPr>
          <p:cNvPicPr>
            <a:picLocks noGrp="1" noChangeAspect="1"/>
          </p:cNvPicPr>
          <p:nvPr>
            <p:ph sz="quarter" idx="20"/>
          </p:nvPr>
        </p:nvPicPr>
        <p:blipFill>
          <a:blip r:embed="rId3"/>
          <a:stretch>
            <a:fillRect/>
          </a:stretch>
        </p:blipFill>
        <p:spPr>
          <a:xfrm>
            <a:off x="6508750" y="2360030"/>
            <a:ext cx="5461000" cy="2653878"/>
          </a:xfrm>
          <a:prstGeom prst="rect">
            <a:avLst/>
          </a:prstGeom>
        </p:spPr>
      </p:pic>
      <p:sp>
        <p:nvSpPr>
          <p:cNvPr id="4" name="文本占位符 3">
            <a:extLst>
              <a:ext uri="{FF2B5EF4-FFF2-40B4-BE49-F238E27FC236}">
                <a16:creationId xmlns:a16="http://schemas.microsoft.com/office/drawing/2014/main" id="{F39ECF5D-91D4-654C-94A0-9FA839A6FF65}"/>
              </a:ext>
            </a:extLst>
          </p:cNvPr>
          <p:cNvSpPr>
            <a:spLocks noGrp="1"/>
          </p:cNvSpPr>
          <p:nvPr>
            <p:ph type="body" sz="quarter" idx="18"/>
          </p:nvPr>
        </p:nvSpPr>
        <p:spPr/>
        <p:txBody>
          <a:bodyPr/>
          <a:lstStyle/>
          <a:p>
            <a:r>
              <a:rPr lang="zh-CN" altLang="en-US"/>
              <a:t>学生再次查询结果</a:t>
            </a:r>
          </a:p>
        </p:txBody>
      </p:sp>
    </p:spTree>
    <p:extLst>
      <p:ext uri="{BB962C8B-B14F-4D97-AF65-F5344CB8AC3E}">
        <p14:creationId xmlns:p14="http://schemas.microsoft.com/office/powerpoint/2010/main" val="13452916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977BC71B-B2EB-C924-C00B-A8E7141A1AF0}"/>
              </a:ext>
            </a:extLst>
          </p:cNvPr>
          <p:cNvPicPr>
            <a:picLocks noGrp="1" noChangeAspect="1"/>
          </p:cNvPicPr>
          <p:nvPr>
            <p:ph sz="quarter" idx="19"/>
          </p:nvPr>
        </p:nvPicPr>
        <p:blipFill>
          <a:blip r:embed="rId2"/>
          <a:stretch>
            <a:fillRect/>
          </a:stretch>
        </p:blipFill>
        <p:spPr>
          <a:xfrm>
            <a:off x="876638" y="2021893"/>
            <a:ext cx="5409524" cy="3390476"/>
          </a:xfrm>
          <a:prstGeom prst="rect">
            <a:avLst/>
          </a:prstGeom>
        </p:spPr>
      </p:pic>
      <p:pic>
        <p:nvPicPr>
          <p:cNvPr id="8" name="内容占位符 7">
            <a:extLst>
              <a:ext uri="{FF2B5EF4-FFF2-40B4-BE49-F238E27FC236}">
                <a16:creationId xmlns:a16="http://schemas.microsoft.com/office/drawing/2014/main" id="{41A0EE6B-6988-A0E7-A4B9-3AD3C8564E67}"/>
              </a:ext>
            </a:extLst>
          </p:cNvPr>
          <p:cNvPicPr>
            <a:picLocks noGrp="1" noChangeAspect="1"/>
          </p:cNvPicPr>
          <p:nvPr>
            <p:ph sz="quarter" idx="20"/>
          </p:nvPr>
        </p:nvPicPr>
        <p:blipFill>
          <a:blip r:embed="rId3"/>
          <a:stretch>
            <a:fillRect/>
          </a:stretch>
        </p:blipFill>
        <p:spPr>
          <a:xfrm>
            <a:off x="6977613" y="1052512"/>
            <a:ext cx="3908552" cy="5329238"/>
          </a:xfrm>
          <a:prstGeom prst="rect">
            <a:avLst/>
          </a:prstGeom>
          <a:ln>
            <a:solidFill>
              <a:schemeClr val="accent1"/>
            </a:solidFill>
          </a:ln>
        </p:spPr>
      </p:pic>
      <p:sp>
        <p:nvSpPr>
          <p:cNvPr id="4" name="文本占位符 3">
            <a:extLst>
              <a:ext uri="{FF2B5EF4-FFF2-40B4-BE49-F238E27FC236}">
                <a16:creationId xmlns:a16="http://schemas.microsoft.com/office/drawing/2014/main" id="{018E898F-9197-BA75-EF90-419571AC0CB3}"/>
              </a:ext>
            </a:extLst>
          </p:cNvPr>
          <p:cNvSpPr>
            <a:spLocks noGrp="1"/>
          </p:cNvSpPr>
          <p:nvPr>
            <p:ph type="body" sz="quarter" idx="18"/>
          </p:nvPr>
        </p:nvSpPr>
        <p:spPr/>
        <p:txBody>
          <a:bodyPr/>
          <a:lstStyle/>
          <a:p>
            <a:r>
              <a:rPr lang="zh-CN" altLang="en-US"/>
              <a:t>学生第三次查询结果（增加教学任务）</a:t>
            </a:r>
          </a:p>
        </p:txBody>
      </p:sp>
    </p:spTree>
    <p:extLst>
      <p:ext uri="{BB962C8B-B14F-4D97-AF65-F5344CB8AC3E}">
        <p14:creationId xmlns:p14="http://schemas.microsoft.com/office/powerpoint/2010/main" val="39101291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作业一</a:t>
            </a:r>
            <a:r>
              <a:rPr lang="en-US" altLang="zh-CN"/>
              <a:t>~</a:t>
            </a:r>
            <a:r>
              <a:rPr lang="zh-CN" altLang="en-US"/>
              <a:t>二的提交要求（第十二次课）</a:t>
            </a:r>
          </a:p>
        </p:txBody>
      </p:sp>
      <p:grpSp>
        <p:nvGrpSpPr>
          <p:cNvPr id="5" name="组合 4"/>
          <p:cNvGrpSpPr/>
          <p:nvPr/>
        </p:nvGrpSpPr>
        <p:grpSpPr>
          <a:xfrm>
            <a:off x="817563" y="1710901"/>
            <a:ext cx="10871200" cy="5092380"/>
            <a:chOff x="817563" y="1710901"/>
            <a:chExt cx="10871200" cy="5092380"/>
          </a:xfrm>
        </p:grpSpPr>
        <p:sp>
          <p:nvSpPr>
            <p:cNvPr id="6" name="任意多边形 5"/>
            <p:cNvSpPr/>
            <p:nvPr/>
          </p:nvSpPr>
          <p:spPr>
            <a:xfrm>
              <a:off x="817563" y="1991341"/>
              <a:ext cx="10871200" cy="3272222"/>
            </a:xfrm>
            <a:custGeom>
              <a:avLst/>
              <a:gdLst>
                <a:gd name="connsiteX0" fmla="*/ 0 w 10871200"/>
                <a:gd name="connsiteY0" fmla="*/ 0 h 3112200"/>
                <a:gd name="connsiteX1" fmla="*/ 10871200 w 10871200"/>
                <a:gd name="connsiteY1" fmla="*/ 0 h 3112200"/>
                <a:gd name="connsiteX2" fmla="*/ 10871200 w 10871200"/>
                <a:gd name="connsiteY2" fmla="*/ 3112200 h 3112200"/>
                <a:gd name="connsiteX3" fmla="*/ 0 w 10871200"/>
                <a:gd name="connsiteY3" fmla="*/ 3112200 h 3112200"/>
                <a:gd name="connsiteX4" fmla="*/ 0 w 10871200"/>
                <a:gd name="connsiteY4" fmla="*/ 0 h 311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3112200">
                  <a:moveTo>
                    <a:pt x="0" y="0"/>
                  </a:moveTo>
                  <a:lnTo>
                    <a:pt x="10871200" y="0"/>
                  </a:lnTo>
                  <a:lnTo>
                    <a:pt x="10871200" y="3112200"/>
                  </a:lnTo>
                  <a:lnTo>
                    <a:pt x="0" y="3112200"/>
                  </a:lnTo>
                  <a:lnTo>
                    <a:pt x="0" y="0"/>
                  </a:lnTo>
                  <a:close/>
                </a:path>
              </a:pathLst>
            </a:cu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85344" numCol="1" spcCol="1270" anchor="t" anchorCtr="0">
              <a:noAutofit/>
            </a:bodyPr>
            <a:lstStyle/>
            <a:p>
              <a:pPr marL="228600" lvl="1" indent="-228600" defTabSz="533400">
                <a:lnSpc>
                  <a:spcPts val="2300"/>
                </a:lnSpc>
                <a:spcBef>
                  <a:spcPct val="0"/>
                </a:spcBef>
                <a:spcAft>
                  <a:spcPct val="15000"/>
                </a:spcAft>
                <a:buFont typeface="+mj-ea"/>
                <a:buAutoNum type="circleNumDbPlain"/>
              </a:pPr>
              <a:r>
                <a:rPr lang="zh-CN" altLang="en-US" sz="1600"/>
                <a:t>作业一</a:t>
              </a:r>
              <a:r>
                <a:rPr lang="en-US" altLang="zh-CN" sz="1600"/>
                <a:t>~</a:t>
              </a:r>
              <a:r>
                <a:rPr lang="zh-CN" altLang="en-US" sz="1600"/>
                <a:t>二 </a:t>
              </a:r>
              <a:r>
                <a:rPr lang="en-US" altLang="zh-CN" sz="1600"/>
                <a:t>Task</a:t>
              </a:r>
              <a:r>
                <a:rPr lang="zh-CN" altLang="en-US" sz="1600"/>
                <a:t>类的完整代码截图；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作业二 </a:t>
              </a:r>
              <a:r>
                <a:rPr lang="en-US" altLang="zh-CN" sz="1600"/>
                <a:t>Sess</a:t>
              </a:r>
              <a:r>
                <a:rPr lang="zh-CN" altLang="en-US" sz="1600"/>
                <a:t>类缓存控制方法的代码截图；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作业二 教学任务查询页面的完整代码截图；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作业二 教学任务查询在</a:t>
              </a:r>
              <a:r>
                <a:rPr lang="en-US" altLang="zh-CN" sz="1600"/>
                <a:t>postman</a:t>
              </a:r>
              <a:r>
                <a:rPr lang="zh-CN" altLang="en-US" sz="1600"/>
                <a:t>的预览截图，含请求体和响应体内容完整代码截图（学生身份请求查询成功、教师身份请求查询失败、学生身份请求返回</a:t>
              </a:r>
              <a:r>
                <a:rPr lang="en-US" altLang="zh-CN" sz="1600"/>
                <a:t>304</a:t>
              </a:r>
              <a:r>
                <a:rPr lang="zh-CN" altLang="en-US" sz="1600"/>
                <a:t>）；</a:t>
              </a:r>
              <a:endParaRPr lang="en-US" altLang="zh-CN" sz="1600"/>
            </a:p>
            <a:p>
              <a:pPr marL="228600" lvl="1" indent="-228600" defTabSz="533400">
                <a:lnSpc>
                  <a:spcPts val="2300"/>
                </a:lnSpc>
                <a:spcBef>
                  <a:spcPct val="0"/>
                </a:spcBef>
                <a:spcAft>
                  <a:spcPct val="15000"/>
                </a:spcAft>
                <a:buFont typeface="+mj-ea"/>
                <a:buAutoNum type="circleNumDbPlain"/>
              </a:pPr>
              <a:r>
                <a:rPr lang="en-US" altLang="zh-CN" sz="1600"/>
                <a:t>api</a:t>
              </a:r>
              <a:r>
                <a:rPr lang="zh-CN" altLang="en-US" sz="1600"/>
                <a:t>接口的共享地址（文本）。</a:t>
              </a: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p:txBody>
        </p:sp>
        <p:sp>
          <p:nvSpPr>
            <p:cNvPr id="7" name="任意多边形 6"/>
            <p:cNvSpPr/>
            <p:nvPr/>
          </p:nvSpPr>
          <p:spPr>
            <a:xfrm>
              <a:off x="1361123" y="1710901"/>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提交内容（合并</a:t>
              </a:r>
              <a:r>
                <a:rPr lang="en-US" altLang="zh-CN" sz="1900"/>
                <a:t>4</a:t>
              </a:r>
              <a:r>
                <a:rPr lang="zh-CN" altLang="en-US" sz="1900" kern="1200"/>
                <a:t>张图片为一个文件，允许是图片或</a:t>
              </a:r>
              <a:r>
                <a:rPr lang="en-US" altLang="zh-CN" sz="1900" kern="1200"/>
                <a:t>pdf</a:t>
              </a:r>
              <a:r>
                <a:rPr lang="zh-CN" altLang="en-US" sz="1900" kern="1200"/>
                <a:t>）</a:t>
              </a:r>
            </a:p>
          </p:txBody>
        </p:sp>
        <p:sp>
          <p:nvSpPr>
            <p:cNvPr id="8" name="任意多边形 7"/>
            <p:cNvSpPr/>
            <p:nvPr/>
          </p:nvSpPr>
          <p:spPr>
            <a:xfrm>
              <a:off x="817563" y="5486581"/>
              <a:ext cx="10871200" cy="1316700"/>
            </a:xfrm>
            <a:custGeom>
              <a:avLst/>
              <a:gdLst>
                <a:gd name="connsiteX0" fmla="*/ 0 w 10871200"/>
                <a:gd name="connsiteY0" fmla="*/ 0 h 1316700"/>
                <a:gd name="connsiteX1" fmla="*/ 10871200 w 10871200"/>
                <a:gd name="connsiteY1" fmla="*/ 0 h 1316700"/>
                <a:gd name="connsiteX2" fmla="*/ 10871200 w 10871200"/>
                <a:gd name="connsiteY2" fmla="*/ 1316700 h 1316700"/>
                <a:gd name="connsiteX3" fmla="*/ 0 w 10871200"/>
                <a:gd name="connsiteY3" fmla="*/ 1316700 h 1316700"/>
                <a:gd name="connsiteX4" fmla="*/ 0 w 10871200"/>
                <a:gd name="connsiteY4" fmla="*/ 0 h 1316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1316700">
                  <a:moveTo>
                    <a:pt x="0" y="0"/>
                  </a:moveTo>
                  <a:lnTo>
                    <a:pt x="10871200" y="0"/>
                  </a:lnTo>
                  <a:lnTo>
                    <a:pt x="10871200" y="1316700"/>
                  </a:lnTo>
                  <a:lnTo>
                    <a:pt x="0" y="1316700"/>
                  </a:lnTo>
                  <a:lnTo>
                    <a:pt x="0" y="0"/>
                  </a:lnTo>
                  <a:close/>
                </a:path>
              </a:pathLst>
            </a:custGeom>
          </p:spPr>
          <p:style>
            <a:lnRef idx="2">
              <a:schemeClr val="accent5">
                <a:hueOff val="-3010874"/>
                <a:satOff val="15631"/>
                <a:lumOff val="1137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135128" numCol="1" spcCol="1270" anchor="t" anchorCtr="0">
              <a:noAutofit/>
            </a:bodyPr>
            <a:lstStyle/>
            <a:p>
              <a:pPr lvl="1" indent="-457200" algn="l" defTabSz="844550">
                <a:lnSpc>
                  <a:spcPct val="90000"/>
                </a:lnSpc>
                <a:spcBef>
                  <a:spcPct val="0"/>
                </a:spcBef>
                <a:spcAft>
                  <a:spcPct val="15000"/>
                </a:spcAft>
                <a:buFont typeface="+mj-ea"/>
                <a:buAutoNum type="circleNumDbPlain"/>
              </a:pPr>
              <a:r>
                <a:rPr lang="zh-CN" altLang="en-US" sz="1900" kern="1200"/>
                <a:t>图片显眼位置写入学号；方法的注释写入学号。</a:t>
              </a:r>
            </a:p>
          </p:txBody>
        </p:sp>
        <p:sp>
          <p:nvSpPr>
            <p:cNvPr id="9" name="任意多边形 8"/>
            <p:cNvSpPr/>
            <p:nvPr/>
          </p:nvSpPr>
          <p:spPr>
            <a:xfrm>
              <a:off x="1361123" y="5206142"/>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3010874"/>
                <a:satOff val="15631"/>
                <a:lumOff val="11372"/>
                <a:alphaOff val="0"/>
              </a:schemeClr>
            </a:fillRef>
            <a:effectRef idx="0">
              <a:schemeClr val="accent5">
                <a:hueOff val="-3010874"/>
                <a:satOff val="15631"/>
                <a:lumOff val="11372"/>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提交标识</a:t>
              </a: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7354004"/>
      </p:ext>
    </p:extLst>
  </p:cSld>
  <p:clrMapOvr>
    <a:masterClrMapping/>
  </p:clrMapOvr>
</p:sld>
</file>

<file path=ppt/theme/theme1.xml><?xml version="1.0" encoding="utf-8"?>
<a:theme xmlns:a="http://schemas.openxmlformats.org/drawingml/2006/main" name="2026绿色主题">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6绿色主题" id="{9D59F0FF-9DE1-4FD8-B542-85E5090F44B8}" vid="{7C6C7B51-D446-4378-B131-6CFA378A3A87}"/>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主题1">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2094BA78-B0FD-4069-8085-5BDBD23254F9}" vid="{597F16F3-6BD7-41B8-9533-1A7E1BB3BB65}"/>
    </a:ext>
  </a:extLst>
</a:theme>
</file>

<file path=ppt/theme/theme5.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2229</TotalTime>
  <Words>670</Words>
  <Application>Microsoft Office PowerPoint</Application>
  <PresentationFormat>宽屏</PresentationFormat>
  <Paragraphs>120</Paragraphs>
  <Slides>39</Slides>
  <Notes>9</Notes>
  <HiddenSlides>0</HiddenSlides>
  <MMClips>0</MMClips>
  <ScaleCrop>false</ScaleCrop>
  <HeadingPairs>
    <vt:vector size="6" baseType="variant">
      <vt:variant>
        <vt:lpstr>已用的字体</vt:lpstr>
      </vt:variant>
      <vt:variant>
        <vt:i4>6</vt:i4>
      </vt:variant>
      <vt:variant>
        <vt:lpstr>主题</vt:lpstr>
      </vt:variant>
      <vt:variant>
        <vt:i4>7</vt:i4>
      </vt:variant>
      <vt:variant>
        <vt:lpstr>幻灯片标题</vt:lpstr>
      </vt:variant>
      <vt:variant>
        <vt:i4>39</vt:i4>
      </vt:variant>
    </vt:vector>
  </HeadingPairs>
  <TitlesOfParts>
    <vt:vector size="52" baseType="lpstr">
      <vt:lpstr>等线</vt:lpstr>
      <vt:lpstr>等线 Light</vt:lpstr>
      <vt:lpstr>Arial</vt:lpstr>
      <vt:lpstr>Calibri</vt:lpstr>
      <vt:lpstr>Consolas</vt:lpstr>
      <vt:lpstr>Wingdings</vt:lpstr>
      <vt:lpstr>2026绿色主题</vt:lpstr>
      <vt:lpstr>1_自定义设计方案</vt:lpstr>
      <vt:lpstr>自定义设计方案</vt:lpstr>
      <vt:lpstr>主题1</vt:lpstr>
      <vt:lpstr>2_自定义设计方案</vt:lpstr>
      <vt:lpstr>3_自定义设计方案</vt:lpstr>
      <vt:lpstr>4_自定义设计方案</vt:lpstr>
      <vt:lpstr>252602 WEB项目应用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作业一~二的提交要求（第十二次课）</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荣枝 桂</dc:creator>
  <cp:lastModifiedBy>荣枝 桂</cp:lastModifiedBy>
  <cp:revision>612</cp:revision>
  <dcterms:created xsi:type="dcterms:W3CDTF">2026-03-27T11:24:42Z</dcterms:created>
  <dcterms:modified xsi:type="dcterms:W3CDTF">2026-05-19T12:26:03Z</dcterms:modified>
</cp:coreProperties>
</file>