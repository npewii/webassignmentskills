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9" r:id="rId2"/>
    <p:sldMasterId id="2147483689" r:id="rId3"/>
    <p:sldMasterId id="2147483701" r:id="rId4"/>
    <p:sldMasterId id="2147483720" r:id="rId5"/>
    <p:sldMasterId id="2147483732" r:id="rId6"/>
    <p:sldMasterId id="2147483746" r:id="rId7"/>
  </p:sldMasterIdLst>
  <p:notesMasterIdLst>
    <p:notesMasterId r:id="rId55"/>
  </p:notesMasterIdLst>
  <p:sldIdLst>
    <p:sldId id="1235" r:id="rId8"/>
    <p:sldId id="1299" r:id="rId9"/>
    <p:sldId id="1334" r:id="rId10"/>
    <p:sldId id="1341" r:id="rId11"/>
    <p:sldId id="1344" r:id="rId12"/>
    <p:sldId id="1345" r:id="rId13"/>
    <p:sldId id="1347" r:id="rId14"/>
    <p:sldId id="1346" r:id="rId15"/>
    <p:sldId id="1348" r:id="rId16"/>
    <p:sldId id="1349" r:id="rId17"/>
    <p:sldId id="1350" r:id="rId18"/>
    <p:sldId id="1352" r:id="rId19"/>
    <p:sldId id="1351" r:id="rId20"/>
    <p:sldId id="1353" r:id="rId21"/>
    <p:sldId id="1354" r:id="rId22"/>
    <p:sldId id="1355" r:id="rId23"/>
    <p:sldId id="1339" r:id="rId24"/>
    <p:sldId id="1356" r:id="rId25"/>
    <p:sldId id="1342" r:id="rId26"/>
    <p:sldId id="1357" r:id="rId27"/>
    <p:sldId id="1358" r:id="rId28"/>
    <p:sldId id="1380" r:id="rId29"/>
    <p:sldId id="1381" r:id="rId30"/>
    <p:sldId id="1359" r:id="rId31"/>
    <p:sldId id="1361" r:id="rId32"/>
    <p:sldId id="1362" r:id="rId33"/>
    <p:sldId id="1360" r:id="rId34"/>
    <p:sldId id="1363" r:id="rId35"/>
    <p:sldId id="1364" r:id="rId36"/>
    <p:sldId id="1365" r:id="rId37"/>
    <p:sldId id="1340" r:id="rId38"/>
    <p:sldId id="1343" r:id="rId39"/>
    <p:sldId id="1367" r:id="rId40"/>
    <p:sldId id="1368" r:id="rId41"/>
    <p:sldId id="1366" r:id="rId42"/>
    <p:sldId id="1369" r:id="rId43"/>
    <p:sldId id="1370" r:id="rId44"/>
    <p:sldId id="1371" r:id="rId45"/>
    <p:sldId id="1372" r:id="rId46"/>
    <p:sldId id="1373" r:id="rId47"/>
    <p:sldId id="1374" r:id="rId48"/>
    <p:sldId id="1375" r:id="rId49"/>
    <p:sldId id="1376" r:id="rId50"/>
    <p:sldId id="1378" r:id="rId51"/>
    <p:sldId id="1379" r:id="rId52"/>
    <p:sldId id="463" r:id="rId53"/>
    <p:sldId id="1338" r:id="rId5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B863"/>
    <a:srgbClr val="FFC300"/>
    <a:srgbClr val="91D300"/>
    <a:srgbClr val="10A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91" autoAdjust="0"/>
    <p:restoredTop sz="94660"/>
  </p:normalViewPr>
  <p:slideViewPr>
    <p:cSldViewPr snapToGrid="0">
      <p:cViewPr varScale="1">
        <p:scale>
          <a:sx n="79" d="100"/>
          <a:sy n="79" d="100"/>
        </p:scale>
        <p:origin x="81"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notesMaster" Target="notesMasters/notesMaster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theme" Target="theme/theme1.xml"/><Relationship Id="rId5" Type="http://schemas.openxmlformats.org/officeDocument/2006/relationships/slideMaster" Target="slideMasters/slideMaster5.xml"/><Relationship Id="rId19"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tableStyles" Target="tableStyle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viewProps" Target="viewProp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5D8971-ACB2-4236-B6E6-139E5A972C1D}"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zh-CN" altLang="en-US"/>
        </a:p>
      </dgm:t>
    </dgm:pt>
    <dgm:pt modelId="{1EED6A50-F52B-4751-AACB-69B14CFBC95D}">
      <dgm:prSet phldrT="[文本]"/>
      <dgm:spPr/>
      <dgm:t>
        <a:bodyPr/>
        <a:lstStyle/>
        <a:p>
          <a:r>
            <a:rPr lang="en-US" altLang="zh-CN"/>
            <a:t>API</a:t>
          </a:r>
          <a:r>
            <a:rPr lang="zh-CN" altLang="en-US"/>
            <a:t>概述</a:t>
          </a:r>
        </a:p>
      </dgm:t>
    </dgm:pt>
    <dgm:pt modelId="{00D1C5AD-F0AE-4CCB-9A4D-FD29C9DFA30F}" type="parTrans" cxnId="{D8CFE409-C27F-4600-9E5C-B5C667AC89F6}">
      <dgm:prSet/>
      <dgm:spPr/>
      <dgm:t>
        <a:bodyPr/>
        <a:lstStyle/>
        <a:p>
          <a:endParaRPr lang="zh-CN" altLang="en-US"/>
        </a:p>
      </dgm:t>
    </dgm:pt>
    <dgm:pt modelId="{7702CF36-97A4-4876-B491-D738262D463A}" type="sibTrans" cxnId="{D8CFE409-C27F-4600-9E5C-B5C667AC89F6}">
      <dgm:prSet/>
      <dgm:spPr/>
      <dgm:t>
        <a:bodyPr/>
        <a:lstStyle/>
        <a:p>
          <a:endParaRPr lang="zh-CN" altLang="en-US"/>
        </a:p>
      </dgm:t>
    </dgm:pt>
    <dgm:pt modelId="{6918702A-D9A2-4A84-B304-B5E13F42C633}">
      <dgm:prSet phldrT="[文本]"/>
      <dgm:spPr/>
      <dgm:t>
        <a:bodyPr/>
        <a:lstStyle/>
        <a:p>
          <a:r>
            <a:rPr lang="zh-CN" altLang="en-US"/>
            <a:t>什么是</a:t>
          </a:r>
          <a:r>
            <a:rPr lang="en-US" altLang="zh-CN"/>
            <a:t>API</a:t>
          </a:r>
          <a:endParaRPr lang="zh-CN" altLang="en-US"/>
        </a:p>
      </dgm:t>
    </dgm:pt>
    <dgm:pt modelId="{8A2F56E8-AF4C-45B6-B22C-746F526D78B8}" type="parTrans" cxnId="{5F1EA009-523A-4487-A9A1-8F2FD8E81F29}">
      <dgm:prSet/>
      <dgm:spPr/>
      <dgm:t>
        <a:bodyPr/>
        <a:lstStyle/>
        <a:p>
          <a:endParaRPr lang="zh-CN" altLang="en-US"/>
        </a:p>
      </dgm:t>
    </dgm:pt>
    <dgm:pt modelId="{E24D23FA-CE03-4366-8B89-90D13941A91C}" type="sibTrans" cxnId="{5F1EA009-523A-4487-A9A1-8F2FD8E81F29}">
      <dgm:prSet/>
      <dgm:spPr/>
      <dgm:t>
        <a:bodyPr/>
        <a:lstStyle/>
        <a:p>
          <a:endParaRPr lang="zh-CN" altLang="en-US"/>
        </a:p>
      </dgm:t>
    </dgm:pt>
    <dgm:pt modelId="{26D870EA-CBEF-4B9D-8E5C-B0E869C0CE18}">
      <dgm:prSet phldrT="[文本]" phldr="0"/>
      <dgm:spPr/>
      <dgm:t>
        <a:bodyPr/>
        <a:lstStyle/>
        <a:p>
          <a:r>
            <a:rPr lang="en-US" altLang="zh-CN"/>
            <a:t>RESTful</a:t>
          </a:r>
          <a:r>
            <a:rPr lang="zh-CN" altLang="en-US"/>
            <a:t>规范</a:t>
          </a:r>
        </a:p>
      </dgm:t>
    </dgm:pt>
    <dgm:pt modelId="{D788AA0E-599E-44E1-BEA4-D86BDE2427BE}" type="parTrans" cxnId="{9DDC90BD-1F83-478F-B201-6B1C987D7AAD}">
      <dgm:prSet/>
      <dgm:spPr/>
      <dgm:t>
        <a:bodyPr/>
        <a:lstStyle/>
        <a:p>
          <a:endParaRPr lang="zh-CN" altLang="en-US"/>
        </a:p>
      </dgm:t>
    </dgm:pt>
    <dgm:pt modelId="{602DC540-569D-418D-B7DF-601927270FD4}" type="sibTrans" cxnId="{9DDC90BD-1F83-478F-B201-6B1C987D7AAD}">
      <dgm:prSet/>
      <dgm:spPr/>
      <dgm:t>
        <a:bodyPr/>
        <a:lstStyle/>
        <a:p>
          <a:endParaRPr lang="zh-CN" altLang="en-US"/>
        </a:p>
      </dgm:t>
    </dgm:pt>
    <dgm:pt modelId="{53B599B9-ACE3-449F-83BD-599ADD084029}">
      <dgm:prSet phldrT="[文本]" phldr="0"/>
      <dgm:spPr/>
      <dgm:t>
        <a:bodyPr/>
        <a:lstStyle/>
        <a:p>
          <a:r>
            <a:rPr lang="en-US" altLang="zh-CN"/>
            <a:t>RESTful</a:t>
          </a:r>
          <a:r>
            <a:rPr lang="zh-CN" altLang="en-US"/>
            <a:t>规范的核心原则</a:t>
          </a:r>
        </a:p>
      </dgm:t>
    </dgm:pt>
    <dgm:pt modelId="{E8D3DC02-FB07-470F-AA6B-2B5674E6926B}" type="parTrans" cxnId="{DCFDDCBB-7B63-47DB-BD32-66C1868A58DF}">
      <dgm:prSet/>
      <dgm:spPr/>
      <dgm:t>
        <a:bodyPr/>
        <a:lstStyle/>
        <a:p>
          <a:endParaRPr lang="zh-CN" altLang="en-US"/>
        </a:p>
      </dgm:t>
    </dgm:pt>
    <dgm:pt modelId="{F9B376CB-68EF-48D2-A38E-6FE0CDF61D11}" type="sibTrans" cxnId="{DCFDDCBB-7B63-47DB-BD32-66C1868A58DF}">
      <dgm:prSet/>
      <dgm:spPr/>
      <dgm:t>
        <a:bodyPr/>
        <a:lstStyle/>
        <a:p>
          <a:endParaRPr lang="zh-CN" altLang="en-US"/>
        </a:p>
      </dgm:t>
    </dgm:pt>
    <dgm:pt modelId="{E4E84131-338A-41C8-BE32-46F182F27244}">
      <dgm:prSet phldrT="[文本]"/>
      <dgm:spPr/>
      <dgm:t>
        <a:bodyPr/>
        <a:lstStyle/>
        <a:p>
          <a:r>
            <a:rPr lang="en-US" altLang="zh-CN"/>
            <a:t>API</a:t>
          </a:r>
          <a:r>
            <a:rPr lang="zh-CN" altLang="en-US"/>
            <a:t>的核心价值</a:t>
          </a:r>
        </a:p>
      </dgm:t>
    </dgm:pt>
    <dgm:pt modelId="{116D12D0-FD64-44AF-B498-51777B89BF95}" type="parTrans" cxnId="{31E8B112-19A6-43EF-A8D6-158C93793C79}">
      <dgm:prSet/>
      <dgm:spPr/>
      <dgm:t>
        <a:bodyPr/>
        <a:lstStyle/>
        <a:p>
          <a:endParaRPr lang="zh-CN" altLang="en-US"/>
        </a:p>
      </dgm:t>
    </dgm:pt>
    <dgm:pt modelId="{805F6827-AB56-4849-9C24-D82184446F3D}" type="sibTrans" cxnId="{31E8B112-19A6-43EF-A8D6-158C93793C79}">
      <dgm:prSet/>
      <dgm:spPr/>
      <dgm:t>
        <a:bodyPr/>
        <a:lstStyle/>
        <a:p>
          <a:endParaRPr lang="zh-CN" altLang="en-US"/>
        </a:p>
      </dgm:t>
    </dgm:pt>
    <dgm:pt modelId="{981A5377-650B-44D4-88CA-040EC6EE3EFB}">
      <dgm:prSet phldrT="[文本]"/>
      <dgm:spPr/>
      <dgm:t>
        <a:bodyPr/>
        <a:lstStyle/>
        <a:p>
          <a:r>
            <a:rPr lang="en-US" altLang="zh-CN"/>
            <a:t>API</a:t>
          </a:r>
          <a:r>
            <a:rPr lang="zh-CN" altLang="en-US"/>
            <a:t>的组成</a:t>
          </a:r>
        </a:p>
      </dgm:t>
    </dgm:pt>
    <dgm:pt modelId="{E2AC8954-F195-4DEF-A237-24C41FBE2E37}" type="parTrans" cxnId="{11F16C44-48F0-4A59-9E77-914E39B74EBE}">
      <dgm:prSet/>
      <dgm:spPr/>
      <dgm:t>
        <a:bodyPr/>
        <a:lstStyle/>
        <a:p>
          <a:endParaRPr lang="zh-CN" altLang="en-US"/>
        </a:p>
      </dgm:t>
    </dgm:pt>
    <dgm:pt modelId="{1B5A9362-0199-4A45-82FB-A4966E0AF861}" type="sibTrans" cxnId="{11F16C44-48F0-4A59-9E77-914E39B74EBE}">
      <dgm:prSet/>
      <dgm:spPr/>
      <dgm:t>
        <a:bodyPr/>
        <a:lstStyle/>
        <a:p>
          <a:endParaRPr lang="zh-CN" altLang="en-US"/>
        </a:p>
      </dgm:t>
    </dgm:pt>
    <dgm:pt modelId="{65740C51-D6AD-4C02-BAEC-73291207F000}">
      <dgm:prSet phldrT="[文本]" phldr="0"/>
      <dgm:spPr/>
      <dgm:t>
        <a:bodyPr/>
        <a:lstStyle/>
        <a:p>
          <a:r>
            <a:rPr lang="zh-CN" altLang="en-US"/>
            <a:t>统一接口的四个子约束</a:t>
          </a:r>
        </a:p>
      </dgm:t>
    </dgm:pt>
    <dgm:pt modelId="{7824CBBA-15D6-4153-A1B2-473721EEA605}" type="parTrans" cxnId="{680DDC3E-BD0D-4F22-812E-5A95016E145F}">
      <dgm:prSet/>
      <dgm:spPr/>
      <dgm:t>
        <a:bodyPr/>
        <a:lstStyle/>
        <a:p>
          <a:endParaRPr lang="zh-CN" altLang="en-US"/>
        </a:p>
      </dgm:t>
    </dgm:pt>
    <dgm:pt modelId="{1D81AE6D-FADF-4646-BA4C-3F88F89268C6}" type="sibTrans" cxnId="{680DDC3E-BD0D-4F22-812E-5A95016E145F}">
      <dgm:prSet/>
      <dgm:spPr/>
      <dgm:t>
        <a:bodyPr/>
        <a:lstStyle/>
        <a:p>
          <a:endParaRPr lang="zh-CN" altLang="en-US"/>
        </a:p>
      </dgm:t>
    </dgm:pt>
    <dgm:pt modelId="{7674CBEB-5B51-421A-A698-0580799C1105}">
      <dgm:prSet phldrT="[文本]" phldr="0"/>
      <dgm:spPr/>
      <dgm:t>
        <a:bodyPr/>
        <a:lstStyle/>
        <a:p>
          <a:r>
            <a:rPr lang="en-US" altLang="zh-CN"/>
            <a:t>RESTful</a:t>
          </a:r>
          <a:r>
            <a:rPr lang="zh-CN" altLang="en-US"/>
            <a:t>风格的</a:t>
          </a:r>
          <a:r>
            <a:rPr lang="en-US" altLang="zh-CN"/>
            <a:t>API</a:t>
          </a:r>
          <a:r>
            <a:rPr lang="zh-CN" altLang="en-US"/>
            <a:t>设计</a:t>
          </a:r>
        </a:p>
      </dgm:t>
    </dgm:pt>
    <dgm:pt modelId="{2203DF9D-B7D0-48FC-A9B3-E2DBD56812E4}" type="parTrans" cxnId="{1CF578AF-A056-4E37-B426-F1A941FB64F2}">
      <dgm:prSet/>
      <dgm:spPr/>
      <dgm:t>
        <a:bodyPr/>
        <a:lstStyle/>
        <a:p>
          <a:endParaRPr lang="zh-CN" altLang="en-US"/>
        </a:p>
      </dgm:t>
    </dgm:pt>
    <dgm:pt modelId="{053D8B9C-C289-4F50-B3F4-220634EF10BD}" type="sibTrans" cxnId="{1CF578AF-A056-4E37-B426-F1A941FB64F2}">
      <dgm:prSet/>
      <dgm:spPr/>
      <dgm:t>
        <a:bodyPr/>
        <a:lstStyle/>
        <a:p>
          <a:endParaRPr lang="zh-CN" altLang="en-US"/>
        </a:p>
      </dgm:t>
    </dgm:pt>
    <dgm:pt modelId="{0CD59371-3804-449A-9B47-0B19CBE36247}">
      <dgm:prSet phldrT="[文本]" phldr="0"/>
      <dgm:spPr/>
      <dgm:t>
        <a:bodyPr/>
        <a:lstStyle/>
        <a:p>
          <a:r>
            <a:rPr lang="zh-CN" altLang="en-US"/>
            <a:t>客户端</a:t>
          </a:r>
          <a:r>
            <a:rPr lang="en-US" altLang="zh-CN"/>
            <a:t>-</a:t>
          </a:r>
          <a:r>
            <a:rPr lang="zh-CN" altLang="en-US"/>
            <a:t>服务器分离</a:t>
          </a:r>
        </a:p>
      </dgm:t>
    </dgm:pt>
    <dgm:pt modelId="{B87CE1A8-C5C5-488A-98DA-0AA4CED43805}" type="parTrans" cxnId="{054B20C2-E799-4169-AE2A-F507F94598DF}">
      <dgm:prSet/>
      <dgm:spPr/>
      <dgm:t>
        <a:bodyPr/>
        <a:lstStyle/>
        <a:p>
          <a:endParaRPr lang="zh-CN" altLang="en-US"/>
        </a:p>
      </dgm:t>
    </dgm:pt>
    <dgm:pt modelId="{A0318E7E-A049-4BD8-8325-54A09C602630}" type="sibTrans" cxnId="{054B20C2-E799-4169-AE2A-F507F94598DF}">
      <dgm:prSet/>
      <dgm:spPr/>
      <dgm:t>
        <a:bodyPr/>
        <a:lstStyle/>
        <a:p>
          <a:endParaRPr lang="zh-CN" altLang="en-US"/>
        </a:p>
      </dgm:t>
    </dgm:pt>
    <dgm:pt modelId="{0B622D22-A1B3-400C-A7EB-44E790A617FD}">
      <dgm:prSet phldrT="[文本]" phldr="0"/>
      <dgm:spPr/>
      <dgm:t>
        <a:bodyPr/>
        <a:lstStyle/>
        <a:p>
          <a:r>
            <a:rPr lang="zh-CN" altLang="en-US"/>
            <a:t>无状态</a:t>
          </a:r>
        </a:p>
      </dgm:t>
    </dgm:pt>
    <dgm:pt modelId="{E03B7A37-0ACF-4701-8544-02538A098759}" type="parTrans" cxnId="{857BCBFC-6344-4FF5-A539-5EB74BF568AE}">
      <dgm:prSet/>
      <dgm:spPr/>
      <dgm:t>
        <a:bodyPr/>
        <a:lstStyle/>
        <a:p>
          <a:endParaRPr lang="zh-CN" altLang="en-US"/>
        </a:p>
      </dgm:t>
    </dgm:pt>
    <dgm:pt modelId="{60FC89D4-FDE2-43C3-A052-11B5C8A6CB64}" type="sibTrans" cxnId="{857BCBFC-6344-4FF5-A539-5EB74BF568AE}">
      <dgm:prSet/>
      <dgm:spPr/>
      <dgm:t>
        <a:bodyPr/>
        <a:lstStyle/>
        <a:p>
          <a:endParaRPr lang="zh-CN" altLang="en-US"/>
        </a:p>
      </dgm:t>
    </dgm:pt>
    <dgm:pt modelId="{E955DBF0-188C-4426-9014-29423A2769C8}">
      <dgm:prSet phldrT="[文本]" phldr="0"/>
      <dgm:spPr/>
      <dgm:t>
        <a:bodyPr/>
        <a:lstStyle/>
        <a:p>
          <a:r>
            <a:rPr lang="zh-CN" altLang="en-US"/>
            <a:t>可缓存</a:t>
          </a:r>
        </a:p>
      </dgm:t>
    </dgm:pt>
    <dgm:pt modelId="{273EDCE9-9E37-4E51-AE49-F1E220910804}" type="parTrans" cxnId="{04E10821-0EE0-4D4A-919B-7CB7286D44B4}">
      <dgm:prSet/>
      <dgm:spPr/>
      <dgm:t>
        <a:bodyPr/>
        <a:lstStyle/>
        <a:p>
          <a:endParaRPr lang="zh-CN" altLang="en-US"/>
        </a:p>
      </dgm:t>
    </dgm:pt>
    <dgm:pt modelId="{ED3FBF04-F568-45E7-B2B4-CD4F79626C0A}" type="sibTrans" cxnId="{04E10821-0EE0-4D4A-919B-7CB7286D44B4}">
      <dgm:prSet/>
      <dgm:spPr/>
      <dgm:t>
        <a:bodyPr/>
        <a:lstStyle/>
        <a:p>
          <a:endParaRPr lang="zh-CN" altLang="en-US"/>
        </a:p>
      </dgm:t>
    </dgm:pt>
    <dgm:pt modelId="{A401591B-4E04-44A9-85B1-D7AE12330C11}">
      <dgm:prSet phldrT="[文本]" phldr="0"/>
      <dgm:spPr/>
      <dgm:t>
        <a:bodyPr/>
        <a:lstStyle/>
        <a:p>
          <a:r>
            <a:rPr lang="zh-CN" altLang="en-US"/>
            <a:t>统一接口</a:t>
          </a:r>
        </a:p>
      </dgm:t>
    </dgm:pt>
    <dgm:pt modelId="{F34020F9-6CB5-4769-B7B7-D12A54DBF2C9}" type="parTrans" cxnId="{208FBCB2-8703-4B15-98F4-A4917D99E860}">
      <dgm:prSet/>
      <dgm:spPr/>
      <dgm:t>
        <a:bodyPr/>
        <a:lstStyle/>
        <a:p>
          <a:endParaRPr lang="zh-CN" altLang="en-US"/>
        </a:p>
      </dgm:t>
    </dgm:pt>
    <dgm:pt modelId="{6FCFEEEC-7CDB-455B-9E7B-A7B12BAC79DA}" type="sibTrans" cxnId="{208FBCB2-8703-4B15-98F4-A4917D99E860}">
      <dgm:prSet/>
      <dgm:spPr/>
      <dgm:t>
        <a:bodyPr/>
        <a:lstStyle/>
        <a:p>
          <a:endParaRPr lang="zh-CN" altLang="en-US"/>
        </a:p>
      </dgm:t>
    </dgm:pt>
    <dgm:pt modelId="{28CCEF35-C1C4-4D15-BECA-3FCDCC605E20}">
      <dgm:prSet phldrT="[文本]" phldr="0"/>
      <dgm:spPr/>
      <dgm:t>
        <a:bodyPr/>
        <a:lstStyle/>
        <a:p>
          <a:r>
            <a:rPr lang="en-US" altLang="zh-CN"/>
            <a:t>API</a:t>
          </a:r>
          <a:r>
            <a:rPr lang="zh-CN" altLang="en-US"/>
            <a:t>文档编辑工具的使用</a:t>
          </a:r>
        </a:p>
      </dgm:t>
    </dgm:pt>
    <dgm:pt modelId="{EBAD5C8B-3BD4-4FF6-9C01-E8F4A43A2157}" type="parTrans" cxnId="{CFC19EBD-5765-4E7C-B576-A55FEC6A7598}">
      <dgm:prSet/>
      <dgm:spPr/>
    </dgm:pt>
    <dgm:pt modelId="{DED4A1BE-77C0-4E6A-93EE-FB342EC2C681}" type="sibTrans" cxnId="{CFC19EBD-5765-4E7C-B576-A55FEC6A7598}">
      <dgm:prSet/>
      <dgm:spPr/>
    </dgm:pt>
    <dgm:pt modelId="{412333FA-D614-40EA-9572-EE10A0CD20D9}">
      <dgm:prSet phldrT="[文本]"/>
      <dgm:spPr/>
      <dgm:t>
        <a:bodyPr/>
        <a:lstStyle/>
        <a:p>
          <a:r>
            <a:rPr lang="zh-CN" altLang="en-US"/>
            <a:t>作业一</a:t>
          </a:r>
          <a:r>
            <a:rPr lang="en-US" altLang="zh-CN"/>
            <a:t>~</a:t>
          </a:r>
          <a:r>
            <a:rPr lang="zh-CN" altLang="en-US"/>
            <a:t>二</a:t>
          </a:r>
        </a:p>
      </dgm:t>
    </dgm:pt>
    <dgm:pt modelId="{E2D49E91-C77E-45CC-8588-70D1F5A49396}" type="parTrans" cxnId="{B6FB1D3A-7841-4CDA-AEAF-85CB290FA0E9}">
      <dgm:prSet/>
      <dgm:spPr/>
    </dgm:pt>
    <dgm:pt modelId="{75D092AE-9F74-40A7-AAEE-4C50B889CBD1}" type="sibTrans" cxnId="{B6FB1D3A-7841-4CDA-AEAF-85CB290FA0E9}">
      <dgm:prSet/>
      <dgm:spPr/>
    </dgm:pt>
    <dgm:pt modelId="{F9A06D2C-08A7-4F2E-B676-2B37FE0DB6F5}">
      <dgm:prSet phldrT="[文本]" phldr="0"/>
      <dgm:spPr/>
      <dgm:t>
        <a:bodyPr/>
        <a:lstStyle/>
        <a:p>
          <a:r>
            <a:rPr lang="zh-CN" altLang="en-US"/>
            <a:t>作业三</a:t>
          </a:r>
          <a:r>
            <a:rPr lang="en-US" altLang="zh-CN"/>
            <a:t>~</a:t>
          </a:r>
          <a:r>
            <a:rPr lang="zh-CN" altLang="en-US"/>
            <a:t>五</a:t>
          </a:r>
        </a:p>
      </dgm:t>
    </dgm:pt>
    <dgm:pt modelId="{3E88F344-EF21-4AD6-8C86-349E714FEF0E}" type="parTrans" cxnId="{A3CBBEC5-AB0C-4774-ADD3-A893AF67130A}">
      <dgm:prSet/>
      <dgm:spPr/>
    </dgm:pt>
    <dgm:pt modelId="{CE205EB1-26DD-42A8-A785-894CEDD4A7A3}" type="sibTrans" cxnId="{A3CBBEC5-AB0C-4774-ADD3-A893AF67130A}">
      <dgm:prSet/>
      <dgm:spPr/>
    </dgm:pt>
    <dgm:pt modelId="{D7370C04-BB04-48CB-8A06-397EE2D49915}">
      <dgm:prSet phldrT="[文本]" phldr="0"/>
      <dgm:spPr/>
      <dgm:t>
        <a:bodyPr/>
        <a:lstStyle/>
        <a:p>
          <a:r>
            <a:rPr lang="zh-CN" altLang="en-US"/>
            <a:t>作业六</a:t>
          </a:r>
        </a:p>
      </dgm:t>
    </dgm:pt>
    <dgm:pt modelId="{A7CFB504-D50F-41DE-8C9A-1A3F6536D316}" type="parTrans" cxnId="{49F7EA2A-9AF1-4026-ACB5-B795859F1974}">
      <dgm:prSet/>
      <dgm:spPr/>
    </dgm:pt>
    <dgm:pt modelId="{4296FE76-231D-46F5-97A3-019C08DE25FA}" type="sibTrans" cxnId="{49F7EA2A-9AF1-4026-ACB5-B795859F1974}">
      <dgm:prSet/>
      <dgm:spPr/>
    </dgm:pt>
    <dgm:pt modelId="{A72232D4-1CD0-49EC-82B9-99E0C49EC541}" type="pres">
      <dgm:prSet presAssocID="{D55D8971-ACB2-4236-B6E6-139E5A972C1D}" presName="linear" presStyleCnt="0">
        <dgm:presLayoutVars>
          <dgm:dir/>
          <dgm:animLvl val="lvl"/>
          <dgm:resizeHandles val="exact"/>
        </dgm:presLayoutVars>
      </dgm:prSet>
      <dgm:spPr/>
    </dgm:pt>
    <dgm:pt modelId="{9C3CBC96-AF21-4643-9E9D-1A751FFC226B}" type="pres">
      <dgm:prSet presAssocID="{1EED6A50-F52B-4751-AACB-69B14CFBC95D}" presName="parentLin" presStyleCnt="0"/>
      <dgm:spPr/>
    </dgm:pt>
    <dgm:pt modelId="{1185D513-C557-4399-924C-45C2CD763330}" type="pres">
      <dgm:prSet presAssocID="{1EED6A50-F52B-4751-AACB-69B14CFBC95D}" presName="parentLeftMargin" presStyleLbl="node1" presStyleIdx="0" presStyleCnt="3"/>
      <dgm:spPr/>
    </dgm:pt>
    <dgm:pt modelId="{5819CD99-12DF-4676-BB87-1B1516323252}" type="pres">
      <dgm:prSet presAssocID="{1EED6A50-F52B-4751-AACB-69B14CFBC95D}" presName="parentText" presStyleLbl="node1" presStyleIdx="0" presStyleCnt="3">
        <dgm:presLayoutVars>
          <dgm:chMax val="0"/>
          <dgm:bulletEnabled val="1"/>
        </dgm:presLayoutVars>
      </dgm:prSet>
      <dgm:spPr/>
    </dgm:pt>
    <dgm:pt modelId="{01F8B929-91A2-49BE-BCBE-EB906955AAF0}" type="pres">
      <dgm:prSet presAssocID="{1EED6A50-F52B-4751-AACB-69B14CFBC95D}" presName="negativeSpace" presStyleCnt="0"/>
      <dgm:spPr/>
    </dgm:pt>
    <dgm:pt modelId="{78515A71-7EA4-48CC-A838-ABBADEA150D6}" type="pres">
      <dgm:prSet presAssocID="{1EED6A50-F52B-4751-AACB-69B14CFBC95D}" presName="childText" presStyleLbl="conFgAcc1" presStyleIdx="0" presStyleCnt="3">
        <dgm:presLayoutVars>
          <dgm:bulletEnabled val="1"/>
        </dgm:presLayoutVars>
      </dgm:prSet>
      <dgm:spPr/>
    </dgm:pt>
    <dgm:pt modelId="{AE7789D7-FF84-4ABD-8D38-DF9F9A4C5F6D}" type="pres">
      <dgm:prSet presAssocID="{7702CF36-97A4-4876-B491-D738262D463A}" presName="spaceBetweenRectangles" presStyleCnt="0"/>
      <dgm:spPr/>
    </dgm:pt>
    <dgm:pt modelId="{F8E9F72A-6FDC-47BA-B1CA-E18E2A6DDEEA}" type="pres">
      <dgm:prSet presAssocID="{26D870EA-CBEF-4B9D-8E5C-B0E869C0CE18}" presName="parentLin" presStyleCnt="0"/>
      <dgm:spPr/>
    </dgm:pt>
    <dgm:pt modelId="{BBFCC61D-96DD-4867-8A80-5D5952EA5552}" type="pres">
      <dgm:prSet presAssocID="{26D870EA-CBEF-4B9D-8E5C-B0E869C0CE18}" presName="parentLeftMargin" presStyleLbl="node1" presStyleIdx="0" presStyleCnt="3"/>
      <dgm:spPr/>
    </dgm:pt>
    <dgm:pt modelId="{D0CFFECE-78F1-4F6E-84F6-B2C218A7149C}" type="pres">
      <dgm:prSet presAssocID="{26D870EA-CBEF-4B9D-8E5C-B0E869C0CE18}" presName="parentText" presStyleLbl="node1" presStyleIdx="1" presStyleCnt="3">
        <dgm:presLayoutVars>
          <dgm:chMax val="0"/>
          <dgm:bulletEnabled val="1"/>
        </dgm:presLayoutVars>
      </dgm:prSet>
      <dgm:spPr/>
    </dgm:pt>
    <dgm:pt modelId="{318A440D-C2B2-48A2-B75D-8DB8AEBFCD57}" type="pres">
      <dgm:prSet presAssocID="{26D870EA-CBEF-4B9D-8E5C-B0E869C0CE18}" presName="negativeSpace" presStyleCnt="0"/>
      <dgm:spPr/>
    </dgm:pt>
    <dgm:pt modelId="{EC6C785D-760B-4E3A-9917-42B87393711B}" type="pres">
      <dgm:prSet presAssocID="{26D870EA-CBEF-4B9D-8E5C-B0E869C0CE18}" presName="childText" presStyleLbl="conFgAcc1" presStyleIdx="1" presStyleCnt="3">
        <dgm:presLayoutVars>
          <dgm:bulletEnabled val="1"/>
        </dgm:presLayoutVars>
      </dgm:prSet>
      <dgm:spPr/>
    </dgm:pt>
    <dgm:pt modelId="{2661805C-6C70-4744-A687-A24B1F5491C2}" type="pres">
      <dgm:prSet presAssocID="{602DC540-569D-418D-B7DF-601927270FD4}" presName="spaceBetweenRectangles" presStyleCnt="0"/>
      <dgm:spPr/>
    </dgm:pt>
    <dgm:pt modelId="{ED74AB36-051E-4ADA-8785-479AEDEF9096}" type="pres">
      <dgm:prSet presAssocID="{7674CBEB-5B51-421A-A698-0580799C1105}" presName="parentLin" presStyleCnt="0"/>
      <dgm:spPr/>
    </dgm:pt>
    <dgm:pt modelId="{5E2B493D-B152-4637-B37F-BDFF5AF361BA}" type="pres">
      <dgm:prSet presAssocID="{7674CBEB-5B51-421A-A698-0580799C1105}" presName="parentLeftMargin" presStyleLbl="node1" presStyleIdx="1" presStyleCnt="3"/>
      <dgm:spPr/>
    </dgm:pt>
    <dgm:pt modelId="{7AED97A5-34F7-4EB5-AB5C-89D886E5248D}" type="pres">
      <dgm:prSet presAssocID="{7674CBEB-5B51-421A-A698-0580799C1105}" presName="parentText" presStyleLbl="node1" presStyleIdx="2" presStyleCnt="3">
        <dgm:presLayoutVars>
          <dgm:chMax val="0"/>
          <dgm:bulletEnabled val="1"/>
        </dgm:presLayoutVars>
      </dgm:prSet>
      <dgm:spPr/>
    </dgm:pt>
    <dgm:pt modelId="{6EED2FB1-CE5E-4C39-B429-DFEBF8335D13}" type="pres">
      <dgm:prSet presAssocID="{7674CBEB-5B51-421A-A698-0580799C1105}" presName="negativeSpace" presStyleCnt="0"/>
      <dgm:spPr/>
    </dgm:pt>
    <dgm:pt modelId="{DCE72A8E-A6BC-45F1-B82E-450A8F65E0B6}" type="pres">
      <dgm:prSet presAssocID="{7674CBEB-5B51-421A-A698-0580799C1105}" presName="childText" presStyleLbl="conFgAcc1" presStyleIdx="2" presStyleCnt="3">
        <dgm:presLayoutVars>
          <dgm:bulletEnabled val="1"/>
        </dgm:presLayoutVars>
      </dgm:prSet>
      <dgm:spPr/>
    </dgm:pt>
  </dgm:ptLst>
  <dgm:cxnLst>
    <dgm:cxn modelId="{38E27307-3D3A-4FB7-BBAA-AB9C8E3BB763}" type="presOf" srcId="{D55D8971-ACB2-4236-B6E6-139E5A972C1D}" destId="{A72232D4-1CD0-49EC-82B9-99E0C49EC541}" srcOrd="0" destOrd="0" presId="urn:microsoft.com/office/officeart/2005/8/layout/list1"/>
    <dgm:cxn modelId="{5F1EA009-523A-4487-A9A1-8F2FD8E81F29}" srcId="{1EED6A50-F52B-4751-AACB-69B14CFBC95D}" destId="{6918702A-D9A2-4A84-B304-B5E13F42C633}" srcOrd="0" destOrd="0" parTransId="{8A2F56E8-AF4C-45B6-B22C-746F526D78B8}" sibTransId="{E24D23FA-CE03-4366-8B89-90D13941A91C}"/>
    <dgm:cxn modelId="{D8CFE409-C27F-4600-9E5C-B5C667AC89F6}" srcId="{D55D8971-ACB2-4236-B6E6-139E5A972C1D}" destId="{1EED6A50-F52B-4751-AACB-69B14CFBC95D}" srcOrd="0" destOrd="0" parTransId="{00D1C5AD-F0AE-4CCB-9A4D-FD29C9DFA30F}" sibTransId="{7702CF36-97A4-4876-B491-D738262D463A}"/>
    <dgm:cxn modelId="{31E8B112-19A6-43EF-A8D6-158C93793C79}" srcId="{1EED6A50-F52B-4751-AACB-69B14CFBC95D}" destId="{E4E84131-338A-41C8-BE32-46F182F27244}" srcOrd="1" destOrd="0" parTransId="{116D12D0-FD64-44AF-B498-51777B89BF95}" sibTransId="{805F6827-AB56-4849-9C24-D82184446F3D}"/>
    <dgm:cxn modelId="{67466914-5C1F-4742-9D1B-CFE6ADFFDDB5}" type="presOf" srcId="{28CCEF35-C1C4-4D15-BECA-3FCDCC605E20}" destId="{DCE72A8E-A6BC-45F1-B82E-450A8F65E0B6}" srcOrd="0" destOrd="4" presId="urn:microsoft.com/office/officeart/2005/8/layout/list1"/>
    <dgm:cxn modelId="{595FC715-EF13-47FB-8C6F-31A4CD6CD733}" type="presOf" srcId="{7674CBEB-5B51-421A-A698-0580799C1105}" destId="{5E2B493D-B152-4637-B37F-BDFF5AF361BA}" srcOrd="0" destOrd="0" presId="urn:microsoft.com/office/officeart/2005/8/layout/list1"/>
    <dgm:cxn modelId="{C10C0C1D-2C82-43DE-9166-EB481F47F167}" type="presOf" srcId="{65740C51-D6AD-4C02-BAEC-73291207F000}" destId="{EC6C785D-760B-4E3A-9917-42B87393711B}" srcOrd="0" destOrd="1" presId="urn:microsoft.com/office/officeart/2005/8/layout/list1"/>
    <dgm:cxn modelId="{04E10821-0EE0-4D4A-919B-7CB7286D44B4}" srcId="{7674CBEB-5B51-421A-A698-0580799C1105}" destId="{E955DBF0-188C-4426-9014-29423A2769C8}" srcOrd="2" destOrd="0" parTransId="{273EDCE9-9E37-4E51-AE49-F1E220910804}" sibTransId="{ED3FBF04-F568-45E7-B2B4-CD4F79626C0A}"/>
    <dgm:cxn modelId="{49F7EA2A-9AF1-4026-ACB5-B795859F1974}" srcId="{7674CBEB-5B51-421A-A698-0580799C1105}" destId="{D7370C04-BB04-48CB-8A06-397EE2D49915}" srcOrd="5" destOrd="0" parTransId="{A7CFB504-D50F-41DE-8C9A-1A3F6536D316}" sibTransId="{4296FE76-231D-46F5-97A3-019C08DE25FA}"/>
    <dgm:cxn modelId="{B6FB1D3A-7841-4CDA-AEAF-85CB290FA0E9}" srcId="{1EED6A50-F52B-4751-AACB-69B14CFBC95D}" destId="{412333FA-D614-40EA-9572-EE10A0CD20D9}" srcOrd="3" destOrd="0" parTransId="{E2D49E91-C77E-45CC-8588-70D1F5A49396}" sibTransId="{75D092AE-9F74-40A7-AAEE-4C50B889CBD1}"/>
    <dgm:cxn modelId="{50F8BE3A-93ED-4364-81D8-251D21004DED}" type="presOf" srcId="{A401591B-4E04-44A9-85B1-D7AE12330C11}" destId="{DCE72A8E-A6BC-45F1-B82E-450A8F65E0B6}" srcOrd="0" destOrd="3" presId="urn:microsoft.com/office/officeart/2005/8/layout/list1"/>
    <dgm:cxn modelId="{680DDC3E-BD0D-4F22-812E-5A95016E145F}" srcId="{26D870EA-CBEF-4B9D-8E5C-B0E869C0CE18}" destId="{65740C51-D6AD-4C02-BAEC-73291207F000}" srcOrd="1" destOrd="0" parTransId="{7824CBBA-15D6-4153-A1B2-473721EEA605}" sibTransId="{1D81AE6D-FADF-4646-BA4C-3F88F89268C6}"/>
    <dgm:cxn modelId="{11F16C44-48F0-4A59-9E77-914E39B74EBE}" srcId="{1EED6A50-F52B-4751-AACB-69B14CFBC95D}" destId="{981A5377-650B-44D4-88CA-040EC6EE3EFB}" srcOrd="2" destOrd="0" parTransId="{E2AC8954-F195-4DEF-A237-24C41FBE2E37}" sibTransId="{1B5A9362-0199-4A45-82FB-A4966E0AF861}"/>
    <dgm:cxn modelId="{12FBF646-2376-458C-9E3C-0689B7455D29}" type="presOf" srcId="{7674CBEB-5B51-421A-A698-0580799C1105}" destId="{7AED97A5-34F7-4EB5-AB5C-89D886E5248D}" srcOrd="1" destOrd="0" presId="urn:microsoft.com/office/officeart/2005/8/layout/list1"/>
    <dgm:cxn modelId="{9EDCF84E-D568-4C37-BDE9-85E909C0571B}" type="presOf" srcId="{F9A06D2C-08A7-4F2E-B676-2B37FE0DB6F5}" destId="{EC6C785D-760B-4E3A-9917-42B87393711B}" srcOrd="0" destOrd="2" presId="urn:microsoft.com/office/officeart/2005/8/layout/list1"/>
    <dgm:cxn modelId="{6A912F73-BC06-4043-BC68-79D11FA0D440}" type="presOf" srcId="{0B622D22-A1B3-400C-A7EB-44E790A617FD}" destId="{DCE72A8E-A6BC-45F1-B82E-450A8F65E0B6}" srcOrd="0" destOrd="1" presId="urn:microsoft.com/office/officeart/2005/8/layout/list1"/>
    <dgm:cxn modelId="{FB708A53-D75E-4FCB-B066-022F18604E2A}" type="presOf" srcId="{1EED6A50-F52B-4751-AACB-69B14CFBC95D}" destId="{5819CD99-12DF-4676-BB87-1B1516323252}" srcOrd="1" destOrd="0" presId="urn:microsoft.com/office/officeart/2005/8/layout/list1"/>
    <dgm:cxn modelId="{FDD02675-D226-4BA8-9860-4A4E176F8727}" type="presOf" srcId="{26D870EA-CBEF-4B9D-8E5C-B0E869C0CE18}" destId="{BBFCC61D-96DD-4867-8A80-5D5952EA5552}" srcOrd="0" destOrd="0" presId="urn:microsoft.com/office/officeart/2005/8/layout/list1"/>
    <dgm:cxn modelId="{F5025383-7181-40C3-85E3-5B0C1C0A07FA}" type="presOf" srcId="{53B599B9-ACE3-449F-83BD-599ADD084029}" destId="{EC6C785D-760B-4E3A-9917-42B87393711B}" srcOrd="0" destOrd="0" presId="urn:microsoft.com/office/officeart/2005/8/layout/list1"/>
    <dgm:cxn modelId="{C4714790-B6AE-449B-B73F-011EDF7AD541}" type="presOf" srcId="{D7370C04-BB04-48CB-8A06-397EE2D49915}" destId="{DCE72A8E-A6BC-45F1-B82E-450A8F65E0B6}" srcOrd="0" destOrd="5" presId="urn:microsoft.com/office/officeart/2005/8/layout/list1"/>
    <dgm:cxn modelId="{E1221C99-D5AB-4007-803E-1CCF140982CE}" type="presOf" srcId="{26D870EA-CBEF-4B9D-8E5C-B0E869C0CE18}" destId="{D0CFFECE-78F1-4F6E-84F6-B2C218A7149C}" srcOrd="1" destOrd="0" presId="urn:microsoft.com/office/officeart/2005/8/layout/list1"/>
    <dgm:cxn modelId="{FC7D90A9-CE8E-4BA7-944B-5EBA10B41D0E}" type="presOf" srcId="{6918702A-D9A2-4A84-B304-B5E13F42C633}" destId="{78515A71-7EA4-48CC-A838-ABBADEA150D6}" srcOrd="0" destOrd="0" presId="urn:microsoft.com/office/officeart/2005/8/layout/list1"/>
    <dgm:cxn modelId="{1CF578AF-A056-4E37-B426-F1A941FB64F2}" srcId="{D55D8971-ACB2-4236-B6E6-139E5A972C1D}" destId="{7674CBEB-5B51-421A-A698-0580799C1105}" srcOrd="2" destOrd="0" parTransId="{2203DF9D-B7D0-48FC-A9B3-E2DBD56812E4}" sibTransId="{053D8B9C-C289-4F50-B3F4-220634EF10BD}"/>
    <dgm:cxn modelId="{208FBCB2-8703-4B15-98F4-A4917D99E860}" srcId="{7674CBEB-5B51-421A-A698-0580799C1105}" destId="{A401591B-4E04-44A9-85B1-D7AE12330C11}" srcOrd="3" destOrd="0" parTransId="{F34020F9-6CB5-4769-B7B7-D12A54DBF2C9}" sibTransId="{6FCFEEEC-7CDB-455B-9E7B-A7B12BAC79DA}"/>
    <dgm:cxn modelId="{DCFDDCBB-7B63-47DB-BD32-66C1868A58DF}" srcId="{26D870EA-CBEF-4B9D-8E5C-B0E869C0CE18}" destId="{53B599B9-ACE3-449F-83BD-599ADD084029}" srcOrd="0" destOrd="0" parTransId="{E8D3DC02-FB07-470F-AA6B-2B5674E6926B}" sibTransId="{F9B376CB-68EF-48D2-A38E-6FE0CDF61D11}"/>
    <dgm:cxn modelId="{9DDC90BD-1F83-478F-B201-6B1C987D7AAD}" srcId="{D55D8971-ACB2-4236-B6E6-139E5A972C1D}" destId="{26D870EA-CBEF-4B9D-8E5C-B0E869C0CE18}" srcOrd="1" destOrd="0" parTransId="{D788AA0E-599E-44E1-BEA4-D86BDE2427BE}" sibTransId="{602DC540-569D-418D-B7DF-601927270FD4}"/>
    <dgm:cxn modelId="{CFC19EBD-5765-4E7C-B576-A55FEC6A7598}" srcId="{7674CBEB-5B51-421A-A698-0580799C1105}" destId="{28CCEF35-C1C4-4D15-BECA-3FCDCC605E20}" srcOrd="4" destOrd="0" parTransId="{EBAD5C8B-3BD4-4FF6-9C01-E8F4A43A2157}" sibTransId="{DED4A1BE-77C0-4E6A-93EE-FB342EC2C681}"/>
    <dgm:cxn modelId="{054B20C2-E799-4169-AE2A-F507F94598DF}" srcId="{7674CBEB-5B51-421A-A698-0580799C1105}" destId="{0CD59371-3804-449A-9B47-0B19CBE36247}" srcOrd="0" destOrd="0" parTransId="{B87CE1A8-C5C5-488A-98DA-0AA4CED43805}" sibTransId="{A0318E7E-A049-4BD8-8325-54A09C602630}"/>
    <dgm:cxn modelId="{77EE69C3-AC06-4D92-A0F5-57E13026EEF5}" type="presOf" srcId="{E955DBF0-188C-4426-9014-29423A2769C8}" destId="{DCE72A8E-A6BC-45F1-B82E-450A8F65E0B6}" srcOrd="0" destOrd="2" presId="urn:microsoft.com/office/officeart/2005/8/layout/list1"/>
    <dgm:cxn modelId="{A3CBBEC5-AB0C-4774-ADD3-A893AF67130A}" srcId="{26D870EA-CBEF-4B9D-8E5C-B0E869C0CE18}" destId="{F9A06D2C-08A7-4F2E-B676-2B37FE0DB6F5}" srcOrd="2" destOrd="0" parTransId="{3E88F344-EF21-4AD6-8C86-349E714FEF0E}" sibTransId="{CE205EB1-26DD-42A8-A785-894CEDD4A7A3}"/>
    <dgm:cxn modelId="{0D2146E8-992C-4643-9326-4BB4768092FB}" type="presOf" srcId="{1EED6A50-F52B-4751-AACB-69B14CFBC95D}" destId="{1185D513-C557-4399-924C-45C2CD763330}" srcOrd="0" destOrd="0" presId="urn:microsoft.com/office/officeart/2005/8/layout/list1"/>
    <dgm:cxn modelId="{F0C502F1-6F8D-4904-A05D-1CA6E9CC577B}" type="presOf" srcId="{E4E84131-338A-41C8-BE32-46F182F27244}" destId="{78515A71-7EA4-48CC-A838-ABBADEA150D6}" srcOrd="0" destOrd="1" presId="urn:microsoft.com/office/officeart/2005/8/layout/list1"/>
    <dgm:cxn modelId="{FAFD47F7-8E5C-4063-AFF4-5A427B41E812}" type="presOf" srcId="{412333FA-D614-40EA-9572-EE10A0CD20D9}" destId="{78515A71-7EA4-48CC-A838-ABBADEA150D6}" srcOrd="0" destOrd="3" presId="urn:microsoft.com/office/officeart/2005/8/layout/list1"/>
    <dgm:cxn modelId="{ADEB31F8-8AED-42F9-9904-339C19B4B2D4}" type="presOf" srcId="{981A5377-650B-44D4-88CA-040EC6EE3EFB}" destId="{78515A71-7EA4-48CC-A838-ABBADEA150D6}" srcOrd="0" destOrd="2" presId="urn:microsoft.com/office/officeart/2005/8/layout/list1"/>
    <dgm:cxn modelId="{857BCBFC-6344-4FF5-A539-5EB74BF568AE}" srcId="{7674CBEB-5B51-421A-A698-0580799C1105}" destId="{0B622D22-A1B3-400C-A7EB-44E790A617FD}" srcOrd="1" destOrd="0" parTransId="{E03B7A37-0ACF-4701-8544-02538A098759}" sibTransId="{60FC89D4-FDE2-43C3-A052-11B5C8A6CB64}"/>
    <dgm:cxn modelId="{C41F7EFF-B9FE-4CFB-9A56-42BE57EFB477}" type="presOf" srcId="{0CD59371-3804-449A-9B47-0B19CBE36247}" destId="{DCE72A8E-A6BC-45F1-B82E-450A8F65E0B6}" srcOrd="0" destOrd="0" presId="urn:microsoft.com/office/officeart/2005/8/layout/list1"/>
    <dgm:cxn modelId="{B4F5BC2D-2CFC-40BA-B239-9EBA17B27D9C}" type="presParOf" srcId="{A72232D4-1CD0-49EC-82B9-99E0C49EC541}" destId="{9C3CBC96-AF21-4643-9E9D-1A751FFC226B}" srcOrd="0" destOrd="0" presId="urn:microsoft.com/office/officeart/2005/8/layout/list1"/>
    <dgm:cxn modelId="{7DFAC60D-E02D-4870-9144-05C665C50B9B}" type="presParOf" srcId="{9C3CBC96-AF21-4643-9E9D-1A751FFC226B}" destId="{1185D513-C557-4399-924C-45C2CD763330}" srcOrd="0" destOrd="0" presId="urn:microsoft.com/office/officeart/2005/8/layout/list1"/>
    <dgm:cxn modelId="{6BA19FD5-99B0-46C1-91BE-8B09E0079939}" type="presParOf" srcId="{9C3CBC96-AF21-4643-9E9D-1A751FFC226B}" destId="{5819CD99-12DF-4676-BB87-1B1516323252}" srcOrd="1" destOrd="0" presId="urn:microsoft.com/office/officeart/2005/8/layout/list1"/>
    <dgm:cxn modelId="{8185DF63-230E-4651-9C09-7CDC98CEE06A}" type="presParOf" srcId="{A72232D4-1CD0-49EC-82B9-99E0C49EC541}" destId="{01F8B929-91A2-49BE-BCBE-EB906955AAF0}" srcOrd="1" destOrd="0" presId="urn:microsoft.com/office/officeart/2005/8/layout/list1"/>
    <dgm:cxn modelId="{1B0E39BC-C37B-472B-8796-C41E04AB028D}" type="presParOf" srcId="{A72232D4-1CD0-49EC-82B9-99E0C49EC541}" destId="{78515A71-7EA4-48CC-A838-ABBADEA150D6}" srcOrd="2" destOrd="0" presId="urn:microsoft.com/office/officeart/2005/8/layout/list1"/>
    <dgm:cxn modelId="{1FD9B7CD-D6D9-4559-9F19-B1044A2B5A35}" type="presParOf" srcId="{A72232D4-1CD0-49EC-82B9-99E0C49EC541}" destId="{AE7789D7-FF84-4ABD-8D38-DF9F9A4C5F6D}" srcOrd="3" destOrd="0" presId="urn:microsoft.com/office/officeart/2005/8/layout/list1"/>
    <dgm:cxn modelId="{7E6F773F-73EC-4FD5-BD13-F0DA0A53FEDD}" type="presParOf" srcId="{A72232D4-1CD0-49EC-82B9-99E0C49EC541}" destId="{F8E9F72A-6FDC-47BA-B1CA-E18E2A6DDEEA}" srcOrd="4" destOrd="0" presId="urn:microsoft.com/office/officeart/2005/8/layout/list1"/>
    <dgm:cxn modelId="{E4D206B6-BB88-4DC7-8E90-AA1F73B1A0F8}" type="presParOf" srcId="{F8E9F72A-6FDC-47BA-B1CA-E18E2A6DDEEA}" destId="{BBFCC61D-96DD-4867-8A80-5D5952EA5552}" srcOrd="0" destOrd="0" presId="urn:microsoft.com/office/officeart/2005/8/layout/list1"/>
    <dgm:cxn modelId="{0CBC906E-0240-4F92-BC41-2B2108230C33}" type="presParOf" srcId="{F8E9F72A-6FDC-47BA-B1CA-E18E2A6DDEEA}" destId="{D0CFFECE-78F1-4F6E-84F6-B2C218A7149C}" srcOrd="1" destOrd="0" presId="urn:microsoft.com/office/officeart/2005/8/layout/list1"/>
    <dgm:cxn modelId="{099F5896-B24A-4D07-B838-29B41352719E}" type="presParOf" srcId="{A72232D4-1CD0-49EC-82B9-99E0C49EC541}" destId="{318A440D-C2B2-48A2-B75D-8DB8AEBFCD57}" srcOrd="5" destOrd="0" presId="urn:microsoft.com/office/officeart/2005/8/layout/list1"/>
    <dgm:cxn modelId="{DD8536EB-1F2D-4E17-876F-7DF982B155B4}" type="presParOf" srcId="{A72232D4-1CD0-49EC-82B9-99E0C49EC541}" destId="{EC6C785D-760B-4E3A-9917-42B87393711B}" srcOrd="6" destOrd="0" presId="urn:microsoft.com/office/officeart/2005/8/layout/list1"/>
    <dgm:cxn modelId="{A0BB9404-D302-4976-8A21-EC95573A9C29}" type="presParOf" srcId="{A72232D4-1CD0-49EC-82B9-99E0C49EC541}" destId="{2661805C-6C70-4744-A687-A24B1F5491C2}" srcOrd="7" destOrd="0" presId="urn:microsoft.com/office/officeart/2005/8/layout/list1"/>
    <dgm:cxn modelId="{BFDBD2BA-B288-49FF-97B7-1A6DE7997D6F}" type="presParOf" srcId="{A72232D4-1CD0-49EC-82B9-99E0C49EC541}" destId="{ED74AB36-051E-4ADA-8785-479AEDEF9096}" srcOrd="8" destOrd="0" presId="urn:microsoft.com/office/officeart/2005/8/layout/list1"/>
    <dgm:cxn modelId="{FE38B638-360D-4B96-8844-86311508E05F}" type="presParOf" srcId="{ED74AB36-051E-4ADA-8785-479AEDEF9096}" destId="{5E2B493D-B152-4637-B37F-BDFF5AF361BA}" srcOrd="0" destOrd="0" presId="urn:microsoft.com/office/officeart/2005/8/layout/list1"/>
    <dgm:cxn modelId="{1995FB92-13A0-4FCA-8331-732AE8043096}" type="presParOf" srcId="{ED74AB36-051E-4ADA-8785-479AEDEF9096}" destId="{7AED97A5-34F7-4EB5-AB5C-89D886E5248D}" srcOrd="1" destOrd="0" presId="urn:microsoft.com/office/officeart/2005/8/layout/list1"/>
    <dgm:cxn modelId="{92BEF13A-EDCF-444C-A501-D8E2B77AE6C1}" type="presParOf" srcId="{A72232D4-1CD0-49EC-82B9-99E0C49EC541}" destId="{6EED2FB1-CE5E-4C39-B429-DFEBF8335D13}" srcOrd="9" destOrd="0" presId="urn:microsoft.com/office/officeart/2005/8/layout/list1"/>
    <dgm:cxn modelId="{39D49103-6E72-4F3F-B36F-EE52407EB12C}" type="presParOf" srcId="{A72232D4-1CD0-49EC-82B9-99E0C49EC541}" destId="{DCE72A8E-A6BC-45F1-B82E-450A8F65E0B6}"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1D4198-3CA6-45B2-A37D-799C323DE5DD}" type="doc">
      <dgm:prSet loTypeId="urn:microsoft.com/office/officeart/2005/8/layout/list1" loCatId="list" qsTypeId="urn:microsoft.com/office/officeart/2005/8/quickstyle/simple2" qsCatId="simple" csTypeId="urn:microsoft.com/office/officeart/2005/8/colors/accent0_2" csCatId="mainScheme" phldr="1"/>
      <dgm:spPr/>
      <dgm:t>
        <a:bodyPr/>
        <a:lstStyle/>
        <a:p>
          <a:endParaRPr lang="zh-CN" altLang="en-US"/>
        </a:p>
      </dgm:t>
    </dgm:pt>
    <dgm:pt modelId="{A3F1D3C6-3FA7-4F3E-813C-AB75B58C4825}">
      <dgm:prSet phldrT="[文本]"/>
      <dgm:spPr/>
      <dgm:t>
        <a:bodyPr/>
        <a:lstStyle/>
        <a:p>
          <a:pPr>
            <a:buFont typeface="Wingdings" panose="05000000000000000000" pitchFamily="2" charset="2"/>
            <a:buChar char=""/>
          </a:pPr>
          <a:r>
            <a:rPr lang="zh-CN"/>
            <a:t>软件复杂度爆表：</a:t>
          </a:r>
          <a:endParaRPr lang="zh-CN" altLang="en-US"/>
        </a:p>
      </dgm:t>
    </dgm:pt>
    <dgm:pt modelId="{B854FA79-1C21-4BD6-8377-4C4DCCFA5307}" type="parTrans" cxnId="{E97DFBF0-273B-4E7C-AE68-D0D5A63112C0}">
      <dgm:prSet/>
      <dgm:spPr/>
      <dgm:t>
        <a:bodyPr/>
        <a:lstStyle/>
        <a:p>
          <a:endParaRPr lang="zh-CN" altLang="en-US"/>
        </a:p>
      </dgm:t>
    </dgm:pt>
    <dgm:pt modelId="{1802EC4B-63E9-4696-9D8D-BB1AE2BF8195}" type="sibTrans" cxnId="{E97DFBF0-273B-4E7C-AE68-D0D5A63112C0}">
      <dgm:prSet/>
      <dgm:spPr/>
      <dgm:t>
        <a:bodyPr/>
        <a:lstStyle/>
        <a:p>
          <a:endParaRPr lang="zh-CN" altLang="en-US"/>
        </a:p>
      </dgm:t>
    </dgm:pt>
    <dgm:pt modelId="{D07DAF0B-0DD3-4E2D-AC0E-C76294AB12BA}">
      <dgm:prSet/>
      <dgm:spPr/>
      <dgm:t>
        <a:bodyPr/>
        <a:lstStyle/>
        <a:p>
          <a:pPr>
            <a:buFont typeface="Wingdings" panose="05000000000000000000" pitchFamily="2" charset="2"/>
            <a:buChar char=""/>
          </a:pPr>
          <a:r>
            <a:rPr lang="zh-CN"/>
            <a:t>团队协作的需要：</a:t>
          </a:r>
        </a:p>
      </dgm:t>
    </dgm:pt>
    <dgm:pt modelId="{C43F5B17-96C4-4B95-8FDB-A6A6FD8B84EF}" type="parTrans" cxnId="{CD4061F0-F11C-47C3-96DB-736374D70534}">
      <dgm:prSet/>
      <dgm:spPr/>
      <dgm:t>
        <a:bodyPr/>
        <a:lstStyle/>
        <a:p>
          <a:endParaRPr lang="zh-CN" altLang="en-US"/>
        </a:p>
      </dgm:t>
    </dgm:pt>
    <dgm:pt modelId="{F8EB59F2-3A1A-4DBD-ACB4-C4CA590622E3}" type="sibTrans" cxnId="{CD4061F0-F11C-47C3-96DB-736374D70534}">
      <dgm:prSet/>
      <dgm:spPr/>
      <dgm:t>
        <a:bodyPr/>
        <a:lstStyle/>
        <a:p>
          <a:endParaRPr lang="zh-CN" altLang="en-US"/>
        </a:p>
      </dgm:t>
    </dgm:pt>
    <dgm:pt modelId="{2E575EBA-95F0-41CE-898D-79873DF548AA}">
      <dgm:prSet/>
      <dgm:spPr/>
      <dgm:t>
        <a:bodyPr/>
        <a:lstStyle/>
        <a:p>
          <a:pPr>
            <a:buFont typeface="Wingdings" panose="05000000000000000000" pitchFamily="2" charset="2"/>
            <a:buChar char=""/>
          </a:pPr>
          <a:r>
            <a:rPr lang="zh-CN"/>
            <a:t>多端统一服务：</a:t>
          </a:r>
        </a:p>
      </dgm:t>
    </dgm:pt>
    <dgm:pt modelId="{4C1DDAA3-F24C-4714-96BB-987A05435453}" type="parTrans" cxnId="{AF498F2D-19F6-4C83-AB3A-40187306157E}">
      <dgm:prSet/>
      <dgm:spPr/>
      <dgm:t>
        <a:bodyPr/>
        <a:lstStyle/>
        <a:p>
          <a:endParaRPr lang="zh-CN" altLang="en-US"/>
        </a:p>
      </dgm:t>
    </dgm:pt>
    <dgm:pt modelId="{576CC30A-D2AB-4B2F-B2CA-9D975D0E44C6}" type="sibTrans" cxnId="{AF498F2D-19F6-4C83-AB3A-40187306157E}">
      <dgm:prSet/>
      <dgm:spPr/>
      <dgm:t>
        <a:bodyPr/>
        <a:lstStyle/>
        <a:p>
          <a:endParaRPr lang="zh-CN" altLang="en-US"/>
        </a:p>
      </dgm:t>
    </dgm:pt>
    <dgm:pt modelId="{035FB36B-7449-47AC-A1F6-1893447F85BB}">
      <dgm:prSet/>
      <dgm:spPr/>
      <dgm:t>
        <a:bodyPr/>
        <a:lstStyle/>
        <a:p>
          <a:pPr>
            <a:buFont typeface="Wingdings" panose="05000000000000000000" pitchFamily="2" charset="2"/>
            <a:buChar char=""/>
          </a:pPr>
          <a:r>
            <a:rPr lang="zh-CN"/>
            <a:t>安全与管控：</a:t>
          </a:r>
        </a:p>
      </dgm:t>
    </dgm:pt>
    <dgm:pt modelId="{57D66C03-BAEC-44A3-9C96-50E9550F3D68}" type="parTrans" cxnId="{C6672B73-AFE8-464A-B781-7311C234EDF3}">
      <dgm:prSet/>
      <dgm:spPr/>
      <dgm:t>
        <a:bodyPr/>
        <a:lstStyle/>
        <a:p>
          <a:endParaRPr lang="zh-CN" altLang="en-US"/>
        </a:p>
      </dgm:t>
    </dgm:pt>
    <dgm:pt modelId="{8A3252AB-9C73-4B2C-B58B-C1FABB051EC1}" type="sibTrans" cxnId="{C6672B73-AFE8-464A-B781-7311C234EDF3}">
      <dgm:prSet/>
      <dgm:spPr/>
      <dgm:t>
        <a:bodyPr/>
        <a:lstStyle/>
        <a:p>
          <a:endParaRPr lang="zh-CN" altLang="en-US"/>
        </a:p>
      </dgm:t>
    </dgm:pt>
    <dgm:pt modelId="{1608383B-4A61-40ED-94C3-8C703373031A}">
      <dgm:prSet/>
      <dgm:spPr/>
      <dgm:t>
        <a:bodyPr/>
        <a:lstStyle/>
        <a:p>
          <a:pPr>
            <a:buFont typeface="Wingdings" panose="05000000000000000000" pitchFamily="2" charset="2"/>
            <a:buChar char=""/>
          </a:pPr>
          <a:r>
            <a:rPr lang="zh-CN"/>
            <a:t>商业生态的开放：</a:t>
          </a:r>
        </a:p>
      </dgm:t>
    </dgm:pt>
    <dgm:pt modelId="{B9BB5D32-3493-475C-A877-1F983F87CFED}" type="parTrans" cxnId="{AC488D11-E409-4D92-A7B8-50358DB70166}">
      <dgm:prSet/>
      <dgm:spPr/>
      <dgm:t>
        <a:bodyPr/>
        <a:lstStyle/>
        <a:p>
          <a:endParaRPr lang="zh-CN" altLang="en-US"/>
        </a:p>
      </dgm:t>
    </dgm:pt>
    <dgm:pt modelId="{7E029E8E-AA57-47F9-84C5-BAC95779A61D}" type="sibTrans" cxnId="{AC488D11-E409-4D92-A7B8-50358DB70166}">
      <dgm:prSet/>
      <dgm:spPr/>
      <dgm:t>
        <a:bodyPr/>
        <a:lstStyle/>
        <a:p>
          <a:endParaRPr lang="zh-CN" altLang="en-US"/>
        </a:p>
      </dgm:t>
    </dgm:pt>
    <dgm:pt modelId="{7C6E9AAB-9ABD-4081-8504-84701EB41EF6}">
      <dgm:prSet phldrT="[文本]"/>
      <dgm:spPr/>
      <dgm:t>
        <a:bodyPr/>
        <a:lstStyle/>
        <a:p>
          <a:pPr>
            <a:buFont typeface="Wingdings" panose="05000000000000000000" pitchFamily="2" charset="2"/>
            <a:buChar char=""/>
          </a:pPr>
          <a:r>
            <a:rPr lang="zh-CN"/>
            <a:t>一个大系统不可能由一个人完成，必须拆分成模块，模块之间需要约定如何通信——因此需要</a:t>
          </a:r>
          <a:r>
            <a:rPr lang="en-US"/>
            <a:t>API</a:t>
          </a:r>
          <a:r>
            <a:rPr lang="zh-CN"/>
            <a:t>。</a:t>
          </a:r>
          <a:endParaRPr lang="zh-CN" altLang="en-US"/>
        </a:p>
      </dgm:t>
    </dgm:pt>
    <dgm:pt modelId="{130620C0-DF76-4351-8E6B-6084B994E0A2}" type="parTrans" cxnId="{E8D47CF1-CAE6-45AB-9794-58C7F7E8FAD0}">
      <dgm:prSet/>
      <dgm:spPr/>
      <dgm:t>
        <a:bodyPr/>
        <a:lstStyle/>
        <a:p>
          <a:endParaRPr lang="zh-CN" altLang="en-US"/>
        </a:p>
      </dgm:t>
    </dgm:pt>
    <dgm:pt modelId="{14078AE3-79B1-4775-B071-7763800E0D81}" type="sibTrans" cxnId="{E8D47CF1-CAE6-45AB-9794-58C7F7E8FAD0}">
      <dgm:prSet/>
      <dgm:spPr/>
      <dgm:t>
        <a:bodyPr/>
        <a:lstStyle/>
        <a:p>
          <a:endParaRPr lang="zh-CN" altLang="en-US"/>
        </a:p>
      </dgm:t>
    </dgm:pt>
    <dgm:pt modelId="{9FD6B478-CFB9-457E-845F-7226A14CE18A}">
      <dgm:prSet/>
      <dgm:spPr/>
      <dgm:t>
        <a:bodyPr/>
        <a:lstStyle/>
        <a:p>
          <a:pPr>
            <a:buFont typeface="Wingdings" panose="05000000000000000000" pitchFamily="2" charset="2"/>
            <a:buChar char=""/>
          </a:pPr>
          <a:r>
            <a:rPr lang="zh-CN"/>
            <a:t>有</a:t>
          </a:r>
          <a:r>
            <a:rPr lang="en-US"/>
            <a:t>API</a:t>
          </a:r>
          <a:r>
            <a:rPr lang="zh-CN"/>
            <a:t>之后后端工程师只要提供</a:t>
          </a:r>
          <a:r>
            <a:rPr lang="en-US"/>
            <a:t>GET /users/123</a:t>
          </a:r>
          <a:r>
            <a:rPr lang="zh-CN"/>
            <a:t>，前端工程只负责调</a:t>
          </a:r>
          <a:r>
            <a:rPr lang="en-US"/>
            <a:t>API</a:t>
          </a:r>
          <a:r>
            <a:rPr lang="zh-CN"/>
            <a:t>，不碰数据库，因此职责清晰，前后端各自独立。</a:t>
          </a:r>
        </a:p>
      </dgm:t>
    </dgm:pt>
    <dgm:pt modelId="{D0F1F8F1-0F99-45FB-8651-65C608EDB226}" type="parTrans" cxnId="{E031ED17-DB90-4D99-8CD6-2C616D55D1FB}">
      <dgm:prSet/>
      <dgm:spPr/>
      <dgm:t>
        <a:bodyPr/>
        <a:lstStyle/>
        <a:p>
          <a:endParaRPr lang="zh-CN" altLang="en-US"/>
        </a:p>
      </dgm:t>
    </dgm:pt>
    <dgm:pt modelId="{63CFE0A5-2C5C-4D28-8675-2FBA29763CBC}" type="sibTrans" cxnId="{E031ED17-DB90-4D99-8CD6-2C616D55D1FB}">
      <dgm:prSet/>
      <dgm:spPr/>
      <dgm:t>
        <a:bodyPr/>
        <a:lstStyle/>
        <a:p>
          <a:endParaRPr lang="zh-CN" altLang="en-US"/>
        </a:p>
      </dgm:t>
    </dgm:pt>
    <dgm:pt modelId="{0DEDD70D-8AD4-4FB2-B97B-9D3245D5F74D}">
      <dgm:prSet/>
      <dgm:spPr/>
      <dgm:t>
        <a:bodyPr/>
        <a:lstStyle/>
        <a:p>
          <a:pPr>
            <a:buFont typeface="Wingdings" panose="05000000000000000000" pitchFamily="2" charset="2"/>
            <a:buChar char=""/>
          </a:pPr>
          <a:r>
            <a:rPr lang="zh-CN"/>
            <a:t>一个产品需要同时支持</a:t>
          </a:r>
          <a:r>
            <a:rPr lang="en-US"/>
            <a:t> Web</a:t>
          </a:r>
          <a:r>
            <a:rPr lang="zh-CN"/>
            <a:t>、</a:t>
          </a:r>
          <a:r>
            <a:rPr lang="en-US"/>
            <a:t>iOS</a:t>
          </a:r>
          <a:r>
            <a:rPr lang="zh-CN"/>
            <a:t>、</a:t>
          </a:r>
          <a:r>
            <a:rPr lang="en-US"/>
            <a:t>Android</a:t>
          </a:r>
          <a:r>
            <a:rPr lang="zh-CN"/>
            <a:t>、小程序、第三方……一套</a:t>
          </a:r>
          <a:r>
            <a:rPr lang="en-US"/>
            <a:t> API</a:t>
          </a:r>
          <a:r>
            <a:rPr lang="zh-CN"/>
            <a:t>，服务所有端。</a:t>
          </a:r>
        </a:p>
      </dgm:t>
    </dgm:pt>
    <dgm:pt modelId="{D5E791A2-8C7D-45C8-B76E-8DFCF74FF21D}" type="parTrans" cxnId="{C7659CDA-5639-4238-9FCE-9EE42362F617}">
      <dgm:prSet/>
      <dgm:spPr/>
      <dgm:t>
        <a:bodyPr/>
        <a:lstStyle/>
        <a:p>
          <a:endParaRPr lang="zh-CN" altLang="en-US"/>
        </a:p>
      </dgm:t>
    </dgm:pt>
    <dgm:pt modelId="{6E3E1588-5965-4DFA-A162-586474CC83A6}" type="sibTrans" cxnId="{C7659CDA-5639-4238-9FCE-9EE42362F617}">
      <dgm:prSet/>
      <dgm:spPr/>
      <dgm:t>
        <a:bodyPr/>
        <a:lstStyle/>
        <a:p>
          <a:endParaRPr lang="zh-CN" altLang="en-US"/>
        </a:p>
      </dgm:t>
    </dgm:pt>
    <dgm:pt modelId="{A9454714-43A9-4066-A8C4-5CFD030CC911}">
      <dgm:prSet/>
      <dgm:spPr/>
      <dgm:t>
        <a:bodyPr/>
        <a:lstStyle/>
        <a:p>
          <a:pPr>
            <a:buFont typeface="Wingdings" panose="05000000000000000000" pitchFamily="2" charset="2"/>
            <a:buChar char=""/>
          </a:pPr>
          <a:r>
            <a:rPr lang="en-US"/>
            <a:t>API</a:t>
          </a:r>
          <a:r>
            <a:rPr lang="zh-CN"/>
            <a:t>作为安全边界，避免给客户端直接暴露数据库。</a:t>
          </a:r>
        </a:p>
      </dgm:t>
    </dgm:pt>
    <dgm:pt modelId="{CF5550A8-C8DB-47C9-A333-33B3E172B2AB}" type="parTrans" cxnId="{65DCD028-3120-4158-AFA0-20CEE6CCF6C0}">
      <dgm:prSet/>
      <dgm:spPr/>
      <dgm:t>
        <a:bodyPr/>
        <a:lstStyle/>
        <a:p>
          <a:endParaRPr lang="zh-CN" altLang="en-US"/>
        </a:p>
      </dgm:t>
    </dgm:pt>
    <dgm:pt modelId="{839ED7E8-7135-4E34-8A03-2990C4A464C1}" type="sibTrans" cxnId="{65DCD028-3120-4158-AFA0-20CEE6CCF6C0}">
      <dgm:prSet/>
      <dgm:spPr/>
      <dgm:t>
        <a:bodyPr/>
        <a:lstStyle/>
        <a:p>
          <a:endParaRPr lang="zh-CN" altLang="en-US"/>
        </a:p>
      </dgm:t>
    </dgm:pt>
    <dgm:pt modelId="{77DD13EB-8FF7-47FE-9F35-C51F10EFCA32}">
      <dgm:prSet/>
      <dgm:spPr/>
      <dgm:t>
        <a:bodyPr/>
        <a:lstStyle/>
        <a:p>
          <a:pPr>
            <a:buFont typeface="Wingdings" panose="05000000000000000000" pitchFamily="2" charset="2"/>
            <a:buChar char=""/>
          </a:pPr>
          <a:r>
            <a:rPr lang="zh-CN"/>
            <a:t>企业想把自己的能力（支付、地图、登录）卖给第三方，但不可能把源代码给出去。</a:t>
          </a:r>
        </a:p>
      </dgm:t>
    </dgm:pt>
    <dgm:pt modelId="{0A565238-D5DB-4C36-ACDF-37F15C10562B}" type="parTrans" cxnId="{E80F5724-E9C8-4A25-8F94-5BDF91D0962C}">
      <dgm:prSet/>
      <dgm:spPr/>
      <dgm:t>
        <a:bodyPr/>
        <a:lstStyle/>
        <a:p>
          <a:endParaRPr lang="zh-CN" altLang="en-US"/>
        </a:p>
      </dgm:t>
    </dgm:pt>
    <dgm:pt modelId="{E9A1D3B7-8844-48EB-AC89-A4B6154B6929}" type="sibTrans" cxnId="{E80F5724-E9C8-4A25-8F94-5BDF91D0962C}">
      <dgm:prSet/>
      <dgm:spPr/>
      <dgm:t>
        <a:bodyPr/>
        <a:lstStyle/>
        <a:p>
          <a:endParaRPr lang="zh-CN" altLang="en-US"/>
        </a:p>
      </dgm:t>
    </dgm:pt>
    <dgm:pt modelId="{6C6BE890-1460-4D9C-86C4-53189DB783F6}" type="pres">
      <dgm:prSet presAssocID="{E61D4198-3CA6-45B2-A37D-799C323DE5DD}" presName="linear" presStyleCnt="0">
        <dgm:presLayoutVars>
          <dgm:dir/>
          <dgm:animLvl val="lvl"/>
          <dgm:resizeHandles val="exact"/>
        </dgm:presLayoutVars>
      </dgm:prSet>
      <dgm:spPr/>
    </dgm:pt>
    <dgm:pt modelId="{2BB9E092-03E3-45FB-98E5-67817138D75A}" type="pres">
      <dgm:prSet presAssocID="{A3F1D3C6-3FA7-4F3E-813C-AB75B58C4825}" presName="parentLin" presStyleCnt="0"/>
      <dgm:spPr/>
    </dgm:pt>
    <dgm:pt modelId="{D808D543-B579-4E44-9FF9-7FAA0891FDA6}" type="pres">
      <dgm:prSet presAssocID="{A3F1D3C6-3FA7-4F3E-813C-AB75B58C4825}" presName="parentLeftMargin" presStyleLbl="node1" presStyleIdx="0" presStyleCnt="5"/>
      <dgm:spPr/>
    </dgm:pt>
    <dgm:pt modelId="{955DE242-EAFD-46E4-B604-4431C04FE8FC}" type="pres">
      <dgm:prSet presAssocID="{A3F1D3C6-3FA7-4F3E-813C-AB75B58C4825}" presName="parentText" presStyleLbl="node1" presStyleIdx="0" presStyleCnt="5">
        <dgm:presLayoutVars>
          <dgm:chMax val="0"/>
          <dgm:bulletEnabled val="1"/>
        </dgm:presLayoutVars>
      </dgm:prSet>
      <dgm:spPr/>
    </dgm:pt>
    <dgm:pt modelId="{5093A2EE-A38D-48AE-AF7D-1E403D02C07A}" type="pres">
      <dgm:prSet presAssocID="{A3F1D3C6-3FA7-4F3E-813C-AB75B58C4825}" presName="negativeSpace" presStyleCnt="0"/>
      <dgm:spPr/>
    </dgm:pt>
    <dgm:pt modelId="{31981B7B-735D-4F13-A875-5CF9450744ED}" type="pres">
      <dgm:prSet presAssocID="{A3F1D3C6-3FA7-4F3E-813C-AB75B58C4825}" presName="childText" presStyleLbl="conFgAcc1" presStyleIdx="0" presStyleCnt="5">
        <dgm:presLayoutVars>
          <dgm:bulletEnabled val="1"/>
        </dgm:presLayoutVars>
      </dgm:prSet>
      <dgm:spPr/>
    </dgm:pt>
    <dgm:pt modelId="{DE59B860-D667-450B-BE45-82068AF4198B}" type="pres">
      <dgm:prSet presAssocID="{1802EC4B-63E9-4696-9D8D-BB1AE2BF8195}" presName="spaceBetweenRectangles" presStyleCnt="0"/>
      <dgm:spPr/>
    </dgm:pt>
    <dgm:pt modelId="{65A81E1F-CF0E-4C6D-AD27-83F2489058D0}" type="pres">
      <dgm:prSet presAssocID="{D07DAF0B-0DD3-4E2D-AC0E-C76294AB12BA}" presName="parentLin" presStyleCnt="0"/>
      <dgm:spPr/>
    </dgm:pt>
    <dgm:pt modelId="{1F54DE82-328B-46E6-A41A-3844DA23B42B}" type="pres">
      <dgm:prSet presAssocID="{D07DAF0B-0DD3-4E2D-AC0E-C76294AB12BA}" presName="parentLeftMargin" presStyleLbl="node1" presStyleIdx="0" presStyleCnt="5"/>
      <dgm:spPr/>
    </dgm:pt>
    <dgm:pt modelId="{D92FBEC3-A249-4EE0-910A-6F6B733B6AAF}" type="pres">
      <dgm:prSet presAssocID="{D07DAF0B-0DD3-4E2D-AC0E-C76294AB12BA}" presName="parentText" presStyleLbl="node1" presStyleIdx="1" presStyleCnt="5">
        <dgm:presLayoutVars>
          <dgm:chMax val="0"/>
          <dgm:bulletEnabled val="1"/>
        </dgm:presLayoutVars>
      </dgm:prSet>
      <dgm:spPr/>
    </dgm:pt>
    <dgm:pt modelId="{D48CF943-F25F-49F0-A5BD-6C0AF53640D0}" type="pres">
      <dgm:prSet presAssocID="{D07DAF0B-0DD3-4E2D-AC0E-C76294AB12BA}" presName="negativeSpace" presStyleCnt="0"/>
      <dgm:spPr/>
    </dgm:pt>
    <dgm:pt modelId="{7DD8603D-6AF5-4D1B-8B44-B0C19F1960FA}" type="pres">
      <dgm:prSet presAssocID="{D07DAF0B-0DD3-4E2D-AC0E-C76294AB12BA}" presName="childText" presStyleLbl="conFgAcc1" presStyleIdx="1" presStyleCnt="5">
        <dgm:presLayoutVars>
          <dgm:bulletEnabled val="1"/>
        </dgm:presLayoutVars>
      </dgm:prSet>
      <dgm:spPr/>
    </dgm:pt>
    <dgm:pt modelId="{0B87D3C0-6FF3-4E7A-93AB-8269217914A6}" type="pres">
      <dgm:prSet presAssocID="{F8EB59F2-3A1A-4DBD-ACB4-C4CA590622E3}" presName="spaceBetweenRectangles" presStyleCnt="0"/>
      <dgm:spPr/>
    </dgm:pt>
    <dgm:pt modelId="{C54B7F66-E650-4971-9064-850C75DD66D9}" type="pres">
      <dgm:prSet presAssocID="{2E575EBA-95F0-41CE-898D-79873DF548AA}" presName="parentLin" presStyleCnt="0"/>
      <dgm:spPr/>
    </dgm:pt>
    <dgm:pt modelId="{7D9044BB-2472-4D28-97C5-F0B82AB8A958}" type="pres">
      <dgm:prSet presAssocID="{2E575EBA-95F0-41CE-898D-79873DF548AA}" presName="parentLeftMargin" presStyleLbl="node1" presStyleIdx="1" presStyleCnt="5"/>
      <dgm:spPr/>
    </dgm:pt>
    <dgm:pt modelId="{78ABB4C0-A0F5-4DE9-8873-AB241523AAE6}" type="pres">
      <dgm:prSet presAssocID="{2E575EBA-95F0-41CE-898D-79873DF548AA}" presName="parentText" presStyleLbl="node1" presStyleIdx="2" presStyleCnt="5">
        <dgm:presLayoutVars>
          <dgm:chMax val="0"/>
          <dgm:bulletEnabled val="1"/>
        </dgm:presLayoutVars>
      </dgm:prSet>
      <dgm:spPr/>
    </dgm:pt>
    <dgm:pt modelId="{E3EF7663-D6C2-43F9-A9EF-8D22DD3FC247}" type="pres">
      <dgm:prSet presAssocID="{2E575EBA-95F0-41CE-898D-79873DF548AA}" presName="negativeSpace" presStyleCnt="0"/>
      <dgm:spPr/>
    </dgm:pt>
    <dgm:pt modelId="{75632A41-C822-4306-A5AE-DDDCEE77C38F}" type="pres">
      <dgm:prSet presAssocID="{2E575EBA-95F0-41CE-898D-79873DF548AA}" presName="childText" presStyleLbl="conFgAcc1" presStyleIdx="2" presStyleCnt="5">
        <dgm:presLayoutVars>
          <dgm:bulletEnabled val="1"/>
        </dgm:presLayoutVars>
      </dgm:prSet>
      <dgm:spPr/>
    </dgm:pt>
    <dgm:pt modelId="{999662BF-EA10-4876-B021-246B722909F1}" type="pres">
      <dgm:prSet presAssocID="{576CC30A-D2AB-4B2F-B2CA-9D975D0E44C6}" presName="spaceBetweenRectangles" presStyleCnt="0"/>
      <dgm:spPr/>
    </dgm:pt>
    <dgm:pt modelId="{524BA60C-D4D6-46D7-9A67-B8BBFEC8810D}" type="pres">
      <dgm:prSet presAssocID="{035FB36B-7449-47AC-A1F6-1893447F85BB}" presName="parentLin" presStyleCnt="0"/>
      <dgm:spPr/>
    </dgm:pt>
    <dgm:pt modelId="{0CF615B4-6B8D-49F6-BB40-4B81D4FAD350}" type="pres">
      <dgm:prSet presAssocID="{035FB36B-7449-47AC-A1F6-1893447F85BB}" presName="parentLeftMargin" presStyleLbl="node1" presStyleIdx="2" presStyleCnt="5"/>
      <dgm:spPr/>
    </dgm:pt>
    <dgm:pt modelId="{3493B123-C084-4AEF-88E4-9A0B7E51DCBD}" type="pres">
      <dgm:prSet presAssocID="{035FB36B-7449-47AC-A1F6-1893447F85BB}" presName="parentText" presStyleLbl="node1" presStyleIdx="3" presStyleCnt="5">
        <dgm:presLayoutVars>
          <dgm:chMax val="0"/>
          <dgm:bulletEnabled val="1"/>
        </dgm:presLayoutVars>
      </dgm:prSet>
      <dgm:spPr/>
    </dgm:pt>
    <dgm:pt modelId="{2463CEB2-DED0-4C5C-A019-4D6C19909FBA}" type="pres">
      <dgm:prSet presAssocID="{035FB36B-7449-47AC-A1F6-1893447F85BB}" presName="negativeSpace" presStyleCnt="0"/>
      <dgm:spPr/>
    </dgm:pt>
    <dgm:pt modelId="{F9C2ECB1-AAD7-4573-BD58-2ED4E0940689}" type="pres">
      <dgm:prSet presAssocID="{035FB36B-7449-47AC-A1F6-1893447F85BB}" presName="childText" presStyleLbl="conFgAcc1" presStyleIdx="3" presStyleCnt="5">
        <dgm:presLayoutVars>
          <dgm:bulletEnabled val="1"/>
        </dgm:presLayoutVars>
      </dgm:prSet>
      <dgm:spPr/>
    </dgm:pt>
    <dgm:pt modelId="{DB425774-90ED-4BBC-9790-C53919867721}" type="pres">
      <dgm:prSet presAssocID="{8A3252AB-9C73-4B2C-B58B-C1FABB051EC1}" presName="spaceBetweenRectangles" presStyleCnt="0"/>
      <dgm:spPr/>
    </dgm:pt>
    <dgm:pt modelId="{9622EEA3-A0FE-4CB2-A1E3-C00B093066C8}" type="pres">
      <dgm:prSet presAssocID="{1608383B-4A61-40ED-94C3-8C703373031A}" presName="parentLin" presStyleCnt="0"/>
      <dgm:spPr/>
    </dgm:pt>
    <dgm:pt modelId="{FF246894-48EF-4C08-AAF0-F1E62E6CDB60}" type="pres">
      <dgm:prSet presAssocID="{1608383B-4A61-40ED-94C3-8C703373031A}" presName="parentLeftMargin" presStyleLbl="node1" presStyleIdx="3" presStyleCnt="5"/>
      <dgm:spPr/>
    </dgm:pt>
    <dgm:pt modelId="{E1C4FEBB-855C-42C5-9E91-C46526CE0DBA}" type="pres">
      <dgm:prSet presAssocID="{1608383B-4A61-40ED-94C3-8C703373031A}" presName="parentText" presStyleLbl="node1" presStyleIdx="4" presStyleCnt="5">
        <dgm:presLayoutVars>
          <dgm:chMax val="0"/>
          <dgm:bulletEnabled val="1"/>
        </dgm:presLayoutVars>
      </dgm:prSet>
      <dgm:spPr/>
    </dgm:pt>
    <dgm:pt modelId="{5AF6320D-06B9-4857-913C-A9B07FFE1C82}" type="pres">
      <dgm:prSet presAssocID="{1608383B-4A61-40ED-94C3-8C703373031A}" presName="negativeSpace" presStyleCnt="0"/>
      <dgm:spPr/>
    </dgm:pt>
    <dgm:pt modelId="{9C5635B1-2F83-457C-A2D6-5B72321940D2}" type="pres">
      <dgm:prSet presAssocID="{1608383B-4A61-40ED-94C3-8C703373031A}" presName="childText" presStyleLbl="conFgAcc1" presStyleIdx="4" presStyleCnt="5">
        <dgm:presLayoutVars>
          <dgm:bulletEnabled val="1"/>
        </dgm:presLayoutVars>
      </dgm:prSet>
      <dgm:spPr/>
    </dgm:pt>
  </dgm:ptLst>
  <dgm:cxnLst>
    <dgm:cxn modelId="{AC488D11-E409-4D92-A7B8-50358DB70166}" srcId="{E61D4198-3CA6-45B2-A37D-799C323DE5DD}" destId="{1608383B-4A61-40ED-94C3-8C703373031A}" srcOrd="4" destOrd="0" parTransId="{B9BB5D32-3493-475C-A877-1F983F87CFED}" sibTransId="{7E029E8E-AA57-47F9-84C5-BAC95779A61D}"/>
    <dgm:cxn modelId="{117D4614-2A4D-4BB6-8942-A6D440F61AE4}" type="presOf" srcId="{0DEDD70D-8AD4-4FB2-B97B-9D3245D5F74D}" destId="{75632A41-C822-4306-A5AE-DDDCEE77C38F}" srcOrd="0" destOrd="0" presId="urn:microsoft.com/office/officeart/2005/8/layout/list1"/>
    <dgm:cxn modelId="{E031ED17-DB90-4D99-8CD6-2C616D55D1FB}" srcId="{D07DAF0B-0DD3-4E2D-AC0E-C76294AB12BA}" destId="{9FD6B478-CFB9-457E-845F-7226A14CE18A}" srcOrd="0" destOrd="0" parTransId="{D0F1F8F1-0F99-45FB-8651-65C608EDB226}" sibTransId="{63CFE0A5-2C5C-4D28-8675-2FBA29763CBC}"/>
    <dgm:cxn modelId="{E80F5724-E9C8-4A25-8F94-5BDF91D0962C}" srcId="{1608383B-4A61-40ED-94C3-8C703373031A}" destId="{77DD13EB-8FF7-47FE-9F35-C51F10EFCA32}" srcOrd="0" destOrd="0" parTransId="{0A565238-D5DB-4C36-ACDF-37F15C10562B}" sibTransId="{E9A1D3B7-8844-48EB-AC89-A4B6154B6929}"/>
    <dgm:cxn modelId="{65DCD028-3120-4158-AFA0-20CEE6CCF6C0}" srcId="{035FB36B-7449-47AC-A1F6-1893447F85BB}" destId="{A9454714-43A9-4066-A8C4-5CFD030CC911}" srcOrd="0" destOrd="0" parTransId="{CF5550A8-C8DB-47C9-A333-33B3E172B2AB}" sibTransId="{839ED7E8-7135-4E34-8A03-2990C4A464C1}"/>
    <dgm:cxn modelId="{AA00502A-4F97-49CC-B25F-D93FB43A5C4A}" type="presOf" srcId="{E61D4198-3CA6-45B2-A37D-799C323DE5DD}" destId="{6C6BE890-1460-4D9C-86C4-53189DB783F6}" srcOrd="0" destOrd="0" presId="urn:microsoft.com/office/officeart/2005/8/layout/list1"/>
    <dgm:cxn modelId="{AF498F2D-19F6-4C83-AB3A-40187306157E}" srcId="{E61D4198-3CA6-45B2-A37D-799C323DE5DD}" destId="{2E575EBA-95F0-41CE-898D-79873DF548AA}" srcOrd="2" destOrd="0" parTransId="{4C1DDAA3-F24C-4714-96BB-987A05435453}" sibTransId="{576CC30A-D2AB-4B2F-B2CA-9D975D0E44C6}"/>
    <dgm:cxn modelId="{0CF0862E-D282-4826-8316-F476B40B68D3}" type="presOf" srcId="{1608383B-4A61-40ED-94C3-8C703373031A}" destId="{FF246894-48EF-4C08-AAF0-F1E62E6CDB60}" srcOrd="0" destOrd="0" presId="urn:microsoft.com/office/officeart/2005/8/layout/list1"/>
    <dgm:cxn modelId="{0B47C331-7A9B-4C81-85D9-84E1030BBE30}" type="presOf" srcId="{7C6E9AAB-9ABD-4081-8504-84701EB41EF6}" destId="{31981B7B-735D-4F13-A875-5CF9450744ED}" srcOrd="0" destOrd="0" presId="urn:microsoft.com/office/officeart/2005/8/layout/list1"/>
    <dgm:cxn modelId="{F9030E51-8CE5-4B7D-B65A-396610EAE7D1}" type="presOf" srcId="{9FD6B478-CFB9-457E-845F-7226A14CE18A}" destId="{7DD8603D-6AF5-4D1B-8B44-B0C19F1960FA}" srcOrd="0" destOrd="0" presId="urn:microsoft.com/office/officeart/2005/8/layout/list1"/>
    <dgm:cxn modelId="{C6672B73-AFE8-464A-B781-7311C234EDF3}" srcId="{E61D4198-3CA6-45B2-A37D-799C323DE5DD}" destId="{035FB36B-7449-47AC-A1F6-1893447F85BB}" srcOrd="3" destOrd="0" parTransId="{57D66C03-BAEC-44A3-9C96-50E9550F3D68}" sibTransId="{8A3252AB-9C73-4B2C-B58B-C1FABB051EC1}"/>
    <dgm:cxn modelId="{DABCDC7A-B907-4A59-B612-FD1B9F8F5395}" type="presOf" srcId="{A3F1D3C6-3FA7-4F3E-813C-AB75B58C4825}" destId="{955DE242-EAFD-46E4-B604-4431C04FE8FC}" srcOrd="1" destOrd="0" presId="urn:microsoft.com/office/officeart/2005/8/layout/list1"/>
    <dgm:cxn modelId="{C6D1C080-759F-4AD0-82C9-54A73744327F}" type="presOf" srcId="{035FB36B-7449-47AC-A1F6-1893447F85BB}" destId="{3493B123-C084-4AEF-88E4-9A0B7E51DCBD}" srcOrd="1" destOrd="0" presId="urn:microsoft.com/office/officeart/2005/8/layout/list1"/>
    <dgm:cxn modelId="{16205098-2A6D-4DA3-95E7-4AFDB809022E}" type="presOf" srcId="{035FB36B-7449-47AC-A1F6-1893447F85BB}" destId="{0CF615B4-6B8D-49F6-BB40-4B81D4FAD350}" srcOrd="0" destOrd="0" presId="urn:microsoft.com/office/officeart/2005/8/layout/list1"/>
    <dgm:cxn modelId="{5A05CC99-7C14-45C2-8B54-C920052A985C}" type="presOf" srcId="{2E575EBA-95F0-41CE-898D-79873DF548AA}" destId="{7D9044BB-2472-4D28-97C5-F0B82AB8A958}" srcOrd="0" destOrd="0" presId="urn:microsoft.com/office/officeart/2005/8/layout/list1"/>
    <dgm:cxn modelId="{0F8225A3-20C2-4426-BD2D-7662BF496E84}" type="presOf" srcId="{2E575EBA-95F0-41CE-898D-79873DF548AA}" destId="{78ABB4C0-A0F5-4DE9-8873-AB241523AAE6}" srcOrd="1" destOrd="0" presId="urn:microsoft.com/office/officeart/2005/8/layout/list1"/>
    <dgm:cxn modelId="{BFB0A7A6-BABF-4E54-B88B-2E3C6BFD4CA8}" type="presOf" srcId="{D07DAF0B-0DD3-4E2D-AC0E-C76294AB12BA}" destId="{D92FBEC3-A249-4EE0-910A-6F6B733B6AAF}" srcOrd="1" destOrd="0" presId="urn:microsoft.com/office/officeart/2005/8/layout/list1"/>
    <dgm:cxn modelId="{816B5AC2-3EC3-4400-A0CE-E5B62DA136BE}" type="presOf" srcId="{77DD13EB-8FF7-47FE-9F35-C51F10EFCA32}" destId="{9C5635B1-2F83-457C-A2D6-5B72321940D2}" srcOrd="0" destOrd="0" presId="urn:microsoft.com/office/officeart/2005/8/layout/list1"/>
    <dgm:cxn modelId="{C1CD75D5-ACE1-472B-AD8B-626E57D35262}" type="presOf" srcId="{A9454714-43A9-4066-A8C4-5CFD030CC911}" destId="{F9C2ECB1-AAD7-4573-BD58-2ED4E0940689}" srcOrd="0" destOrd="0" presId="urn:microsoft.com/office/officeart/2005/8/layout/list1"/>
    <dgm:cxn modelId="{9A54CFD6-EEE0-4B85-B08A-91F8CC36C2D9}" type="presOf" srcId="{D07DAF0B-0DD3-4E2D-AC0E-C76294AB12BA}" destId="{1F54DE82-328B-46E6-A41A-3844DA23B42B}" srcOrd="0" destOrd="0" presId="urn:microsoft.com/office/officeart/2005/8/layout/list1"/>
    <dgm:cxn modelId="{C7659CDA-5639-4238-9FCE-9EE42362F617}" srcId="{2E575EBA-95F0-41CE-898D-79873DF548AA}" destId="{0DEDD70D-8AD4-4FB2-B97B-9D3245D5F74D}" srcOrd="0" destOrd="0" parTransId="{D5E791A2-8C7D-45C8-B76E-8DFCF74FF21D}" sibTransId="{6E3E1588-5965-4DFA-A162-586474CC83A6}"/>
    <dgm:cxn modelId="{098958EC-A5DD-4C9B-A661-196926BBD8F3}" type="presOf" srcId="{1608383B-4A61-40ED-94C3-8C703373031A}" destId="{E1C4FEBB-855C-42C5-9E91-C46526CE0DBA}" srcOrd="1" destOrd="0" presId="urn:microsoft.com/office/officeart/2005/8/layout/list1"/>
    <dgm:cxn modelId="{65C4FFEC-79F1-4667-A933-756C2F9D2A7D}" type="presOf" srcId="{A3F1D3C6-3FA7-4F3E-813C-AB75B58C4825}" destId="{D808D543-B579-4E44-9FF9-7FAA0891FDA6}" srcOrd="0" destOrd="0" presId="urn:microsoft.com/office/officeart/2005/8/layout/list1"/>
    <dgm:cxn modelId="{CD4061F0-F11C-47C3-96DB-736374D70534}" srcId="{E61D4198-3CA6-45B2-A37D-799C323DE5DD}" destId="{D07DAF0B-0DD3-4E2D-AC0E-C76294AB12BA}" srcOrd="1" destOrd="0" parTransId="{C43F5B17-96C4-4B95-8FDB-A6A6FD8B84EF}" sibTransId="{F8EB59F2-3A1A-4DBD-ACB4-C4CA590622E3}"/>
    <dgm:cxn modelId="{E97DFBF0-273B-4E7C-AE68-D0D5A63112C0}" srcId="{E61D4198-3CA6-45B2-A37D-799C323DE5DD}" destId="{A3F1D3C6-3FA7-4F3E-813C-AB75B58C4825}" srcOrd="0" destOrd="0" parTransId="{B854FA79-1C21-4BD6-8377-4C4DCCFA5307}" sibTransId="{1802EC4B-63E9-4696-9D8D-BB1AE2BF8195}"/>
    <dgm:cxn modelId="{E8D47CF1-CAE6-45AB-9794-58C7F7E8FAD0}" srcId="{A3F1D3C6-3FA7-4F3E-813C-AB75B58C4825}" destId="{7C6E9AAB-9ABD-4081-8504-84701EB41EF6}" srcOrd="0" destOrd="0" parTransId="{130620C0-DF76-4351-8E6B-6084B994E0A2}" sibTransId="{14078AE3-79B1-4775-B071-7763800E0D81}"/>
    <dgm:cxn modelId="{799B43F7-0278-47B4-AC03-FD91EE47E9D3}" type="presParOf" srcId="{6C6BE890-1460-4D9C-86C4-53189DB783F6}" destId="{2BB9E092-03E3-45FB-98E5-67817138D75A}" srcOrd="0" destOrd="0" presId="urn:microsoft.com/office/officeart/2005/8/layout/list1"/>
    <dgm:cxn modelId="{292993C7-9BA1-45AB-B3CF-3E8B330D7E94}" type="presParOf" srcId="{2BB9E092-03E3-45FB-98E5-67817138D75A}" destId="{D808D543-B579-4E44-9FF9-7FAA0891FDA6}" srcOrd="0" destOrd="0" presId="urn:microsoft.com/office/officeart/2005/8/layout/list1"/>
    <dgm:cxn modelId="{62EBF200-F4DB-4FF9-A3ED-182AFCB8B122}" type="presParOf" srcId="{2BB9E092-03E3-45FB-98E5-67817138D75A}" destId="{955DE242-EAFD-46E4-B604-4431C04FE8FC}" srcOrd="1" destOrd="0" presId="urn:microsoft.com/office/officeart/2005/8/layout/list1"/>
    <dgm:cxn modelId="{35D34CF6-06CD-4968-A225-55A3190E0151}" type="presParOf" srcId="{6C6BE890-1460-4D9C-86C4-53189DB783F6}" destId="{5093A2EE-A38D-48AE-AF7D-1E403D02C07A}" srcOrd="1" destOrd="0" presId="urn:microsoft.com/office/officeart/2005/8/layout/list1"/>
    <dgm:cxn modelId="{AB69F74F-BC6D-46AC-A643-3341CBC3B0EA}" type="presParOf" srcId="{6C6BE890-1460-4D9C-86C4-53189DB783F6}" destId="{31981B7B-735D-4F13-A875-5CF9450744ED}" srcOrd="2" destOrd="0" presId="urn:microsoft.com/office/officeart/2005/8/layout/list1"/>
    <dgm:cxn modelId="{F6E5A498-B573-43F5-AF6C-DA3CDE6B81F6}" type="presParOf" srcId="{6C6BE890-1460-4D9C-86C4-53189DB783F6}" destId="{DE59B860-D667-450B-BE45-82068AF4198B}" srcOrd="3" destOrd="0" presId="urn:microsoft.com/office/officeart/2005/8/layout/list1"/>
    <dgm:cxn modelId="{9A8F4E6A-77AA-402B-97D8-82B0B865D949}" type="presParOf" srcId="{6C6BE890-1460-4D9C-86C4-53189DB783F6}" destId="{65A81E1F-CF0E-4C6D-AD27-83F2489058D0}" srcOrd="4" destOrd="0" presId="urn:microsoft.com/office/officeart/2005/8/layout/list1"/>
    <dgm:cxn modelId="{3FB56B10-304E-466F-8AD6-3DDF4C5AFD22}" type="presParOf" srcId="{65A81E1F-CF0E-4C6D-AD27-83F2489058D0}" destId="{1F54DE82-328B-46E6-A41A-3844DA23B42B}" srcOrd="0" destOrd="0" presId="urn:microsoft.com/office/officeart/2005/8/layout/list1"/>
    <dgm:cxn modelId="{8295CA7D-CD84-4868-B446-CA0584A513D5}" type="presParOf" srcId="{65A81E1F-CF0E-4C6D-AD27-83F2489058D0}" destId="{D92FBEC3-A249-4EE0-910A-6F6B733B6AAF}" srcOrd="1" destOrd="0" presId="urn:microsoft.com/office/officeart/2005/8/layout/list1"/>
    <dgm:cxn modelId="{3608B00E-1CC2-4036-8F2D-1BF777A0200B}" type="presParOf" srcId="{6C6BE890-1460-4D9C-86C4-53189DB783F6}" destId="{D48CF943-F25F-49F0-A5BD-6C0AF53640D0}" srcOrd="5" destOrd="0" presId="urn:microsoft.com/office/officeart/2005/8/layout/list1"/>
    <dgm:cxn modelId="{843600B7-543A-4106-8B24-BA7D7E5532BB}" type="presParOf" srcId="{6C6BE890-1460-4D9C-86C4-53189DB783F6}" destId="{7DD8603D-6AF5-4D1B-8B44-B0C19F1960FA}" srcOrd="6" destOrd="0" presId="urn:microsoft.com/office/officeart/2005/8/layout/list1"/>
    <dgm:cxn modelId="{75DF0705-13C6-4148-A51C-E309803EC4F9}" type="presParOf" srcId="{6C6BE890-1460-4D9C-86C4-53189DB783F6}" destId="{0B87D3C0-6FF3-4E7A-93AB-8269217914A6}" srcOrd="7" destOrd="0" presId="urn:microsoft.com/office/officeart/2005/8/layout/list1"/>
    <dgm:cxn modelId="{5E2B1646-AD62-415D-9B88-5C9CB6B5C272}" type="presParOf" srcId="{6C6BE890-1460-4D9C-86C4-53189DB783F6}" destId="{C54B7F66-E650-4971-9064-850C75DD66D9}" srcOrd="8" destOrd="0" presId="urn:microsoft.com/office/officeart/2005/8/layout/list1"/>
    <dgm:cxn modelId="{1B34868D-0949-416E-84A8-FA8F0C29E78D}" type="presParOf" srcId="{C54B7F66-E650-4971-9064-850C75DD66D9}" destId="{7D9044BB-2472-4D28-97C5-F0B82AB8A958}" srcOrd="0" destOrd="0" presId="urn:microsoft.com/office/officeart/2005/8/layout/list1"/>
    <dgm:cxn modelId="{0A905117-E738-483F-B0D4-E8744A40365D}" type="presParOf" srcId="{C54B7F66-E650-4971-9064-850C75DD66D9}" destId="{78ABB4C0-A0F5-4DE9-8873-AB241523AAE6}" srcOrd="1" destOrd="0" presId="urn:microsoft.com/office/officeart/2005/8/layout/list1"/>
    <dgm:cxn modelId="{4DA5B434-F908-4E4A-A6AC-1F73F8E09A92}" type="presParOf" srcId="{6C6BE890-1460-4D9C-86C4-53189DB783F6}" destId="{E3EF7663-D6C2-43F9-A9EF-8D22DD3FC247}" srcOrd="9" destOrd="0" presId="urn:microsoft.com/office/officeart/2005/8/layout/list1"/>
    <dgm:cxn modelId="{422504D6-5F9E-443F-9068-2815746E56F1}" type="presParOf" srcId="{6C6BE890-1460-4D9C-86C4-53189DB783F6}" destId="{75632A41-C822-4306-A5AE-DDDCEE77C38F}" srcOrd="10" destOrd="0" presId="urn:microsoft.com/office/officeart/2005/8/layout/list1"/>
    <dgm:cxn modelId="{483BA2D3-88C4-4F4C-877C-BB388E4EE973}" type="presParOf" srcId="{6C6BE890-1460-4D9C-86C4-53189DB783F6}" destId="{999662BF-EA10-4876-B021-246B722909F1}" srcOrd="11" destOrd="0" presId="urn:microsoft.com/office/officeart/2005/8/layout/list1"/>
    <dgm:cxn modelId="{F8306661-34A6-4BF8-897D-0B063831EE1B}" type="presParOf" srcId="{6C6BE890-1460-4D9C-86C4-53189DB783F6}" destId="{524BA60C-D4D6-46D7-9A67-B8BBFEC8810D}" srcOrd="12" destOrd="0" presId="urn:microsoft.com/office/officeart/2005/8/layout/list1"/>
    <dgm:cxn modelId="{DC6EA759-E221-4FDA-9694-68D163C519C2}" type="presParOf" srcId="{524BA60C-D4D6-46D7-9A67-B8BBFEC8810D}" destId="{0CF615B4-6B8D-49F6-BB40-4B81D4FAD350}" srcOrd="0" destOrd="0" presId="urn:microsoft.com/office/officeart/2005/8/layout/list1"/>
    <dgm:cxn modelId="{DDD98697-DED2-4952-A4F8-5BF1755F467F}" type="presParOf" srcId="{524BA60C-D4D6-46D7-9A67-B8BBFEC8810D}" destId="{3493B123-C084-4AEF-88E4-9A0B7E51DCBD}" srcOrd="1" destOrd="0" presId="urn:microsoft.com/office/officeart/2005/8/layout/list1"/>
    <dgm:cxn modelId="{ED0FE93B-CD8D-4504-A6FB-40E317E05954}" type="presParOf" srcId="{6C6BE890-1460-4D9C-86C4-53189DB783F6}" destId="{2463CEB2-DED0-4C5C-A019-4D6C19909FBA}" srcOrd="13" destOrd="0" presId="urn:microsoft.com/office/officeart/2005/8/layout/list1"/>
    <dgm:cxn modelId="{0931C0E5-10AC-4A03-9454-98CD484CB5B8}" type="presParOf" srcId="{6C6BE890-1460-4D9C-86C4-53189DB783F6}" destId="{F9C2ECB1-AAD7-4573-BD58-2ED4E0940689}" srcOrd="14" destOrd="0" presId="urn:microsoft.com/office/officeart/2005/8/layout/list1"/>
    <dgm:cxn modelId="{423F5DB4-C11D-45F5-A822-43EFDD9D684C}" type="presParOf" srcId="{6C6BE890-1460-4D9C-86C4-53189DB783F6}" destId="{DB425774-90ED-4BBC-9790-C53919867721}" srcOrd="15" destOrd="0" presId="urn:microsoft.com/office/officeart/2005/8/layout/list1"/>
    <dgm:cxn modelId="{9568CC72-519F-44F8-9391-8C1CB6CE8B65}" type="presParOf" srcId="{6C6BE890-1460-4D9C-86C4-53189DB783F6}" destId="{9622EEA3-A0FE-4CB2-A1E3-C00B093066C8}" srcOrd="16" destOrd="0" presId="urn:microsoft.com/office/officeart/2005/8/layout/list1"/>
    <dgm:cxn modelId="{9F9ACF5B-A5C8-4AAD-8706-062DBD6145A0}" type="presParOf" srcId="{9622EEA3-A0FE-4CB2-A1E3-C00B093066C8}" destId="{FF246894-48EF-4C08-AAF0-F1E62E6CDB60}" srcOrd="0" destOrd="0" presId="urn:microsoft.com/office/officeart/2005/8/layout/list1"/>
    <dgm:cxn modelId="{09533FF8-34A3-49C2-8880-D54DCD0B9821}" type="presParOf" srcId="{9622EEA3-A0FE-4CB2-A1E3-C00B093066C8}" destId="{E1C4FEBB-855C-42C5-9E91-C46526CE0DBA}" srcOrd="1" destOrd="0" presId="urn:microsoft.com/office/officeart/2005/8/layout/list1"/>
    <dgm:cxn modelId="{56221058-713D-4DD2-9688-824861092536}" type="presParOf" srcId="{6C6BE890-1460-4D9C-86C4-53189DB783F6}" destId="{5AF6320D-06B9-4857-913C-A9B07FFE1C82}" srcOrd="17" destOrd="0" presId="urn:microsoft.com/office/officeart/2005/8/layout/list1"/>
    <dgm:cxn modelId="{3C5A5283-705F-4541-AB2A-1E4D15E9D938}" type="presParOf" srcId="{6C6BE890-1460-4D9C-86C4-53189DB783F6}" destId="{9C5635B1-2F83-457C-A2D6-5B72321940D2}"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22622E5-1045-43AB-8CDB-95BE5EDDE0D6}"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zh-CN" altLang="en-US"/>
        </a:p>
      </dgm:t>
    </dgm:pt>
    <dgm:pt modelId="{ECB3F3FC-127E-4874-87B6-6FFFD0D68519}">
      <dgm:prSet phldrT="[文本]"/>
      <dgm:spPr/>
      <dgm:t>
        <a:bodyPr/>
        <a:lstStyle/>
        <a:p>
          <a:pPr>
            <a:buFont typeface="Wingdings" panose="05000000000000000000" pitchFamily="2" charset="2"/>
            <a:buChar char=""/>
          </a:pPr>
          <a:r>
            <a:rPr lang="zh-CN"/>
            <a:t>技术层面：解耦与复用</a:t>
          </a:r>
          <a:endParaRPr lang="zh-CN" altLang="en-US"/>
        </a:p>
      </dgm:t>
    </dgm:pt>
    <dgm:pt modelId="{4D43267E-F320-4BF8-B233-FD119AEC1235}" type="parTrans" cxnId="{FEBFCE18-F72D-4CC2-BB74-E8B98696DC42}">
      <dgm:prSet/>
      <dgm:spPr/>
      <dgm:t>
        <a:bodyPr/>
        <a:lstStyle/>
        <a:p>
          <a:endParaRPr lang="zh-CN" altLang="en-US"/>
        </a:p>
      </dgm:t>
    </dgm:pt>
    <dgm:pt modelId="{AE7C97CF-0B44-4F6E-8DC7-FC731C6C4996}" type="sibTrans" cxnId="{FEBFCE18-F72D-4CC2-BB74-E8B98696DC42}">
      <dgm:prSet/>
      <dgm:spPr/>
      <dgm:t>
        <a:bodyPr/>
        <a:lstStyle/>
        <a:p>
          <a:endParaRPr lang="zh-CN" altLang="en-US"/>
        </a:p>
      </dgm:t>
    </dgm:pt>
    <dgm:pt modelId="{EE0CBC05-74EA-407A-8A43-9F0A076D74DF}">
      <dgm:prSet phldrT="[文本]"/>
      <dgm:spPr/>
      <dgm:t>
        <a:bodyPr/>
        <a:lstStyle/>
        <a:p>
          <a:pPr>
            <a:buNone/>
          </a:pPr>
          <a:r>
            <a:rPr lang="zh-CN"/>
            <a:t>业务层面：能力开放与生态构建</a:t>
          </a:r>
          <a:r>
            <a:rPr lang="zh-CN" altLang="en-US"/>
            <a:t>，</a:t>
          </a:r>
          <a:r>
            <a:rPr lang="zh-CN"/>
            <a:t>以支付宝</a:t>
          </a:r>
          <a:r>
            <a:rPr lang="en-US"/>
            <a:t>API</a:t>
          </a:r>
          <a:r>
            <a:rPr lang="zh-CN"/>
            <a:t>为例</a:t>
          </a:r>
          <a:endParaRPr lang="zh-CN" altLang="en-US"/>
        </a:p>
      </dgm:t>
    </dgm:pt>
    <dgm:pt modelId="{D7FA9A54-5157-4CC5-8B7F-75B50D61CFAE}" type="parTrans" cxnId="{D3F62B5C-3AB7-4BA2-90A8-C63C3D82AA40}">
      <dgm:prSet/>
      <dgm:spPr/>
      <dgm:t>
        <a:bodyPr/>
        <a:lstStyle/>
        <a:p>
          <a:endParaRPr lang="zh-CN" altLang="en-US"/>
        </a:p>
      </dgm:t>
    </dgm:pt>
    <dgm:pt modelId="{D1DF79D7-415C-4D89-BEF9-649B71A13B0D}" type="sibTrans" cxnId="{D3F62B5C-3AB7-4BA2-90A8-C63C3D82AA40}">
      <dgm:prSet/>
      <dgm:spPr/>
      <dgm:t>
        <a:bodyPr/>
        <a:lstStyle/>
        <a:p>
          <a:endParaRPr lang="zh-CN" altLang="en-US"/>
        </a:p>
      </dgm:t>
    </dgm:pt>
    <dgm:pt modelId="{5F519978-3660-4162-ADDA-D81CBEE08369}">
      <dgm:prSet/>
      <dgm:spPr/>
      <dgm:t>
        <a:bodyPr/>
        <a:lstStyle/>
        <a:p>
          <a:pPr>
            <a:buFont typeface="Wingdings" panose="05000000000000000000" pitchFamily="2" charset="2"/>
            <a:buChar char=""/>
          </a:pPr>
          <a:r>
            <a:rPr lang="zh-CN"/>
            <a:t>复用：一套</a:t>
          </a:r>
          <a:r>
            <a:rPr lang="en-US"/>
            <a:t>API</a:t>
          </a:r>
          <a:r>
            <a:rPr lang="zh-CN"/>
            <a:t>同时服务</a:t>
          </a:r>
          <a:r>
            <a:rPr lang="en-US"/>
            <a:t> Web</a:t>
          </a:r>
          <a:r>
            <a:rPr lang="zh-CN"/>
            <a:t>、</a:t>
          </a:r>
          <a:r>
            <a:rPr lang="en-US"/>
            <a:t>App</a:t>
          </a:r>
          <a:r>
            <a:rPr lang="zh-CN"/>
            <a:t>、小程序、第三方开发者。</a:t>
          </a:r>
        </a:p>
      </dgm:t>
    </dgm:pt>
    <dgm:pt modelId="{70075CA4-2F67-4A29-8F20-68C21C0F44A3}" type="parTrans" cxnId="{2D5125C6-C8E0-4F9A-8CB4-F4D182644FF2}">
      <dgm:prSet/>
      <dgm:spPr/>
      <dgm:t>
        <a:bodyPr/>
        <a:lstStyle/>
        <a:p>
          <a:endParaRPr lang="zh-CN" altLang="en-US"/>
        </a:p>
      </dgm:t>
    </dgm:pt>
    <dgm:pt modelId="{67985A49-4EB5-49FA-B248-6D90ABA98727}" type="sibTrans" cxnId="{2D5125C6-C8E0-4F9A-8CB4-F4D182644FF2}">
      <dgm:prSet/>
      <dgm:spPr/>
      <dgm:t>
        <a:bodyPr/>
        <a:lstStyle/>
        <a:p>
          <a:endParaRPr lang="zh-CN" altLang="en-US"/>
        </a:p>
      </dgm:t>
    </dgm:pt>
    <dgm:pt modelId="{E924DD3B-43D1-4BBD-93B5-3A3D820049EF}">
      <dgm:prSet phldrT="[文本]"/>
      <dgm:spPr/>
      <dgm:t>
        <a:bodyPr/>
        <a:lstStyle/>
        <a:p>
          <a:pPr>
            <a:buFont typeface="Wingdings" panose="05000000000000000000" pitchFamily="2" charset="2"/>
            <a:buChar char=""/>
          </a:pPr>
          <a:r>
            <a:rPr lang="zh-CN"/>
            <a:t>解耦：前后端可以独立开发、部署、升级。如换前端框架（</a:t>
          </a:r>
          <a:r>
            <a:rPr lang="en-US"/>
            <a:t>Vue </a:t>
          </a:r>
          <a:r>
            <a:rPr lang="zh-CN"/>
            <a:t>→</a:t>
          </a:r>
          <a:r>
            <a:rPr lang="en-US"/>
            <a:t> React</a:t>
          </a:r>
          <a:r>
            <a:rPr lang="zh-CN"/>
            <a:t>）不需要动后端。</a:t>
          </a:r>
          <a:endParaRPr lang="zh-CN" altLang="en-US"/>
        </a:p>
      </dgm:t>
    </dgm:pt>
    <dgm:pt modelId="{3742FFDD-9062-4219-82FA-3106A8233BF2}" type="parTrans" cxnId="{0A94D16A-B1B2-4D41-9092-12149D325535}">
      <dgm:prSet/>
      <dgm:spPr/>
      <dgm:t>
        <a:bodyPr/>
        <a:lstStyle/>
        <a:p>
          <a:endParaRPr lang="zh-CN" altLang="en-US"/>
        </a:p>
      </dgm:t>
    </dgm:pt>
    <dgm:pt modelId="{80C592EC-CF73-4BC4-8C0A-7AA7E6122A82}" type="sibTrans" cxnId="{0A94D16A-B1B2-4D41-9092-12149D325535}">
      <dgm:prSet/>
      <dgm:spPr/>
      <dgm:t>
        <a:bodyPr/>
        <a:lstStyle/>
        <a:p>
          <a:endParaRPr lang="zh-CN" altLang="en-US"/>
        </a:p>
      </dgm:t>
    </dgm:pt>
    <dgm:pt modelId="{CD34E227-3610-44C3-A819-328F3BA2A91D}">
      <dgm:prSet phldrT="[文本]"/>
      <dgm:spPr/>
      <dgm:t>
        <a:bodyPr/>
        <a:lstStyle/>
        <a:p>
          <a:pPr>
            <a:buFont typeface="Wingdings" panose="05000000000000000000" pitchFamily="2" charset="2"/>
            <a:buChar char=""/>
          </a:pPr>
          <a:r>
            <a:rPr lang="zh-CN"/>
            <a:t>你的项目只需几十行代码即可拥有支付能力</a:t>
          </a:r>
          <a:endParaRPr lang="zh-CN" altLang="en-US"/>
        </a:p>
      </dgm:t>
    </dgm:pt>
    <dgm:pt modelId="{1DEAC161-F998-4E3A-A21C-88FA5281AF6E}" type="parTrans" cxnId="{B5AE8536-7ED2-49B4-89C6-C6A4727246C2}">
      <dgm:prSet/>
      <dgm:spPr/>
      <dgm:t>
        <a:bodyPr/>
        <a:lstStyle/>
        <a:p>
          <a:endParaRPr lang="zh-CN" altLang="en-US"/>
        </a:p>
      </dgm:t>
    </dgm:pt>
    <dgm:pt modelId="{3E93426E-173C-4827-A3A1-2D4530518BAC}" type="sibTrans" cxnId="{B5AE8536-7ED2-49B4-89C6-C6A4727246C2}">
      <dgm:prSet/>
      <dgm:spPr/>
      <dgm:t>
        <a:bodyPr/>
        <a:lstStyle/>
        <a:p>
          <a:endParaRPr lang="zh-CN" altLang="en-US"/>
        </a:p>
      </dgm:t>
    </dgm:pt>
    <dgm:pt modelId="{4244060B-D9EC-481B-8F0A-1EB2AB3D95AC}">
      <dgm:prSet/>
      <dgm:spPr/>
      <dgm:t>
        <a:bodyPr/>
        <a:lstStyle/>
        <a:p>
          <a:pPr>
            <a:buFont typeface="Wingdings" panose="05000000000000000000" pitchFamily="2" charset="2"/>
            <a:buChar char=""/>
          </a:pPr>
          <a:r>
            <a:rPr lang="zh-CN"/>
            <a:t>支付宝无需了解你的业务细节</a:t>
          </a:r>
        </a:p>
      </dgm:t>
    </dgm:pt>
    <dgm:pt modelId="{4529F308-3A68-4A79-924A-7D471583FF87}" type="parTrans" cxnId="{619F922E-77CE-44E8-9484-83FB820F94B4}">
      <dgm:prSet/>
      <dgm:spPr/>
      <dgm:t>
        <a:bodyPr/>
        <a:lstStyle/>
        <a:p>
          <a:endParaRPr lang="zh-CN" altLang="en-US"/>
        </a:p>
      </dgm:t>
    </dgm:pt>
    <dgm:pt modelId="{5A48D7F5-EA46-4CF2-B543-8ABDE609C97A}" type="sibTrans" cxnId="{619F922E-77CE-44E8-9484-83FB820F94B4}">
      <dgm:prSet/>
      <dgm:spPr/>
      <dgm:t>
        <a:bodyPr/>
        <a:lstStyle/>
        <a:p>
          <a:endParaRPr lang="zh-CN" altLang="en-US"/>
        </a:p>
      </dgm:t>
    </dgm:pt>
    <dgm:pt modelId="{AB0888AC-ACB0-45FD-BD31-46C04FEAB34C}">
      <dgm:prSet/>
      <dgm:spPr/>
      <dgm:t>
        <a:bodyPr/>
        <a:lstStyle/>
        <a:p>
          <a:pPr>
            <a:buFont typeface="Wingdings" panose="05000000000000000000" pitchFamily="2" charset="2"/>
            <a:buChar char=""/>
          </a:pPr>
          <a:r>
            <a:rPr lang="zh-CN"/>
            <a:t>成千上万的网站通过同一套</a:t>
          </a:r>
          <a:r>
            <a:rPr lang="en-US"/>
            <a:t>API</a:t>
          </a:r>
          <a:r>
            <a:rPr lang="zh-CN"/>
            <a:t>接入，形成支付生态</a:t>
          </a:r>
        </a:p>
      </dgm:t>
    </dgm:pt>
    <dgm:pt modelId="{B1F9BF66-E7E1-4939-B093-4ABF0C6ECF21}" type="parTrans" cxnId="{4B61FFAE-764F-423F-9771-D120B26A7CC0}">
      <dgm:prSet/>
      <dgm:spPr/>
      <dgm:t>
        <a:bodyPr/>
        <a:lstStyle/>
        <a:p>
          <a:endParaRPr lang="zh-CN" altLang="en-US"/>
        </a:p>
      </dgm:t>
    </dgm:pt>
    <dgm:pt modelId="{AD4D59C6-60E1-4A2C-A7FE-08F38853CCEC}" type="sibTrans" cxnId="{4B61FFAE-764F-423F-9771-D120B26A7CC0}">
      <dgm:prSet/>
      <dgm:spPr/>
      <dgm:t>
        <a:bodyPr/>
        <a:lstStyle/>
        <a:p>
          <a:endParaRPr lang="zh-CN" altLang="en-US"/>
        </a:p>
      </dgm:t>
    </dgm:pt>
    <dgm:pt modelId="{85EFB950-1F9C-4BDE-86EF-558B3D3EEE90}">
      <dgm:prSet/>
      <dgm:spPr/>
      <dgm:t>
        <a:bodyPr/>
        <a:lstStyle/>
        <a:p>
          <a:pPr>
            <a:buFont typeface="Wingdings" panose="05000000000000000000" pitchFamily="2" charset="2"/>
            <a:buChar char=""/>
          </a:pPr>
          <a:r>
            <a:rPr lang="zh-CN"/>
            <a:t>标准化：</a:t>
          </a:r>
          <a:r>
            <a:rPr lang="en-US"/>
            <a:t>API</a:t>
          </a:r>
          <a:r>
            <a:rPr lang="zh-CN"/>
            <a:t>定义了清晰的“合同”，双方按约定工作即可。</a:t>
          </a:r>
        </a:p>
      </dgm:t>
    </dgm:pt>
    <dgm:pt modelId="{29D3E6EC-8665-43F5-AD03-13C56537A014}" type="parTrans" cxnId="{B0E02D98-F3E4-4D29-9C5B-20903B47D002}">
      <dgm:prSet/>
      <dgm:spPr/>
      <dgm:t>
        <a:bodyPr/>
        <a:lstStyle/>
        <a:p>
          <a:endParaRPr lang="zh-CN" altLang="en-US"/>
        </a:p>
      </dgm:t>
    </dgm:pt>
    <dgm:pt modelId="{DC491075-EEBF-4A70-B7BE-C959006A2A36}" type="sibTrans" cxnId="{B0E02D98-F3E4-4D29-9C5B-20903B47D002}">
      <dgm:prSet/>
      <dgm:spPr/>
      <dgm:t>
        <a:bodyPr/>
        <a:lstStyle/>
        <a:p>
          <a:endParaRPr lang="zh-CN" altLang="en-US"/>
        </a:p>
      </dgm:t>
    </dgm:pt>
    <dgm:pt modelId="{704FB0BB-16FF-40A4-879A-3B02AB4EA97A}" type="pres">
      <dgm:prSet presAssocID="{222622E5-1045-43AB-8CDB-95BE5EDDE0D6}" presName="linear" presStyleCnt="0">
        <dgm:presLayoutVars>
          <dgm:dir/>
          <dgm:animLvl val="lvl"/>
          <dgm:resizeHandles val="exact"/>
        </dgm:presLayoutVars>
      </dgm:prSet>
      <dgm:spPr/>
    </dgm:pt>
    <dgm:pt modelId="{B5C63B07-96BF-412C-A15D-78032ED8F945}" type="pres">
      <dgm:prSet presAssocID="{ECB3F3FC-127E-4874-87B6-6FFFD0D68519}" presName="parentLin" presStyleCnt="0"/>
      <dgm:spPr/>
    </dgm:pt>
    <dgm:pt modelId="{CFE170A5-AD2B-4A7F-91B7-325771C6C038}" type="pres">
      <dgm:prSet presAssocID="{ECB3F3FC-127E-4874-87B6-6FFFD0D68519}" presName="parentLeftMargin" presStyleLbl="node1" presStyleIdx="0" presStyleCnt="2"/>
      <dgm:spPr/>
    </dgm:pt>
    <dgm:pt modelId="{DF38785B-2C58-4E77-92C4-B7371774ABA5}" type="pres">
      <dgm:prSet presAssocID="{ECB3F3FC-127E-4874-87B6-6FFFD0D68519}" presName="parentText" presStyleLbl="node1" presStyleIdx="0" presStyleCnt="2">
        <dgm:presLayoutVars>
          <dgm:chMax val="0"/>
          <dgm:bulletEnabled val="1"/>
        </dgm:presLayoutVars>
      </dgm:prSet>
      <dgm:spPr/>
    </dgm:pt>
    <dgm:pt modelId="{B7EC6CF6-D5EE-422E-B540-B7CC14730CC8}" type="pres">
      <dgm:prSet presAssocID="{ECB3F3FC-127E-4874-87B6-6FFFD0D68519}" presName="negativeSpace" presStyleCnt="0"/>
      <dgm:spPr/>
    </dgm:pt>
    <dgm:pt modelId="{3140A71E-6F51-4093-86AF-FED95C7B1617}" type="pres">
      <dgm:prSet presAssocID="{ECB3F3FC-127E-4874-87B6-6FFFD0D68519}" presName="childText" presStyleLbl="conFgAcc1" presStyleIdx="0" presStyleCnt="2">
        <dgm:presLayoutVars>
          <dgm:bulletEnabled val="1"/>
        </dgm:presLayoutVars>
      </dgm:prSet>
      <dgm:spPr/>
    </dgm:pt>
    <dgm:pt modelId="{3AFF8941-5A05-4DAB-9EC7-7E8281AB6595}" type="pres">
      <dgm:prSet presAssocID="{AE7C97CF-0B44-4F6E-8DC7-FC731C6C4996}" presName="spaceBetweenRectangles" presStyleCnt="0"/>
      <dgm:spPr/>
    </dgm:pt>
    <dgm:pt modelId="{5D685218-48F7-4D5B-9AB1-F83C795CFF06}" type="pres">
      <dgm:prSet presAssocID="{EE0CBC05-74EA-407A-8A43-9F0A076D74DF}" presName="parentLin" presStyleCnt="0"/>
      <dgm:spPr/>
    </dgm:pt>
    <dgm:pt modelId="{48FC16A4-F67C-48C9-A4AB-644BED7D8BEC}" type="pres">
      <dgm:prSet presAssocID="{EE0CBC05-74EA-407A-8A43-9F0A076D74DF}" presName="parentLeftMargin" presStyleLbl="node1" presStyleIdx="0" presStyleCnt="2"/>
      <dgm:spPr/>
    </dgm:pt>
    <dgm:pt modelId="{25A26311-1587-4288-8931-AF51829FD219}" type="pres">
      <dgm:prSet presAssocID="{EE0CBC05-74EA-407A-8A43-9F0A076D74DF}" presName="parentText" presStyleLbl="node1" presStyleIdx="1" presStyleCnt="2">
        <dgm:presLayoutVars>
          <dgm:chMax val="0"/>
          <dgm:bulletEnabled val="1"/>
        </dgm:presLayoutVars>
      </dgm:prSet>
      <dgm:spPr/>
    </dgm:pt>
    <dgm:pt modelId="{1E3CE39B-4725-4378-8F0F-8E0D2EE48FF8}" type="pres">
      <dgm:prSet presAssocID="{EE0CBC05-74EA-407A-8A43-9F0A076D74DF}" presName="negativeSpace" presStyleCnt="0"/>
      <dgm:spPr/>
    </dgm:pt>
    <dgm:pt modelId="{0CC048B3-21F0-45CF-B2D9-6A77B4D861EE}" type="pres">
      <dgm:prSet presAssocID="{EE0CBC05-74EA-407A-8A43-9F0A076D74DF}" presName="childText" presStyleLbl="conFgAcc1" presStyleIdx="1" presStyleCnt="2">
        <dgm:presLayoutVars>
          <dgm:bulletEnabled val="1"/>
        </dgm:presLayoutVars>
      </dgm:prSet>
      <dgm:spPr/>
    </dgm:pt>
  </dgm:ptLst>
  <dgm:cxnLst>
    <dgm:cxn modelId="{3A099D00-2FDA-4917-80D8-ADA13411886E}" type="presOf" srcId="{EE0CBC05-74EA-407A-8A43-9F0A076D74DF}" destId="{48FC16A4-F67C-48C9-A4AB-644BED7D8BEC}" srcOrd="0" destOrd="0" presId="urn:microsoft.com/office/officeart/2005/8/layout/list1"/>
    <dgm:cxn modelId="{340F1311-A849-4C92-B221-7F693B4D936B}" type="presOf" srcId="{E924DD3B-43D1-4BBD-93B5-3A3D820049EF}" destId="{3140A71E-6F51-4093-86AF-FED95C7B1617}" srcOrd="0" destOrd="0" presId="urn:microsoft.com/office/officeart/2005/8/layout/list1"/>
    <dgm:cxn modelId="{FEBFCE18-F72D-4CC2-BB74-E8B98696DC42}" srcId="{222622E5-1045-43AB-8CDB-95BE5EDDE0D6}" destId="{ECB3F3FC-127E-4874-87B6-6FFFD0D68519}" srcOrd="0" destOrd="0" parTransId="{4D43267E-F320-4BF8-B233-FD119AEC1235}" sibTransId="{AE7C97CF-0B44-4F6E-8DC7-FC731C6C4996}"/>
    <dgm:cxn modelId="{619F922E-77CE-44E8-9484-83FB820F94B4}" srcId="{EE0CBC05-74EA-407A-8A43-9F0A076D74DF}" destId="{4244060B-D9EC-481B-8F0A-1EB2AB3D95AC}" srcOrd="1" destOrd="0" parTransId="{4529F308-3A68-4A79-924A-7D471583FF87}" sibTransId="{5A48D7F5-EA46-4CF2-B543-8ABDE609C97A}"/>
    <dgm:cxn modelId="{B5AE8536-7ED2-49B4-89C6-C6A4727246C2}" srcId="{EE0CBC05-74EA-407A-8A43-9F0A076D74DF}" destId="{CD34E227-3610-44C3-A819-328F3BA2A91D}" srcOrd="0" destOrd="0" parTransId="{1DEAC161-F998-4E3A-A21C-88FA5281AF6E}" sibTransId="{3E93426E-173C-4827-A3A1-2D4530518BAC}"/>
    <dgm:cxn modelId="{D3F62B5C-3AB7-4BA2-90A8-C63C3D82AA40}" srcId="{222622E5-1045-43AB-8CDB-95BE5EDDE0D6}" destId="{EE0CBC05-74EA-407A-8A43-9F0A076D74DF}" srcOrd="1" destOrd="0" parTransId="{D7FA9A54-5157-4CC5-8B7F-75B50D61CFAE}" sibTransId="{D1DF79D7-415C-4D89-BEF9-649B71A13B0D}"/>
    <dgm:cxn modelId="{34426D62-5D0F-4995-8CDB-33AD5B6DA124}" type="presOf" srcId="{5F519978-3660-4162-ADDA-D81CBEE08369}" destId="{3140A71E-6F51-4093-86AF-FED95C7B1617}" srcOrd="0" destOrd="1" presId="urn:microsoft.com/office/officeart/2005/8/layout/list1"/>
    <dgm:cxn modelId="{09F25467-560B-4373-89D2-EF19944D8C35}" type="presOf" srcId="{85EFB950-1F9C-4BDE-86EF-558B3D3EEE90}" destId="{3140A71E-6F51-4093-86AF-FED95C7B1617}" srcOrd="0" destOrd="2" presId="urn:microsoft.com/office/officeart/2005/8/layout/list1"/>
    <dgm:cxn modelId="{0A94D16A-B1B2-4D41-9092-12149D325535}" srcId="{ECB3F3FC-127E-4874-87B6-6FFFD0D68519}" destId="{E924DD3B-43D1-4BBD-93B5-3A3D820049EF}" srcOrd="0" destOrd="0" parTransId="{3742FFDD-9062-4219-82FA-3106A8233BF2}" sibTransId="{80C592EC-CF73-4BC4-8C0A-7AA7E6122A82}"/>
    <dgm:cxn modelId="{E0FEF14B-53ED-4ECA-A9D7-26490209BE6C}" type="presOf" srcId="{CD34E227-3610-44C3-A819-328F3BA2A91D}" destId="{0CC048B3-21F0-45CF-B2D9-6A77B4D861EE}" srcOrd="0" destOrd="0" presId="urn:microsoft.com/office/officeart/2005/8/layout/list1"/>
    <dgm:cxn modelId="{5AB6704F-9962-4B84-A962-EDEE21BA3190}" type="presOf" srcId="{ECB3F3FC-127E-4874-87B6-6FFFD0D68519}" destId="{DF38785B-2C58-4E77-92C4-B7371774ABA5}" srcOrd="1" destOrd="0" presId="urn:microsoft.com/office/officeart/2005/8/layout/list1"/>
    <dgm:cxn modelId="{A61B7572-8DC0-40E5-9ADE-CB2ABA9A6628}" type="presOf" srcId="{ECB3F3FC-127E-4874-87B6-6FFFD0D68519}" destId="{CFE170A5-AD2B-4A7F-91B7-325771C6C038}" srcOrd="0" destOrd="0" presId="urn:microsoft.com/office/officeart/2005/8/layout/list1"/>
    <dgm:cxn modelId="{D3E76756-3F83-454F-A45D-A79AEEBC57CF}" type="presOf" srcId="{222622E5-1045-43AB-8CDB-95BE5EDDE0D6}" destId="{704FB0BB-16FF-40A4-879A-3B02AB4EA97A}" srcOrd="0" destOrd="0" presId="urn:microsoft.com/office/officeart/2005/8/layout/list1"/>
    <dgm:cxn modelId="{B0E02D98-F3E4-4D29-9C5B-20903B47D002}" srcId="{ECB3F3FC-127E-4874-87B6-6FFFD0D68519}" destId="{85EFB950-1F9C-4BDE-86EF-558B3D3EEE90}" srcOrd="2" destOrd="0" parTransId="{29D3E6EC-8665-43F5-AD03-13C56537A014}" sibTransId="{DC491075-EEBF-4A70-B7BE-C959006A2A36}"/>
    <dgm:cxn modelId="{4B61FFAE-764F-423F-9771-D120B26A7CC0}" srcId="{EE0CBC05-74EA-407A-8A43-9F0A076D74DF}" destId="{AB0888AC-ACB0-45FD-BD31-46C04FEAB34C}" srcOrd="2" destOrd="0" parTransId="{B1F9BF66-E7E1-4939-B093-4ABF0C6ECF21}" sibTransId="{AD4D59C6-60E1-4A2C-A7FE-08F38853CCEC}"/>
    <dgm:cxn modelId="{714A51B4-58F0-4CB0-9BB0-6606E3E9147F}" type="presOf" srcId="{AB0888AC-ACB0-45FD-BD31-46C04FEAB34C}" destId="{0CC048B3-21F0-45CF-B2D9-6A77B4D861EE}" srcOrd="0" destOrd="2" presId="urn:microsoft.com/office/officeart/2005/8/layout/list1"/>
    <dgm:cxn modelId="{2D5125C6-C8E0-4F9A-8CB4-F4D182644FF2}" srcId="{ECB3F3FC-127E-4874-87B6-6FFFD0D68519}" destId="{5F519978-3660-4162-ADDA-D81CBEE08369}" srcOrd="1" destOrd="0" parTransId="{70075CA4-2F67-4A29-8F20-68C21C0F44A3}" sibTransId="{67985A49-4EB5-49FA-B248-6D90ABA98727}"/>
    <dgm:cxn modelId="{D7CCDADA-B915-41E3-8AB0-2E46106CA6FC}" type="presOf" srcId="{4244060B-D9EC-481B-8F0A-1EB2AB3D95AC}" destId="{0CC048B3-21F0-45CF-B2D9-6A77B4D861EE}" srcOrd="0" destOrd="1" presId="urn:microsoft.com/office/officeart/2005/8/layout/list1"/>
    <dgm:cxn modelId="{9A7CF0F5-5693-4D4B-8BC3-5E3F29169781}" type="presOf" srcId="{EE0CBC05-74EA-407A-8A43-9F0A076D74DF}" destId="{25A26311-1587-4288-8931-AF51829FD219}" srcOrd="1" destOrd="0" presId="urn:microsoft.com/office/officeart/2005/8/layout/list1"/>
    <dgm:cxn modelId="{504D364E-AC72-4459-9084-5375F7801178}" type="presParOf" srcId="{704FB0BB-16FF-40A4-879A-3B02AB4EA97A}" destId="{B5C63B07-96BF-412C-A15D-78032ED8F945}" srcOrd="0" destOrd="0" presId="urn:microsoft.com/office/officeart/2005/8/layout/list1"/>
    <dgm:cxn modelId="{59D57234-06EB-4C66-B038-EA222491DC98}" type="presParOf" srcId="{B5C63B07-96BF-412C-A15D-78032ED8F945}" destId="{CFE170A5-AD2B-4A7F-91B7-325771C6C038}" srcOrd="0" destOrd="0" presId="urn:microsoft.com/office/officeart/2005/8/layout/list1"/>
    <dgm:cxn modelId="{6D6A4471-EF3F-4461-BEB1-F3A1266A22C7}" type="presParOf" srcId="{B5C63B07-96BF-412C-A15D-78032ED8F945}" destId="{DF38785B-2C58-4E77-92C4-B7371774ABA5}" srcOrd="1" destOrd="0" presId="urn:microsoft.com/office/officeart/2005/8/layout/list1"/>
    <dgm:cxn modelId="{61226D3A-E25D-4F3A-AD7C-8B6ABB62465B}" type="presParOf" srcId="{704FB0BB-16FF-40A4-879A-3B02AB4EA97A}" destId="{B7EC6CF6-D5EE-422E-B540-B7CC14730CC8}" srcOrd="1" destOrd="0" presId="urn:microsoft.com/office/officeart/2005/8/layout/list1"/>
    <dgm:cxn modelId="{7D3A413E-1C04-4B42-8060-DF4839947218}" type="presParOf" srcId="{704FB0BB-16FF-40A4-879A-3B02AB4EA97A}" destId="{3140A71E-6F51-4093-86AF-FED95C7B1617}" srcOrd="2" destOrd="0" presId="urn:microsoft.com/office/officeart/2005/8/layout/list1"/>
    <dgm:cxn modelId="{291895A1-5FE7-47B2-A5B9-395A5B927497}" type="presParOf" srcId="{704FB0BB-16FF-40A4-879A-3B02AB4EA97A}" destId="{3AFF8941-5A05-4DAB-9EC7-7E8281AB6595}" srcOrd="3" destOrd="0" presId="urn:microsoft.com/office/officeart/2005/8/layout/list1"/>
    <dgm:cxn modelId="{DFB2C8C3-CBD8-4429-9491-D346F62CDD1D}" type="presParOf" srcId="{704FB0BB-16FF-40A4-879A-3B02AB4EA97A}" destId="{5D685218-48F7-4D5B-9AB1-F83C795CFF06}" srcOrd="4" destOrd="0" presId="urn:microsoft.com/office/officeart/2005/8/layout/list1"/>
    <dgm:cxn modelId="{02F99711-8BE4-4820-9AC4-BB6D592719C1}" type="presParOf" srcId="{5D685218-48F7-4D5B-9AB1-F83C795CFF06}" destId="{48FC16A4-F67C-48C9-A4AB-644BED7D8BEC}" srcOrd="0" destOrd="0" presId="urn:microsoft.com/office/officeart/2005/8/layout/list1"/>
    <dgm:cxn modelId="{3F6AF0BF-7FCF-4A28-8C5B-A535DEB6C7F9}" type="presParOf" srcId="{5D685218-48F7-4D5B-9AB1-F83C795CFF06}" destId="{25A26311-1587-4288-8931-AF51829FD219}" srcOrd="1" destOrd="0" presId="urn:microsoft.com/office/officeart/2005/8/layout/list1"/>
    <dgm:cxn modelId="{6351AC91-DBB7-4E36-B2AC-9920D362349A}" type="presParOf" srcId="{704FB0BB-16FF-40A4-879A-3B02AB4EA97A}" destId="{1E3CE39B-4725-4378-8F0F-8E0D2EE48FF8}" srcOrd="5" destOrd="0" presId="urn:microsoft.com/office/officeart/2005/8/layout/list1"/>
    <dgm:cxn modelId="{006DD782-3393-43C0-A77C-B7CE4B48BB9B}" type="presParOf" srcId="{704FB0BB-16FF-40A4-879A-3B02AB4EA97A}" destId="{0CC048B3-21F0-45CF-B2D9-6A77B4D861EE}"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22622E5-1045-43AB-8CDB-95BE5EDDE0D6}"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zh-CN" altLang="en-US"/>
        </a:p>
      </dgm:t>
    </dgm:pt>
    <dgm:pt modelId="{ECB3F3FC-127E-4874-87B6-6FFFD0D68519}">
      <dgm:prSet phldrT="[文本]"/>
      <dgm:spPr/>
      <dgm:t>
        <a:bodyPr/>
        <a:lstStyle/>
        <a:p>
          <a:pPr>
            <a:buFont typeface="Wingdings" panose="05000000000000000000" pitchFamily="2" charset="2"/>
            <a:buChar char=""/>
          </a:pPr>
          <a:r>
            <a:rPr lang="zh-CN"/>
            <a:t>安全层面：隔离与管控</a:t>
          </a:r>
          <a:endParaRPr lang="zh-CN" altLang="en-US"/>
        </a:p>
      </dgm:t>
    </dgm:pt>
    <dgm:pt modelId="{4D43267E-F320-4BF8-B233-FD119AEC1235}" type="parTrans" cxnId="{FEBFCE18-F72D-4CC2-BB74-E8B98696DC42}">
      <dgm:prSet/>
      <dgm:spPr/>
      <dgm:t>
        <a:bodyPr/>
        <a:lstStyle/>
        <a:p>
          <a:endParaRPr lang="zh-CN" altLang="en-US"/>
        </a:p>
      </dgm:t>
    </dgm:pt>
    <dgm:pt modelId="{AE7C97CF-0B44-4F6E-8DC7-FC731C6C4996}" type="sibTrans" cxnId="{FEBFCE18-F72D-4CC2-BB74-E8B98696DC42}">
      <dgm:prSet/>
      <dgm:spPr/>
      <dgm:t>
        <a:bodyPr/>
        <a:lstStyle/>
        <a:p>
          <a:endParaRPr lang="zh-CN" altLang="en-US"/>
        </a:p>
      </dgm:t>
    </dgm:pt>
    <dgm:pt modelId="{EE0CBC05-74EA-407A-8A43-9F0A076D74DF}">
      <dgm:prSet phldrT="[文本]"/>
      <dgm:spPr/>
      <dgm:t>
        <a:bodyPr/>
        <a:lstStyle/>
        <a:p>
          <a:pPr>
            <a:buNone/>
          </a:pPr>
          <a:r>
            <a:rPr lang="zh-CN"/>
            <a:t>组织层面：边界与协作</a:t>
          </a:r>
          <a:endParaRPr lang="zh-CN" altLang="en-US"/>
        </a:p>
      </dgm:t>
    </dgm:pt>
    <dgm:pt modelId="{D7FA9A54-5157-4CC5-8B7F-75B50D61CFAE}" type="parTrans" cxnId="{D3F62B5C-3AB7-4BA2-90A8-C63C3D82AA40}">
      <dgm:prSet/>
      <dgm:spPr/>
      <dgm:t>
        <a:bodyPr/>
        <a:lstStyle/>
        <a:p>
          <a:endParaRPr lang="zh-CN" altLang="en-US"/>
        </a:p>
      </dgm:t>
    </dgm:pt>
    <dgm:pt modelId="{D1DF79D7-415C-4D89-BEF9-649B71A13B0D}" type="sibTrans" cxnId="{D3F62B5C-3AB7-4BA2-90A8-C63C3D82AA40}">
      <dgm:prSet/>
      <dgm:spPr/>
      <dgm:t>
        <a:bodyPr/>
        <a:lstStyle/>
        <a:p>
          <a:endParaRPr lang="zh-CN" altLang="en-US"/>
        </a:p>
      </dgm:t>
    </dgm:pt>
    <dgm:pt modelId="{E924DD3B-43D1-4BBD-93B5-3A3D820049EF}">
      <dgm:prSet phldrT="[文本]"/>
      <dgm:spPr/>
      <dgm:t>
        <a:bodyPr/>
        <a:lstStyle/>
        <a:p>
          <a:pPr>
            <a:buFont typeface="Wingdings" panose="05000000000000000000" pitchFamily="2" charset="2"/>
            <a:buChar char=""/>
          </a:pPr>
          <a:r>
            <a:rPr lang="zh-CN"/>
            <a:t>认证：你是谁？（</a:t>
          </a:r>
          <a:r>
            <a:rPr lang="en-US"/>
            <a:t>JWT / API Key</a:t>
          </a:r>
          <a:r>
            <a:rPr lang="zh-CN"/>
            <a:t>）</a:t>
          </a:r>
          <a:endParaRPr lang="zh-CN" altLang="en-US"/>
        </a:p>
      </dgm:t>
    </dgm:pt>
    <dgm:pt modelId="{3742FFDD-9062-4219-82FA-3106A8233BF2}" type="parTrans" cxnId="{0A94D16A-B1B2-4D41-9092-12149D325535}">
      <dgm:prSet/>
      <dgm:spPr/>
      <dgm:t>
        <a:bodyPr/>
        <a:lstStyle/>
        <a:p>
          <a:endParaRPr lang="zh-CN" altLang="en-US"/>
        </a:p>
      </dgm:t>
    </dgm:pt>
    <dgm:pt modelId="{80C592EC-CF73-4BC4-8C0A-7AA7E6122A82}" type="sibTrans" cxnId="{0A94D16A-B1B2-4D41-9092-12149D325535}">
      <dgm:prSet/>
      <dgm:spPr/>
      <dgm:t>
        <a:bodyPr/>
        <a:lstStyle/>
        <a:p>
          <a:endParaRPr lang="zh-CN" altLang="en-US"/>
        </a:p>
      </dgm:t>
    </dgm:pt>
    <dgm:pt modelId="{CD34E227-3610-44C3-A819-328F3BA2A91D}">
      <dgm:prSet phldrT="[文本]"/>
      <dgm:spPr/>
      <dgm:t>
        <a:bodyPr/>
        <a:lstStyle/>
        <a:p>
          <a:pPr>
            <a:buFont typeface="Wingdings" panose="05000000000000000000" pitchFamily="2" charset="2"/>
            <a:buChar char=""/>
          </a:pPr>
          <a:r>
            <a:rPr lang="zh-CN"/>
            <a:t>前后端产生分歧时：“查阅</a:t>
          </a:r>
          <a:r>
            <a:rPr lang="en-US"/>
            <a:t>API</a:t>
          </a:r>
          <a:r>
            <a:rPr lang="zh-CN"/>
            <a:t>文档如何规定”</a:t>
          </a:r>
          <a:endParaRPr lang="zh-CN" altLang="en-US"/>
        </a:p>
      </dgm:t>
    </dgm:pt>
    <dgm:pt modelId="{1DEAC161-F998-4E3A-A21C-88FA5281AF6E}" type="parTrans" cxnId="{B5AE8536-7ED2-49B4-89C6-C6A4727246C2}">
      <dgm:prSet/>
      <dgm:spPr/>
      <dgm:t>
        <a:bodyPr/>
        <a:lstStyle/>
        <a:p>
          <a:endParaRPr lang="zh-CN" altLang="en-US"/>
        </a:p>
      </dgm:t>
    </dgm:pt>
    <dgm:pt modelId="{3E93426E-173C-4827-A3A1-2D4530518BAC}" type="sibTrans" cxnId="{B5AE8536-7ED2-49B4-89C6-C6A4727246C2}">
      <dgm:prSet/>
      <dgm:spPr/>
      <dgm:t>
        <a:bodyPr/>
        <a:lstStyle/>
        <a:p>
          <a:endParaRPr lang="zh-CN" altLang="en-US"/>
        </a:p>
      </dgm:t>
    </dgm:pt>
    <dgm:pt modelId="{3D655C6E-ECDD-42C6-8482-8874AD3AB2B7}">
      <dgm:prSet/>
      <dgm:spPr/>
      <dgm:t>
        <a:bodyPr/>
        <a:lstStyle/>
        <a:p>
          <a:pPr>
            <a:buFont typeface="Wingdings" panose="05000000000000000000" pitchFamily="2" charset="2"/>
            <a:buChar char=""/>
          </a:pPr>
          <a:r>
            <a:rPr lang="zh-CN"/>
            <a:t>授权：你能做什么？（只能查自己的订单）</a:t>
          </a:r>
        </a:p>
      </dgm:t>
    </dgm:pt>
    <dgm:pt modelId="{3620AAD5-9BB5-466D-920B-DA9C0F5E78B7}" type="parTrans" cxnId="{9536F50E-E87F-45D9-92AB-AFC34F345D65}">
      <dgm:prSet/>
      <dgm:spPr/>
      <dgm:t>
        <a:bodyPr/>
        <a:lstStyle/>
        <a:p>
          <a:endParaRPr lang="zh-CN" altLang="en-US"/>
        </a:p>
      </dgm:t>
    </dgm:pt>
    <dgm:pt modelId="{AE48F9E2-63A6-455D-9D91-862D936B90BA}" type="sibTrans" cxnId="{9536F50E-E87F-45D9-92AB-AFC34F345D65}">
      <dgm:prSet/>
      <dgm:spPr/>
      <dgm:t>
        <a:bodyPr/>
        <a:lstStyle/>
        <a:p>
          <a:endParaRPr lang="zh-CN" altLang="en-US"/>
        </a:p>
      </dgm:t>
    </dgm:pt>
    <dgm:pt modelId="{E77CA790-6484-4EDD-A742-C58FA665A238}">
      <dgm:prSet/>
      <dgm:spPr/>
      <dgm:t>
        <a:bodyPr/>
        <a:lstStyle/>
        <a:p>
          <a:pPr>
            <a:buFont typeface="Wingdings" panose="05000000000000000000" pitchFamily="2" charset="2"/>
            <a:buChar char=""/>
          </a:pPr>
          <a:r>
            <a:rPr lang="zh-CN"/>
            <a:t>限流：你做了多少次？（</a:t>
          </a:r>
          <a:r>
            <a:rPr lang="en-US"/>
            <a:t>100</a:t>
          </a:r>
          <a:r>
            <a:rPr lang="zh-CN"/>
            <a:t>次</a:t>
          </a:r>
          <a:r>
            <a:rPr lang="en-US"/>
            <a:t>/</a:t>
          </a:r>
          <a:r>
            <a:rPr lang="zh-CN"/>
            <a:t>分钟）</a:t>
          </a:r>
        </a:p>
      </dgm:t>
    </dgm:pt>
    <dgm:pt modelId="{7D83F764-D440-49C8-A042-58A97BAAD2E3}" type="parTrans" cxnId="{A8AA271A-D23D-4F05-8485-22D3C65A76C6}">
      <dgm:prSet/>
      <dgm:spPr/>
      <dgm:t>
        <a:bodyPr/>
        <a:lstStyle/>
        <a:p>
          <a:endParaRPr lang="zh-CN" altLang="en-US"/>
        </a:p>
      </dgm:t>
    </dgm:pt>
    <dgm:pt modelId="{EEB2479E-2F8C-447B-9544-8F0F342C0184}" type="sibTrans" cxnId="{A8AA271A-D23D-4F05-8485-22D3C65A76C6}">
      <dgm:prSet/>
      <dgm:spPr/>
      <dgm:t>
        <a:bodyPr/>
        <a:lstStyle/>
        <a:p>
          <a:endParaRPr lang="zh-CN" altLang="en-US"/>
        </a:p>
      </dgm:t>
    </dgm:pt>
    <dgm:pt modelId="{4348F6B1-8B83-4F71-A7E4-ADDAFE742522}">
      <dgm:prSet/>
      <dgm:spPr/>
      <dgm:t>
        <a:bodyPr/>
        <a:lstStyle/>
        <a:p>
          <a:pPr>
            <a:buFont typeface="Wingdings" panose="05000000000000000000" pitchFamily="2" charset="2"/>
            <a:buChar char=""/>
          </a:pPr>
          <a:r>
            <a:rPr lang="zh-CN"/>
            <a:t>审计：你做了什么？（全部记日志）</a:t>
          </a:r>
        </a:p>
      </dgm:t>
    </dgm:pt>
    <dgm:pt modelId="{562D98D8-2B76-410C-948A-8145ED7AE531}" type="parTrans" cxnId="{F7B35D16-9A07-428D-B19F-1274D1AA117C}">
      <dgm:prSet/>
      <dgm:spPr/>
      <dgm:t>
        <a:bodyPr/>
        <a:lstStyle/>
        <a:p>
          <a:endParaRPr lang="zh-CN" altLang="en-US"/>
        </a:p>
      </dgm:t>
    </dgm:pt>
    <dgm:pt modelId="{4CC5C900-A1F4-4EFD-AE20-481332D18283}" type="sibTrans" cxnId="{F7B35D16-9A07-428D-B19F-1274D1AA117C}">
      <dgm:prSet/>
      <dgm:spPr/>
      <dgm:t>
        <a:bodyPr/>
        <a:lstStyle/>
        <a:p>
          <a:endParaRPr lang="zh-CN" altLang="en-US"/>
        </a:p>
      </dgm:t>
    </dgm:pt>
    <dgm:pt modelId="{6B4B650A-5DB6-4715-8761-626DABCF3A13}">
      <dgm:prSet/>
      <dgm:spPr/>
      <dgm:t>
        <a:bodyPr/>
        <a:lstStyle/>
        <a:p>
          <a:pPr>
            <a:buFont typeface="Wingdings" panose="05000000000000000000" pitchFamily="2" charset="2"/>
            <a:buChar char=""/>
          </a:pPr>
          <a:r>
            <a:rPr lang="zh-CN"/>
            <a:t>防护：你传了什么？（防</a:t>
          </a:r>
          <a:r>
            <a:rPr lang="en-US"/>
            <a:t> SQL </a:t>
          </a:r>
          <a:r>
            <a:rPr lang="zh-CN"/>
            <a:t>注入、</a:t>
          </a:r>
          <a:r>
            <a:rPr lang="en-US"/>
            <a:t>XSS</a:t>
          </a:r>
          <a:r>
            <a:rPr lang="zh-CN"/>
            <a:t>）</a:t>
          </a:r>
        </a:p>
      </dgm:t>
    </dgm:pt>
    <dgm:pt modelId="{B5D773F6-E824-4A48-A72D-35864981D853}" type="parTrans" cxnId="{C4B1D854-EA86-425A-9870-27A2786B6EED}">
      <dgm:prSet/>
      <dgm:spPr/>
      <dgm:t>
        <a:bodyPr/>
        <a:lstStyle/>
        <a:p>
          <a:endParaRPr lang="zh-CN" altLang="en-US"/>
        </a:p>
      </dgm:t>
    </dgm:pt>
    <dgm:pt modelId="{5CDCCB8A-A6AF-4DDE-A670-5DB859268691}" type="sibTrans" cxnId="{C4B1D854-EA86-425A-9870-27A2786B6EED}">
      <dgm:prSet/>
      <dgm:spPr/>
      <dgm:t>
        <a:bodyPr/>
        <a:lstStyle/>
        <a:p>
          <a:endParaRPr lang="zh-CN" altLang="en-US"/>
        </a:p>
      </dgm:t>
    </dgm:pt>
    <dgm:pt modelId="{2F7A228F-2A4A-4E8A-B59A-CFC4DDF827C4}">
      <dgm:prSet/>
      <dgm:spPr/>
      <dgm:t>
        <a:bodyPr/>
        <a:lstStyle/>
        <a:p>
          <a:pPr>
            <a:buFont typeface="Wingdings" panose="05000000000000000000" pitchFamily="2" charset="2"/>
            <a:buChar char=""/>
          </a:pPr>
          <a:r>
            <a:rPr lang="zh-CN"/>
            <a:t>新人入职时：“先阅读</a:t>
          </a:r>
          <a:r>
            <a:rPr lang="en-US"/>
            <a:t>API</a:t>
          </a:r>
          <a:r>
            <a:rPr lang="zh-CN"/>
            <a:t>文档熟悉业务”</a:t>
          </a:r>
        </a:p>
      </dgm:t>
    </dgm:pt>
    <dgm:pt modelId="{104B1AF7-37FB-4912-9F89-FCD6BAE11826}" type="parTrans" cxnId="{8C026B96-04F7-4896-A8F1-57D8F1E2E399}">
      <dgm:prSet/>
      <dgm:spPr/>
      <dgm:t>
        <a:bodyPr/>
        <a:lstStyle/>
        <a:p>
          <a:endParaRPr lang="zh-CN" altLang="en-US"/>
        </a:p>
      </dgm:t>
    </dgm:pt>
    <dgm:pt modelId="{989F9618-BE4C-4CE3-83AD-77E4B3151FB2}" type="sibTrans" cxnId="{8C026B96-04F7-4896-A8F1-57D8F1E2E399}">
      <dgm:prSet/>
      <dgm:spPr/>
      <dgm:t>
        <a:bodyPr/>
        <a:lstStyle/>
        <a:p>
          <a:endParaRPr lang="zh-CN" altLang="en-US"/>
        </a:p>
      </dgm:t>
    </dgm:pt>
    <dgm:pt modelId="{75B3B004-55AE-4E6F-86FA-8BA6C6F2DA99}">
      <dgm:prSet/>
      <dgm:spPr/>
      <dgm:t>
        <a:bodyPr/>
        <a:lstStyle/>
        <a:p>
          <a:pPr>
            <a:buFont typeface="Wingdings" panose="05000000000000000000" pitchFamily="2" charset="2"/>
            <a:buChar char=""/>
          </a:pPr>
          <a:r>
            <a:rPr lang="zh-CN"/>
            <a:t>接口变更时：“先更新文档，再修改代码”</a:t>
          </a:r>
        </a:p>
      </dgm:t>
    </dgm:pt>
    <dgm:pt modelId="{CBE6C14C-8695-4B78-AAEE-87B93F7C93F0}" type="parTrans" cxnId="{3052BD84-8B85-451A-A8A1-C67CDB818569}">
      <dgm:prSet/>
      <dgm:spPr/>
      <dgm:t>
        <a:bodyPr/>
        <a:lstStyle/>
        <a:p>
          <a:endParaRPr lang="zh-CN" altLang="en-US"/>
        </a:p>
      </dgm:t>
    </dgm:pt>
    <dgm:pt modelId="{A294A99C-FCDF-4B51-859B-4F8A1082AA3E}" type="sibTrans" cxnId="{3052BD84-8B85-451A-A8A1-C67CDB818569}">
      <dgm:prSet/>
      <dgm:spPr/>
      <dgm:t>
        <a:bodyPr/>
        <a:lstStyle/>
        <a:p>
          <a:endParaRPr lang="zh-CN" altLang="en-US"/>
        </a:p>
      </dgm:t>
    </dgm:pt>
    <dgm:pt modelId="{704FB0BB-16FF-40A4-879A-3B02AB4EA97A}" type="pres">
      <dgm:prSet presAssocID="{222622E5-1045-43AB-8CDB-95BE5EDDE0D6}" presName="linear" presStyleCnt="0">
        <dgm:presLayoutVars>
          <dgm:dir/>
          <dgm:animLvl val="lvl"/>
          <dgm:resizeHandles val="exact"/>
        </dgm:presLayoutVars>
      </dgm:prSet>
      <dgm:spPr/>
    </dgm:pt>
    <dgm:pt modelId="{B5C63B07-96BF-412C-A15D-78032ED8F945}" type="pres">
      <dgm:prSet presAssocID="{ECB3F3FC-127E-4874-87B6-6FFFD0D68519}" presName="parentLin" presStyleCnt="0"/>
      <dgm:spPr/>
    </dgm:pt>
    <dgm:pt modelId="{CFE170A5-AD2B-4A7F-91B7-325771C6C038}" type="pres">
      <dgm:prSet presAssocID="{ECB3F3FC-127E-4874-87B6-6FFFD0D68519}" presName="parentLeftMargin" presStyleLbl="node1" presStyleIdx="0" presStyleCnt="2"/>
      <dgm:spPr/>
    </dgm:pt>
    <dgm:pt modelId="{DF38785B-2C58-4E77-92C4-B7371774ABA5}" type="pres">
      <dgm:prSet presAssocID="{ECB3F3FC-127E-4874-87B6-6FFFD0D68519}" presName="parentText" presStyleLbl="node1" presStyleIdx="0" presStyleCnt="2">
        <dgm:presLayoutVars>
          <dgm:chMax val="0"/>
          <dgm:bulletEnabled val="1"/>
        </dgm:presLayoutVars>
      </dgm:prSet>
      <dgm:spPr/>
    </dgm:pt>
    <dgm:pt modelId="{B7EC6CF6-D5EE-422E-B540-B7CC14730CC8}" type="pres">
      <dgm:prSet presAssocID="{ECB3F3FC-127E-4874-87B6-6FFFD0D68519}" presName="negativeSpace" presStyleCnt="0"/>
      <dgm:spPr/>
    </dgm:pt>
    <dgm:pt modelId="{3140A71E-6F51-4093-86AF-FED95C7B1617}" type="pres">
      <dgm:prSet presAssocID="{ECB3F3FC-127E-4874-87B6-6FFFD0D68519}" presName="childText" presStyleLbl="conFgAcc1" presStyleIdx="0" presStyleCnt="2">
        <dgm:presLayoutVars>
          <dgm:bulletEnabled val="1"/>
        </dgm:presLayoutVars>
      </dgm:prSet>
      <dgm:spPr/>
    </dgm:pt>
    <dgm:pt modelId="{3AFF8941-5A05-4DAB-9EC7-7E8281AB6595}" type="pres">
      <dgm:prSet presAssocID="{AE7C97CF-0B44-4F6E-8DC7-FC731C6C4996}" presName="spaceBetweenRectangles" presStyleCnt="0"/>
      <dgm:spPr/>
    </dgm:pt>
    <dgm:pt modelId="{5D685218-48F7-4D5B-9AB1-F83C795CFF06}" type="pres">
      <dgm:prSet presAssocID="{EE0CBC05-74EA-407A-8A43-9F0A076D74DF}" presName="parentLin" presStyleCnt="0"/>
      <dgm:spPr/>
    </dgm:pt>
    <dgm:pt modelId="{48FC16A4-F67C-48C9-A4AB-644BED7D8BEC}" type="pres">
      <dgm:prSet presAssocID="{EE0CBC05-74EA-407A-8A43-9F0A076D74DF}" presName="parentLeftMargin" presStyleLbl="node1" presStyleIdx="0" presStyleCnt="2"/>
      <dgm:spPr/>
    </dgm:pt>
    <dgm:pt modelId="{25A26311-1587-4288-8931-AF51829FD219}" type="pres">
      <dgm:prSet presAssocID="{EE0CBC05-74EA-407A-8A43-9F0A076D74DF}" presName="parentText" presStyleLbl="node1" presStyleIdx="1" presStyleCnt="2">
        <dgm:presLayoutVars>
          <dgm:chMax val="0"/>
          <dgm:bulletEnabled val="1"/>
        </dgm:presLayoutVars>
      </dgm:prSet>
      <dgm:spPr/>
    </dgm:pt>
    <dgm:pt modelId="{1E3CE39B-4725-4378-8F0F-8E0D2EE48FF8}" type="pres">
      <dgm:prSet presAssocID="{EE0CBC05-74EA-407A-8A43-9F0A076D74DF}" presName="negativeSpace" presStyleCnt="0"/>
      <dgm:spPr/>
    </dgm:pt>
    <dgm:pt modelId="{0CC048B3-21F0-45CF-B2D9-6A77B4D861EE}" type="pres">
      <dgm:prSet presAssocID="{EE0CBC05-74EA-407A-8A43-9F0A076D74DF}" presName="childText" presStyleLbl="conFgAcc1" presStyleIdx="1" presStyleCnt="2">
        <dgm:presLayoutVars>
          <dgm:bulletEnabled val="1"/>
        </dgm:presLayoutVars>
      </dgm:prSet>
      <dgm:spPr/>
    </dgm:pt>
  </dgm:ptLst>
  <dgm:cxnLst>
    <dgm:cxn modelId="{3A099D00-2FDA-4917-80D8-ADA13411886E}" type="presOf" srcId="{EE0CBC05-74EA-407A-8A43-9F0A076D74DF}" destId="{48FC16A4-F67C-48C9-A4AB-644BED7D8BEC}" srcOrd="0" destOrd="0" presId="urn:microsoft.com/office/officeart/2005/8/layout/list1"/>
    <dgm:cxn modelId="{9536F50E-E87F-45D9-92AB-AFC34F345D65}" srcId="{ECB3F3FC-127E-4874-87B6-6FFFD0D68519}" destId="{3D655C6E-ECDD-42C6-8482-8874AD3AB2B7}" srcOrd="1" destOrd="0" parTransId="{3620AAD5-9BB5-466D-920B-DA9C0F5E78B7}" sibTransId="{AE48F9E2-63A6-455D-9D91-862D936B90BA}"/>
    <dgm:cxn modelId="{340F1311-A849-4C92-B221-7F693B4D936B}" type="presOf" srcId="{E924DD3B-43D1-4BBD-93B5-3A3D820049EF}" destId="{3140A71E-6F51-4093-86AF-FED95C7B1617}" srcOrd="0" destOrd="0" presId="urn:microsoft.com/office/officeart/2005/8/layout/list1"/>
    <dgm:cxn modelId="{F7B35D16-9A07-428D-B19F-1274D1AA117C}" srcId="{ECB3F3FC-127E-4874-87B6-6FFFD0D68519}" destId="{4348F6B1-8B83-4F71-A7E4-ADDAFE742522}" srcOrd="3" destOrd="0" parTransId="{562D98D8-2B76-410C-948A-8145ED7AE531}" sibTransId="{4CC5C900-A1F4-4EFD-AE20-481332D18283}"/>
    <dgm:cxn modelId="{FEBFCE18-F72D-4CC2-BB74-E8B98696DC42}" srcId="{222622E5-1045-43AB-8CDB-95BE5EDDE0D6}" destId="{ECB3F3FC-127E-4874-87B6-6FFFD0D68519}" srcOrd="0" destOrd="0" parTransId="{4D43267E-F320-4BF8-B233-FD119AEC1235}" sibTransId="{AE7C97CF-0B44-4F6E-8DC7-FC731C6C4996}"/>
    <dgm:cxn modelId="{A8AA271A-D23D-4F05-8485-22D3C65A76C6}" srcId="{ECB3F3FC-127E-4874-87B6-6FFFD0D68519}" destId="{E77CA790-6484-4EDD-A742-C58FA665A238}" srcOrd="2" destOrd="0" parTransId="{7D83F764-D440-49C8-A042-58A97BAAD2E3}" sibTransId="{EEB2479E-2F8C-447B-9544-8F0F342C0184}"/>
    <dgm:cxn modelId="{4A51792A-88BD-4718-BD1E-D86682E597D4}" type="presOf" srcId="{4348F6B1-8B83-4F71-A7E4-ADDAFE742522}" destId="{3140A71E-6F51-4093-86AF-FED95C7B1617}" srcOrd="0" destOrd="3" presId="urn:microsoft.com/office/officeart/2005/8/layout/list1"/>
    <dgm:cxn modelId="{B5AE8536-7ED2-49B4-89C6-C6A4727246C2}" srcId="{EE0CBC05-74EA-407A-8A43-9F0A076D74DF}" destId="{CD34E227-3610-44C3-A819-328F3BA2A91D}" srcOrd="0" destOrd="0" parTransId="{1DEAC161-F998-4E3A-A21C-88FA5281AF6E}" sibTransId="{3E93426E-173C-4827-A3A1-2D4530518BAC}"/>
    <dgm:cxn modelId="{D3F62B5C-3AB7-4BA2-90A8-C63C3D82AA40}" srcId="{222622E5-1045-43AB-8CDB-95BE5EDDE0D6}" destId="{EE0CBC05-74EA-407A-8A43-9F0A076D74DF}" srcOrd="1" destOrd="0" parTransId="{D7FA9A54-5157-4CC5-8B7F-75B50D61CFAE}" sibTransId="{D1DF79D7-415C-4D89-BEF9-649B71A13B0D}"/>
    <dgm:cxn modelId="{0A94D16A-B1B2-4D41-9092-12149D325535}" srcId="{ECB3F3FC-127E-4874-87B6-6FFFD0D68519}" destId="{E924DD3B-43D1-4BBD-93B5-3A3D820049EF}" srcOrd="0" destOrd="0" parTransId="{3742FFDD-9062-4219-82FA-3106A8233BF2}" sibTransId="{80C592EC-CF73-4BC4-8C0A-7AA7E6122A82}"/>
    <dgm:cxn modelId="{E0FEF14B-53ED-4ECA-A9D7-26490209BE6C}" type="presOf" srcId="{CD34E227-3610-44C3-A819-328F3BA2A91D}" destId="{0CC048B3-21F0-45CF-B2D9-6A77B4D861EE}" srcOrd="0" destOrd="0" presId="urn:microsoft.com/office/officeart/2005/8/layout/list1"/>
    <dgm:cxn modelId="{5AB6704F-9962-4B84-A962-EDEE21BA3190}" type="presOf" srcId="{ECB3F3FC-127E-4874-87B6-6FFFD0D68519}" destId="{DF38785B-2C58-4E77-92C4-B7371774ABA5}" srcOrd="1" destOrd="0" presId="urn:microsoft.com/office/officeart/2005/8/layout/list1"/>
    <dgm:cxn modelId="{A61B7572-8DC0-40E5-9ADE-CB2ABA9A6628}" type="presOf" srcId="{ECB3F3FC-127E-4874-87B6-6FFFD0D68519}" destId="{CFE170A5-AD2B-4A7F-91B7-325771C6C038}" srcOrd="0" destOrd="0" presId="urn:microsoft.com/office/officeart/2005/8/layout/list1"/>
    <dgm:cxn modelId="{6DA8C273-EBF9-49C6-8DE4-8ACB53B6D93D}" type="presOf" srcId="{6B4B650A-5DB6-4715-8761-626DABCF3A13}" destId="{3140A71E-6F51-4093-86AF-FED95C7B1617}" srcOrd="0" destOrd="4" presId="urn:microsoft.com/office/officeart/2005/8/layout/list1"/>
    <dgm:cxn modelId="{C4B1D854-EA86-425A-9870-27A2786B6EED}" srcId="{ECB3F3FC-127E-4874-87B6-6FFFD0D68519}" destId="{6B4B650A-5DB6-4715-8761-626DABCF3A13}" srcOrd="4" destOrd="0" parTransId="{B5D773F6-E824-4A48-A72D-35864981D853}" sibTransId="{5CDCCB8A-A6AF-4DDE-A670-5DB859268691}"/>
    <dgm:cxn modelId="{D3E76756-3F83-454F-A45D-A79AEEBC57CF}" type="presOf" srcId="{222622E5-1045-43AB-8CDB-95BE5EDDE0D6}" destId="{704FB0BB-16FF-40A4-879A-3B02AB4EA97A}" srcOrd="0" destOrd="0" presId="urn:microsoft.com/office/officeart/2005/8/layout/list1"/>
    <dgm:cxn modelId="{C7A1797D-E7F9-440F-BE14-EA03CE0D00C8}" type="presOf" srcId="{3D655C6E-ECDD-42C6-8482-8874AD3AB2B7}" destId="{3140A71E-6F51-4093-86AF-FED95C7B1617}" srcOrd="0" destOrd="1" presId="urn:microsoft.com/office/officeart/2005/8/layout/list1"/>
    <dgm:cxn modelId="{3052BD84-8B85-451A-A8A1-C67CDB818569}" srcId="{EE0CBC05-74EA-407A-8A43-9F0A076D74DF}" destId="{75B3B004-55AE-4E6F-86FA-8BA6C6F2DA99}" srcOrd="2" destOrd="0" parTransId="{CBE6C14C-8695-4B78-AAEE-87B93F7C93F0}" sibTransId="{A294A99C-FCDF-4B51-859B-4F8A1082AA3E}"/>
    <dgm:cxn modelId="{8C026B96-04F7-4896-A8F1-57D8F1E2E399}" srcId="{EE0CBC05-74EA-407A-8A43-9F0A076D74DF}" destId="{2F7A228F-2A4A-4E8A-B59A-CFC4DDF827C4}" srcOrd="1" destOrd="0" parTransId="{104B1AF7-37FB-4912-9F89-FCD6BAE11826}" sibTransId="{989F9618-BE4C-4CE3-83AD-77E4B3151FB2}"/>
    <dgm:cxn modelId="{C036889F-502F-4BD1-9461-1DFF2E867D56}" type="presOf" srcId="{2F7A228F-2A4A-4E8A-B59A-CFC4DDF827C4}" destId="{0CC048B3-21F0-45CF-B2D9-6A77B4D861EE}" srcOrd="0" destOrd="1" presId="urn:microsoft.com/office/officeart/2005/8/layout/list1"/>
    <dgm:cxn modelId="{913B51A4-61B5-4CBE-BD5F-D3B53A604FF6}" type="presOf" srcId="{E77CA790-6484-4EDD-A742-C58FA665A238}" destId="{3140A71E-6F51-4093-86AF-FED95C7B1617}" srcOrd="0" destOrd="2" presId="urn:microsoft.com/office/officeart/2005/8/layout/list1"/>
    <dgm:cxn modelId="{CDD290B7-145A-4AEA-B7C9-0D12BDB8F874}" type="presOf" srcId="{75B3B004-55AE-4E6F-86FA-8BA6C6F2DA99}" destId="{0CC048B3-21F0-45CF-B2D9-6A77B4D861EE}" srcOrd="0" destOrd="2" presId="urn:microsoft.com/office/officeart/2005/8/layout/list1"/>
    <dgm:cxn modelId="{9A7CF0F5-5693-4D4B-8BC3-5E3F29169781}" type="presOf" srcId="{EE0CBC05-74EA-407A-8A43-9F0A076D74DF}" destId="{25A26311-1587-4288-8931-AF51829FD219}" srcOrd="1" destOrd="0" presId="urn:microsoft.com/office/officeart/2005/8/layout/list1"/>
    <dgm:cxn modelId="{504D364E-AC72-4459-9084-5375F7801178}" type="presParOf" srcId="{704FB0BB-16FF-40A4-879A-3B02AB4EA97A}" destId="{B5C63B07-96BF-412C-A15D-78032ED8F945}" srcOrd="0" destOrd="0" presId="urn:microsoft.com/office/officeart/2005/8/layout/list1"/>
    <dgm:cxn modelId="{59D57234-06EB-4C66-B038-EA222491DC98}" type="presParOf" srcId="{B5C63B07-96BF-412C-A15D-78032ED8F945}" destId="{CFE170A5-AD2B-4A7F-91B7-325771C6C038}" srcOrd="0" destOrd="0" presId="urn:microsoft.com/office/officeart/2005/8/layout/list1"/>
    <dgm:cxn modelId="{6D6A4471-EF3F-4461-BEB1-F3A1266A22C7}" type="presParOf" srcId="{B5C63B07-96BF-412C-A15D-78032ED8F945}" destId="{DF38785B-2C58-4E77-92C4-B7371774ABA5}" srcOrd="1" destOrd="0" presId="urn:microsoft.com/office/officeart/2005/8/layout/list1"/>
    <dgm:cxn modelId="{61226D3A-E25D-4F3A-AD7C-8B6ABB62465B}" type="presParOf" srcId="{704FB0BB-16FF-40A4-879A-3B02AB4EA97A}" destId="{B7EC6CF6-D5EE-422E-B540-B7CC14730CC8}" srcOrd="1" destOrd="0" presId="urn:microsoft.com/office/officeart/2005/8/layout/list1"/>
    <dgm:cxn modelId="{7D3A413E-1C04-4B42-8060-DF4839947218}" type="presParOf" srcId="{704FB0BB-16FF-40A4-879A-3B02AB4EA97A}" destId="{3140A71E-6F51-4093-86AF-FED95C7B1617}" srcOrd="2" destOrd="0" presId="urn:microsoft.com/office/officeart/2005/8/layout/list1"/>
    <dgm:cxn modelId="{291895A1-5FE7-47B2-A5B9-395A5B927497}" type="presParOf" srcId="{704FB0BB-16FF-40A4-879A-3B02AB4EA97A}" destId="{3AFF8941-5A05-4DAB-9EC7-7E8281AB6595}" srcOrd="3" destOrd="0" presId="urn:microsoft.com/office/officeart/2005/8/layout/list1"/>
    <dgm:cxn modelId="{DFB2C8C3-CBD8-4429-9491-D346F62CDD1D}" type="presParOf" srcId="{704FB0BB-16FF-40A4-879A-3B02AB4EA97A}" destId="{5D685218-48F7-4D5B-9AB1-F83C795CFF06}" srcOrd="4" destOrd="0" presId="urn:microsoft.com/office/officeart/2005/8/layout/list1"/>
    <dgm:cxn modelId="{02F99711-8BE4-4820-9AC4-BB6D592719C1}" type="presParOf" srcId="{5D685218-48F7-4D5B-9AB1-F83C795CFF06}" destId="{48FC16A4-F67C-48C9-A4AB-644BED7D8BEC}" srcOrd="0" destOrd="0" presId="urn:microsoft.com/office/officeart/2005/8/layout/list1"/>
    <dgm:cxn modelId="{3F6AF0BF-7FCF-4A28-8C5B-A535DEB6C7F9}" type="presParOf" srcId="{5D685218-48F7-4D5B-9AB1-F83C795CFF06}" destId="{25A26311-1587-4288-8931-AF51829FD219}" srcOrd="1" destOrd="0" presId="urn:microsoft.com/office/officeart/2005/8/layout/list1"/>
    <dgm:cxn modelId="{6351AC91-DBB7-4E36-B2AC-9920D362349A}" type="presParOf" srcId="{704FB0BB-16FF-40A4-879A-3B02AB4EA97A}" destId="{1E3CE39B-4725-4378-8F0F-8E0D2EE48FF8}" srcOrd="5" destOrd="0" presId="urn:microsoft.com/office/officeart/2005/8/layout/list1"/>
    <dgm:cxn modelId="{006DD782-3393-43C0-A77C-B7CE4B48BB9B}" type="presParOf" srcId="{704FB0BB-16FF-40A4-879A-3B02AB4EA97A}" destId="{0CC048B3-21F0-45CF-B2D9-6A77B4D861EE}"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06ED2E8-F825-4B98-A401-A0DC2488AE4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E594C327-35BB-4F53-8BED-3CC7CF78C789}">
      <dgm:prSet phldrT="[文本]"/>
      <dgm:spPr/>
      <dgm:t>
        <a:bodyPr/>
        <a:lstStyle/>
        <a:p>
          <a:pPr>
            <a:buNone/>
          </a:pPr>
          <a:r>
            <a:rPr lang="en-US"/>
            <a:t>REST</a:t>
          </a:r>
          <a:endParaRPr lang="zh-CN" altLang="en-US"/>
        </a:p>
      </dgm:t>
    </dgm:pt>
    <dgm:pt modelId="{B5BE0B57-4389-4048-B824-67C9D63D7EF3}" type="parTrans" cxnId="{CDA74446-EA56-4CD4-A26C-436660BBB4CD}">
      <dgm:prSet/>
      <dgm:spPr/>
      <dgm:t>
        <a:bodyPr/>
        <a:lstStyle/>
        <a:p>
          <a:endParaRPr lang="zh-CN" altLang="en-US"/>
        </a:p>
      </dgm:t>
    </dgm:pt>
    <dgm:pt modelId="{38A8A951-6B38-4C63-929C-23591C5827BF}" type="sibTrans" cxnId="{CDA74446-EA56-4CD4-A26C-436660BBB4CD}">
      <dgm:prSet/>
      <dgm:spPr/>
      <dgm:t>
        <a:bodyPr/>
        <a:lstStyle/>
        <a:p>
          <a:endParaRPr lang="zh-CN" altLang="en-US"/>
        </a:p>
      </dgm:t>
    </dgm:pt>
    <dgm:pt modelId="{0E36120D-3D67-4828-947C-C1845A9EF58A}">
      <dgm:prSet/>
      <dgm:spPr/>
      <dgm:t>
        <a:bodyPr/>
        <a:lstStyle/>
        <a:p>
          <a:pPr>
            <a:buNone/>
          </a:pPr>
          <a:r>
            <a:rPr lang="en-US"/>
            <a:t>RESTful</a:t>
          </a:r>
          <a:endParaRPr lang="zh-CN"/>
        </a:p>
      </dgm:t>
    </dgm:pt>
    <dgm:pt modelId="{843D7604-EC82-4A4C-BE5C-ED2EED3A4EFA}" type="parTrans" cxnId="{3403730B-631E-47DC-AB1A-B3F57B71244D}">
      <dgm:prSet/>
      <dgm:spPr/>
      <dgm:t>
        <a:bodyPr/>
        <a:lstStyle/>
        <a:p>
          <a:endParaRPr lang="zh-CN" altLang="en-US"/>
        </a:p>
      </dgm:t>
    </dgm:pt>
    <dgm:pt modelId="{E13B1103-5B64-4458-8EE2-D80AF4344EDC}" type="sibTrans" cxnId="{3403730B-631E-47DC-AB1A-B3F57B71244D}">
      <dgm:prSet/>
      <dgm:spPr/>
      <dgm:t>
        <a:bodyPr/>
        <a:lstStyle/>
        <a:p>
          <a:endParaRPr lang="zh-CN" altLang="en-US"/>
        </a:p>
      </dgm:t>
    </dgm:pt>
    <dgm:pt modelId="{A10A8932-00A0-4869-A6CB-6B0C08C92E78}">
      <dgm:prSet/>
      <dgm:spPr/>
      <dgm:t>
        <a:bodyPr/>
        <a:lstStyle/>
        <a:p>
          <a:pPr>
            <a:buNone/>
          </a:pPr>
          <a:r>
            <a:rPr lang="en-US"/>
            <a:t>RESTful</a:t>
          </a:r>
          <a:r>
            <a:rPr lang="zh-CN"/>
            <a:t>的核心思想</a:t>
          </a:r>
        </a:p>
      </dgm:t>
    </dgm:pt>
    <dgm:pt modelId="{2D6643DB-2CB2-404A-AEC2-F2DB803E692A}" type="parTrans" cxnId="{10CB227A-DF66-4FC6-9320-05B919C36665}">
      <dgm:prSet/>
      <dgm:spPr/>
      <dgm:t>
        <a:bodyPr/>
        <a:lstStyle/>
        <a:p>
          <a:endParaRPr lang="zh-CN" altLang="en-US"/>
        </a:p>
      </dgm:t>
    </dgm:pt>
    <dgm:pt modelId="{DA91BBB1-C5FE-4188-BA52-9F92535AC940}" type="sibTrans" cxnId="{10CB227A-DF66-4FC6-9320-05B919C36665}">
      <dgm:prSet/>
      <dgm:spPr/>
      <dgm:t>
        <a:bodyPr/>
        <a:lstStyle/>
        <a:p>
          <a:endParaRPr lang="zh-CN" altLang="en-US"/>
        </a:p>
      </dgm:t>
    </dgm:pt>
    <dgm:pt modelId="{FC03C13D-F448-480E-8DE6-7542536F1BD1}">
      <dgm:prSet/>
      <dgm:spPr/>
      <dgm:t>
        <a:bodyPr/>
        <a:lstStyle/>
        <a:p>
          <a:pPr>
            <a:buNone/>
          </a:pPr>
          <a:r>
            <a:rPr lang="zh-CN"/>
            <a:t>将应用程序功能抽象为资源，通过</a:t>
          </a:r>
          <a:r>
            <a:rPr lang="en-US"/>
            <a:t>HTTP</a:t>
          </a:r>
          <a:r>
            <a:rPr lang="zh-CN"/>
            <a:t>方法对资源进行操作。</a:t>
          </a:r>
        </a:p>
      </dgm:t>
    </dgm:pt>
    <dgm:pt modelId="{41DF1F15-5BB3-44AD-BFA8-508C875AF6EB}" type="parTrans" cxnId="{AFA4D45A-3115-4D46-BCC6-F60724C46EC5}">
      <dgm:prSet/>
      <dgm:spPr/>
      <dgm:t>
        <a:bodyPr/>
        <a:lstStyle/>
        <a:p>
          <a:endParaRPr lang="zh-CN" altLang="en-US"/>
        </a:p>
      </dgm:t>
    </dgm:pt>
    <dgm:pt modelId="{0A7D5C7F-CD86-4DEB-B7CD-3472C5A59A29}" type="sibTrans" cxnId="{AFA4D45A-3115-4D46-BCC6-F60724C46EC5}">
      <dgm:prSet/>
      <dgm:spPr/>
      <dgm:t>
        <a:bodyPr/>
        <a:lstStyle/>
        <a:p>
          <a:endParaRPr lang="zh-CN" altLang="en-US"/>
        </a:p>
      </dgm:t>
    </dgm:pt>
    <dgm:pt modelId="{AAFB96FC-773B-4DA0-906E-312627CA3B16}">
      <dgm:prSet/>
      <dgm:spPr/>
      <dgm:t>
        <a:bodyPr/>
        <a:lstStyle/>
        <a:p>
          <a:pPr>
            <a:buNone/>
          </a:pPr>
          <a:r>
            <a:rPr lang="en-US"/>
            <a:t>= </a:t>
          </a:r>
          <a:r>
            <a:rPr lang="zh-CN"/>
            <a:t>遵守</a:t>
          </a:r>
          <a:r>
            <a:rPr lang="en-US"/>
            <a:t>REST</a:t>
          </a:r>
          <a:r>
            <a:rPr lang="zh-CN"/>
            <a:t>约束的</a:t>
          </a:r>
          <a:r>
            <a:rPr lang="en-US"/>
            <a:t>API</a:t>
          </a:r>
          <a:r>
            <a:rPr lang="zh-CN"/>
            <a:t>设计。</a:t>
          </a:r>
        </a:p>
      </dgm:t>
    </dgm:pt>
    <dgm:pt modelId="{CB52EAA2-8253-44C1-BBE7-044AA2E5D537}" type="parTrans" cxnId="{5C82ACBB-CD69-4A9F-969C-F58160F532AA}">
      <dgm:prSet/>
      <dgm:spPr/>
      <dgm:t>
        <a:bodyPr/>
        <a:lstStyle/>
        <a:p>
          <a:endParaRPr lang="zh-CN" altLang="en-US"/>
        </a:p>
      </dgm:t>
    </dgm:pt>
    <dgm:pt modelId="{15483121-0C30-455C-88D3-634F202A58E9}" type="sibTrans" cxnId="{5C82ACBB-CD69-4A9F-969C-F58160F532AA}">
      <dgm:prSet/>
      <dgm:spPr/>
      <dgm:t>
        <a:bodyPr/>
        <a:lstStyle/>
        <a:p>
          <a:endParaRPr lang="zh-CN" altLang="en-US"/>
        </a:p>
      </dgm:t>
    </dgm:pt>
    <dgm:pt modelId="{743CC03B-EC9B-4030-A672-BB3D2C471303}">
      <dgm:prSet phldrT="[文本]"/>
      <dgm:spPr/>
      <dgm:t>
        <a:bodyPr/>
        <a:lstStyle/>
        <a:p>
          <a:pPr>
            <a:buFont typeface="Arial" panose="020B0604020202020204" pitchFamily="34" charset="0"/>
            <a:buChar char="•"/>
          </a:pPr>
          <a:r>
            <a:rPr lang="zh-CN"/>
            <a:t>（</a:t>
          </a:r>
          <a:r>
            <a:rPr lang="en-US"/>
            <a:t>Representational State Transfer</a:t>
          </a:r>
          <a:r>
            <a:rPr lang="zh-CN"/>
            <a:t>，</a:t>
          </a:r>
          <a:r>
            <a:rPr lang="zh-CN">
              <a:highlight>
                <a:srgbClr val="FFFF00"/>
              </a:highlight>
            </a:rPr>
            <a:t>表述性状态转移</a:t>
          </a:r>
          <a:r>
            <a:rPr lang="zh-CN"/>
            <a:t>）</a:t>
          </a:r>
          <a:endParaRPr lang="zh-CN" altLang="en-US"/>
        </a:p>
      </dgm:t>
    </dgm:pt>
    <dgm:pt modelId="{B9990E90-EA4A-40E2-A3DA-B9D1C4696A7E}" type="parTrans" cxnId="{2580CB7F-7B1E-4B1E-B3DF-9CA03A837552}">
      <dgm:prSet/>
      <dgm:spPr/>
      <dgm:t>
        <a:bodyPr/>
        <a:lstStyle/>
        <a:p>
          <a:endParaRPr lang="zh-CN" altLang="en-US"/>
        </a:p>
      </dgm:t>
    </dgm:pt>
    <dgm:pt modelId="{26B1A626-2D21-47D5-8681-1F7523EDDD99}" type="sibTrans" cxnId="{2580CB7F-7B1E-4B1E-B3DF-9CA03A837552}">
      <dgm:prSet/>
      <dgm:spPr/>
      <dgm:t>
        <a:bodyPr/>
        <a:lstStyle/>
        <a:p>
          <a:endParaRPr lang="zh-CN" altLang="en-US"/>
        </a:p>
      </dgm:t>
    </dgm:pt>
    <dgm:pt modelId="{845D77D5-161C-4E44-96C8-89985C26A08F}">
      <dgm:prSet phldrT="[文本]"/>
      <dgm:spPr/>
      <dgm:t>
        <a:bodyPr/>
        <a:lstStyle/>
        <a:p>
          <a:pPr>
            <a:buFont typeface="Arial" panose="020B0604020202020204" pitchFamily="34" charset="0"/>
            <a:buChar char="•"/>
          </a:pPr>
          <a:r>
            <a:rPr lang="zh-CN"/>
            <a:t>是</a:t>
          </a:r>
          <a:r>
            <a:rPr lang="en-US"/>
            <a:t>Roy Fielding</a:t>
          </a:r>
          <a:r>
            <a:rPr lang="zh-CN"/>
            <a:t>在</a:t>
          </a:r>
          <a:r>
            <a:rPr lang="en-US"/>
            <a:t> 2000 </a:t>
          </a:r>
          <a:r>
            <a:rPr lang="zh-CN"/>
            <a:t>年博士论文中提出的架构风格。</a:t>
          </a:r>
          <a:endParaRPr lang="zh-CN" altLang="en-US"/>
        </a:p>
      </dgm:t>
    </dgm:pt>
    <dgm:pt modelId="{DB69699F-71B7-4EDD-98BD-144DEA8D773A}" type="parTrans" cxnId="{1C806E1B-A94F-4F90-A2DC-C3D121A7C712}">
      <dgm:prSet/>
      <dgm:spPr/>
      <dgm:t>
        <a:bodyPr/>
        <a:lstStyle/>
        <a:p>
          <a:endParaRPr lang="zh-CN" altLang="en-US"/>
        </a:p>
      </dgm:t>
    </dgm:pt>
    <dgm:pt modelId="{2F9D1014-01CF-46BD-8780-114AA1E98989}" type="sibTrans" cxnId="{1C806E1B-A94F-4F90-A2DC-C3D121A7C712}">
      <dgm:prSet/>
      <dgm:spPr/>
      <dgm:t>
        <a:bodyPr/>
        <a:lstStyle/>
        <a:p>
          <a:endParaRPr lang="zh-CN" altLang="en-US"/>
        </a:p>
      </dgm:t>
    </dgm:pt>
    <dgm:pt modelId="{36EBF835-3D29-47E6-B826-239763FC75F1}" type="pres">
      <dgm:prSet presAssocID="{006ED2E8-F825-4B98-A401-A0DC2488AE4D}" presName="linear" presStyleCnt="0">
        <dgm:presLayoutVars>
          <dgm:dir/>
          <dgm:animLvl val="lvl"/>
          <dgm:resizeHandles val="exact"/>
        </dgm:presLayoutVars>
      </dgm:prSet>
      <dgm:spPr/>
    </dgm:pt>
    <dgm:pt modelId="{A4101FB2-C4A4-4A21-A1AA-3A6FD7BBB05A}" type="pres">
      <dgm:prSet presAssocID="{E594C327-35BB-4F53-8BED-3CC7CF78C789}" presName="parentLin" presStyleCnt="0"/>
      <dgm:spPr/>
    </dgm:pt>
    <dgm:pt modelId="{6E7D3447-19B6-4CEA-9A84-B0ED65BE4929}" type="pres">
      <dgm:prSet presAssocID="{E594C327-35BB-4F53-8BED-3CC7CF78C789}" presName="parentLeftMargin" presStyleLbl="node1" presStyleIdx="0" presStyleCnt="3"/>
      <dgm:spPr/>
    </dgm:pt>
    <dgm:pt modelId="{43B3824C-96D7-4DB8-9240-E6B04C944126}" type="pres">
      <dgm:prSet presAssocID="{E594C327-35BB-4F53-8BED-3CC7CF78C789}" presName="parentText" presStyleLbl="node1" presStyleIdx="0" presStyleCnt="3">
        <dgm:presLayoutVars>
          <dgm:chMax val="0"/>
          <dgm:bulletEnabled val="1"/>
        </dgm:presLayoutVars>
      </dgm:prSet>
      <dgm:spPr/>
    </dgm:pt>
    <dgm:pt modelId="{03FE9ED6-A64B-4B0A-B692-C1429F20572B}" type="pres">
      <dgm:prSet presAssocID="{E594C327-35BB-4F53-8BED-3CC7CF78C789}" presName="negativeSpace" presStyleCnt="0"/>
      <dgm:spPr/>
    </dgm:pt>
    <dgm:pt modelId="{5EA30BF6-621F-48F7-8086-D1788192EAA4}" type="pres">
      <dgm:prSet presAssocID="{E594C327-35BB-4F53-8BED-3CC7CF78C789}" presName="childText" presStyleLbl="conFgAcc1" presStyleIdx="0" presStyleCnt="3">
        <dgm:presLayoutVars>
          <dgm:bulletEnabled val="1"/>
        </dgm:presLayoutVars>
      </dgm:prSet>
      <dgm:spPr/>
    </dgm:pt>
    <dgm:pt modelId="{003C6CA7-DDD9-41FE-AF04-F764D176B3BF}" type="pres">
      <dgm:prSet presAssocID="{38A8A951-6B38-4C63-929C-23591C5827BF}" presName="spaceBetweenRectangles" presStyleCnt="0"/>
      <dgm:spPr/>
    </dgm:pt>
    <dgm:pt modelId="{C3A42747-4D58-4C03-9609-CFE7241480D5}" type="pres">
      <dgm:prSet presAssocID="{0E36120D-3D67-4828-947C-C1845A9EF58A}" presName="parentLin" presStyleCnt="0"/>
      <dgm:spPr/>
    </dgm:pt>
    <dgm:pt modelId="{F57DC61B-23D2-4737-87DC-7B88791028D7}" type="pres">
      <dgm:prSet presAssocID="{0E36120D-3D67-4828-947C-C1845A9EF58A}" presName="parentLeftMargin" presStyleLbl="node1" presStyleIdx="0" presStyleCnt="3"/>
      <dgm:spPr/>
    </dgm:pt>
    <dgm:pt modelId="{A6FFF0D5-EA17-4899-B4CD-FCA6BD745554}" type="pres">
      <dgm:prSet presAssocID="{0E36120D-3D67-4828-947C-C1845A9EF58A}" presName="parentText" presStyleLbl="node1" presStyleIdx="1" presStyleCnt="3">
        <dgm:presLayoutVars>
          <dgm:chMax val="0"/>
          <dgm:bulletEnabled val="1"/>
        </dgm:presLayoutVars>
      </dgm:prSet>
      <dgm:spPr/>
    </dgm:pt>
    <dgm:pt modelId="{E928BB90-786C-4187-AB92-0AA57F14994D}" type="pres">
      <dgm:prSet presAssocID="{0E36120D-3D67-4828-947C-C1845A9EF58A}" presName="negativeSpace" presStyleCnt="0"/>
      <dgm:spPr/>
    </dgm:pt>
    <dgm:pt modelId="{CC9AEF1F-27FF-4CF0-9F74-418E9A181CCF}" type="pres">
      <dgm:prSet presAssocID="{0E36120D-3D67-4828-947C-C1845A9EF58A}" presName="childText" presStyleLbl="conFgAcc1" presStyleIdx="1" presStyleCnt="3">
        <dgm:presLayoutVars>
          <dgm:bulletEnabled val="1"/>
        </dgm:presLayoutVars>
      </dgm:prSet>
      <dgm:spPr/>
    </dgm:pt>
    <dgm:pt modelId="{94567C0D-C2B3-4DA6-A7BE-748B0DA2811A}" type="pres">
      <dgm:prSet presAssocID="{E13B1103-5B64-4458-8EE2-D80AF4344EDC}" presName="spaceBetweenRectangles" presStyleCnt="0"/>
      <dgm:spPr/>
    </dgm:pt>
    <dgm:pt modelId="{30877B4A-AE3B-442C-9AA7-9E969798BCC0}" type="pres">
      <dgm:prSet presAssocID="{A10A8932-00A0-4869-A6CB-6B0C08C92E78}" presName="parentLin" presStyleCnt="0"/>
      <dgm:spPr/>
    </dgm:pt>
    <dgm:pt modelId="{510B030C-A96B-4915-A5A9-D2FAE0D7DA08}" type="pres">
      <dgm:prSet presAssocID="{A10A8932-00A0-4869-A6CB-6B0C08C92E78}" presName="parentLeftMargin" presStyleLbl="node1" presStyleIdx="1" presStyleCnt="3"/>
      <dgm:spPr/>
    </dgm:pt>
    <dgm:pt modelId="{34D805D0-EB99-498E-97F0-3A83FE006FFA}" type="pres">
      <dgm:prSet presAssocID="{A10A8932-00A0-4869-A6CB-6B0C08C92E78}" presName="parentText" presStyleLbl="node1" presStyleIdx="2" presStyleCnt="3">
        <dgm:presLayoutVars>
          <dgm:chMax val="0"/>
          <dgm:bulletEnabled val="1"/>
        </dgm:presLayoutVars>
      </dgm:prSet>
      <dgm:spPr/>
    </dgm:pt>
    <dgm:pt modelId="{0FA58C1A-C770-4A35-8FC3-9E918555C493}" type="pres">
      <dgm:prSet presAssocID="{A10A8932-00A0-4869-A6CB-6B0C08C92E78}" presName="negativeSpace" presStyleCnt="0"/>
      <dgm:spPr/>
    </dgm:pt>
    <dgm:pt modelId="{EB877CB5-0C4B-4A0B-B7C6-40CC195EFB33}" type="pres">
      <dgm:prSet presAssocID="{A10A8932-00A0-4869-A6CB-6B0C08C92E78}" presName="childText" presStyleLbl="conFgAcc1" presStyleIdx="2" presStyleCnt="3">
        <dgm:presLayoutVars>
          <dgm:bulletEnabled val="1"/>
        </dgm:presLayoutVars>
      </dgm:prSet>
      <dgm:spPr/>
    </dgm:pt>
  </dgm:ptLst>
  <dgm:cxnLst>
    <dgm:cxn modelId="{3403730B-631E-47DC-AB1A-B3F57B71244D}" srcId="{006ED2E8-F825-4B98-A401-A0DC2488AE4D}" destId="{0E36120D-3D67-4828-947C-C1845A9EF58A}" srcOrd="1" destOrd="0" parTransId="{843D7604-EC82-4A4C-BE5C-ED2EED3A4EFA}" sibTransId="{E13B1103-5B64-4458-8EE2-D80AF4344EDC}"/>
    <dgm:cxn modelId="{A1C6F40E-937F-42ED-9D37-0BDCB59199B2}" type="presOf" srcId="{A10A8932-00A0-4869-A6CB-6B0C08C92E78}" destId="{510B030C-A96B-4915-A5A9-D2FAE0D7DA08}" srcOrd="0" destOrd="0" presId="urn:microsoft.com/office/officeart/2005/8/layout/list1"/>
    <dgm:cxn modelId="{1C806E1B-A94F-4F90-A2DC-C3D121A7C712}" srcId="{E594C327-35BB-4F53-8BED-3CC7CF78C789}" destId="{845D77D5-161C-4E44-96C8-89985C26A08F}" srcOrd="1" destOrd="0" parTransId="{DB69699F-71B7-4EDD-98BD-144DEA8D773A}" sibTransId="{2F9D1014-01CF-46BD-8780-114AA1E98989}"/>
    <dgm:cxn modelId="{F24A8E60-5313-445C-B53C-78DBD64E2C94}" type="presOf" srcId="{A10A8932-00A0-4869-A6CB-6B0C08C92E78}" destId="{34D805D0-EB99-498E-97F0-3A83FE006FFA}" srcOrd="1" destOrd="0" presId="urn:microsoft.com/office/officeart/2005/8/layout/list1"/>
    <dgm:cxn modelId="{CDA74446-EA56-4CD4-A26C-436660BBB4CD}" srcId="{006ED2E8-F825-4B98-A401-A0DC2488AE4D}" destId="{E594C327-35BB-4F53-8BED-3CC7CF78C789}" srcOrd="0" destOrd="0" parTransId="{B5BE0B57-4389-4048-B824-67C9D63D7EF3}" sibTransId="{38A8A951-6B38-4C63-929C-23591C5827BF}"/>
    <dgm:cxn modelId="{57C8564A-D931-4CD4-A442-4B15302F0E8B}" type="presOf" srcId="{E594C327-35BB-4F53-8BED-3CC7CF78C789}" destId="{6E7D3447-19B6-4CEA-9A84-B0ED65BE4929}" srcOrd="0" destOrd="0" presId="urn:microsoft.com/office/officeart/2005/8/layout/list1"/>
    <dgm:cxn modelId="{CF2CCA72-FB5C-4E6B-A53B-2BD1258347F8}" type="presOf" srcId="{743CC03B-EC9B-4030-A672-BB3D2C471303}" destId="{5EA30BF6-621F-48F7-8086-D1788192EAA4}" srcOrd="0" destOrd="0" presId="urn:microsoft.com/office/officeart/2005/8/layout/list1"/>
    <dgm:cxn modelId="{10CB227A-DF66-4FC6-9320-05B919C36665}" srcId="{006ED2E8-F825-4B98-A401-A0DC2488AE4D}" destId="{A10A8932-00A0-4869-A6CB-6B0C08C92E78}" srcOrd="2" destOrd="0" parTransId="{2D6643DB-2CB2-404A-AEC2-F2DB803E692A}" sibTransId="{DA91BBB1-C5FE-4188-BA52-9F92535AC940}"/>
    <dgm:cxn modelId="{AFA4D45A-3115-4D46-BCC6-F60724C46EC5}" srcId="{A10A8932-00A0-4869-A6CB-6B0C08C92E78}" destId="{FC03C13D-F448-480E-8DE6-7542536F1BD1}" srcOrd="0" destOrd="0" parTransId="{41DF1F15-5BB3-44AD-BFA8-508C875AF6EB}" sibTransId="{0A7D5C7F-CD86-4DEB-B7CD-3472C5A59A29}"/>
    <dgm:cxn modelId="{2580CB7F-7B1E-4B1E-B3DF-9CA03A837552}" srcId="{E594C327-35BB-4F53-8BED-3CC7CF78C789}" destId="{743CC03B-EC9B-4030-A672-BB3D2C471303}" srcOrd="0" destOrd="0" parTransId="{B9990E90-EA4A-40E2-A3DA-B9D1C4696A7E}" sibTransId="{26B1A626-2D21-47D5-8681-1F7523EDDD99}"/>
    <dgm:cxn modelId="{C6CEF18A-6987-4E25-BF2D-7840232F3412}" type="presOf" srcId="{845D77D5-161C-4E44-96C8-89985C26A08F}" destId="{5EA30BF6-621F-48F7-8086-D1788192EAA4}" srcOrd="0" destOrd="1" presId="urn:microsoft.com/office/officeart/2005/8/layout/list1"/>
    <dgm:cxn modelId="{DD93AA8C-8713-4951-8A00-7FFE779263B0}" type="presOf" srcId="{AAFB96FC-773B-4DA0-906E-312627CA3B16}" destId="{CC9AEF1F-27FF-4CF0-9F74-418E9A181CCF}" srcOrd="0" destOrd="0" presId="urn:microsoft.com/office/officeart/2005/8/layout/list1"/>
    <dgm:cxn modelId="{EAED3FA4-6E12-49E0-9A10-6F82A4AADF24}" type="presOf" srcId="{E594C327-35BB-4F53-8BED-3CC7CF78C789}" destId="{43B3824C-96D7-4DB8-9240-E6B04C944126}" srcOrd="1" destOrd="0" presId="urn:microsoft.com/office/officeart/2005/8/layout/list1"/>
    <dgm:cxn modelId="{6FA75FAA-961B-498B-B598-E14B2FABB296}" type="presOf" srcId="{FC03C13D-F448-480E-8DE6-7542536F1BD1}" destId="{EB877CB5-0C4B-4A0B-B7C6-40CC195EFB33}" srcOrd="0" destOrd="0" presId="urn:microsoft.com/office/officeart/2005/8/layout/list1"/>
    <dgm:cxn modelId="{2F39DAAF-59B8-4E01-8CD7-A2903488F87B}" type="presOf" srcId="{0E36120D-3D67-4828-947C-C1845A9EF58A}" destId="{A6FFF0D5-EA17-4899-B4CD-FCA6BD745554}" srcOrd="1" destOrd="0" presId="urn:microsoft.com/office/officeart/2005/8/layout/list1"/>
    <dgm:cxn modelId="{5C82ACBB-CD69-4A9F-969C-F58160F532AA}" srcId="{0E36120D-3D67-4828-947C-C1845A9EF58A}" destId="{AAFB96FC-773B-4DA0-906E-312627CA3B16}" srcOrd="0" destOrd="0" parTransId="{CB52EAA2-8253-44C1-BBE7-044AA2E5D537}" sibTransId="{15483121-0C30-455C-88D3-634F202A58E9}"/>
    <dgm:cxn modelId="{DADF6AD6-4B30-4377-BB14-D7CC32201A6E}" type="presOf" srcId="{0E36120D-3D67-4828-947C-C1845A9EF58A}" destId="{F57DC61B-23D2-4737-87DC-7B88791028D7}" srcOrd="0" destOrd="0" presId="urn:microsoft.com/office/officeart/2005/8/layout/list1"/>
    <dgm:cxn modelId="{4FDC93FB-F23B-4D4B-A523-6BE87BC02699}" type="presOf" srcId="{006ED2E8-F825-4B98-A401-A0DC2488AE4D}" destId="{36EBF835-3D29-47E6-B826-239763FC75F1}" srcOrd="0" destOrd="0" presId="urn:microsoft.com/office/officeart/2005/8/layout/list1"/>
    <dgm:cxn modelId="{76CFA2EE-97ED-4D27-8129-F17572F9BB8C}" type="presParOf" srcId="{36EBF835-3D29-47E6-B826-239763FC75F1}" destId="{A4101FB2-C4A4-4A21-A1AA-3A6FD7BBB05A}" srcOrd="0" destOrd="0" presId="urn:microsoft.com/office/officeart/2005/8/layout/list1"/>
    <dgm:cxn modelId="{D8AB49D6-3244-47CA-A772-AE800CEFB3E8}" type="presParOf" srcId="{A4101FB2-C4A4-4A21-A1AA-3A6FD7BBB05A}" destId="{6E7D3447-19B6-4CEA-9A84-B0ED65BE4929}" srcOrd="0" destOrd="0" presId="urn:microsoft.com/office/officeart/2005/8/layout/list1"/>
    <dgm:cxn modelId="{E1372F4E-E2F9-4B5D-9D8E-F9378B2188F3}" type="presParOf" srcId="{A4101FB2-C4A4-4A21-A1AA-3A6FD7BBB05A}" destId="{43B3824C-96D7-4DB8-9240-E6B04C944126}" srcOrd="1" destOrd="0" presId="urn:microsoft.com/office/officeart/2005/8/layout/list1"/>
    <dgm:cxn modelId="{462DA2D0-CFC8-4A3E-93F0-E54BA7FD7597}" type="presParOf" srcId="{36EBF835-3D29-47E6-B826-239763FC75F1}" destId="{03FE9ED6-A64B-4B0A-B692-C1429F20572B}" srcOrd="1" destOrd="0" presId="urn:microsoft.com/office/officeart/2005/8/layout/list1"/>
    <dgm:cxn modelId="{F2CE33D3-35CA-401F-BF72-EF65D271BAC3}" type="presParOf" srcId="{36EBF835-3D29-47E6-B826-239763FC75F1}" destId="{5EA30BF6-621F-48F7-8086-D1788192EAA4}" srcOrd="2" destOrd="0" presId="urn:microsoft.com/office/officeart/2005/8/layout/list1"/>
    <dgm:cxn modelId="{C1175EAF-320E-4331-BCAF-44E9F99DC538}" type="presParOf" srcId="{36EBF835-3D29-47E6-B826-239763FC75F1}" destId="{003C6CA7-DDD9-41FE-AF04-F764D176B3BF}" srcOrd="3" destOrd="0" presId="urn:microsoft.com/office/officeart/2005/8/layout/list1"/>
    <dgm:cxn modelId="{D6AEC711-32F7-42F2-BA08-EB48F46C77E0}" type="presParOf" srcId="{36EBF835-3D29-47E6-B826-239763FC75F1}" destId="{C3A42747-4D58-4C03-9609-CFE7241480D5}" srcOrd="4" destOrd="0" presId="urn:microsoft.com/office/officeart/2005/8/layout/list1"/>
    <dgm:cxn modelId="{4AA3C6CB-FC95-4B2C-9837-6882B9D52D71}" type="presParOf" srcId="{C3A42747-4D58-4C03-9609-CFE7241480D5}" destId="{F57DC61B-23D2-4737-87DC-7B88791028D7}" srcOrd="0" destOrd="0" presId="urn:microsoft.com/office/officeart/2005/8/layout/list1"/>
    <dgm:cxn modelId="{CDBBCF80-8DC7-44D9-9A3F-FB7298EB78DC}" type="presParOf" srcId="{C3A42747-4D58-4C03-9609-CFE7241480D5}" destId="{A6FFF0D5-EA17-4899-B4CD-FCA6BD745554}" srcOrd="1" destOrd="0" presId="urn:microsoft.com/office/officeart/2005/8/layout/list1"/>
    <dgm:cxn modelId="{31D04D87-6EF1-47A8-AEC2-28CADC3CFB96}" type="presParOf" srcId="{36EBF835-3D29-47E6-B826-239763FC75F1}" destId="{E928BB90-786C-4187-AB92-0AA57F14994D}" srcOrd="5" destOrd="0" presId="urn:microsoft.com/office/officeart/2005/8/layout/list1"/>
    <dgm:cxn modelId="{5A3A2FC8-FF78-45B7-AF4C-1E281D0D282F}" type="presParOf" srcId="{36EBF835-3D29-47E6-B826-239763FC75F1}" destId="{CC9AEF1F-27FF-4CF0-9F74-418E9A181CCF}" srcOrd="6" destOrd="0" presId="urn:microsoft.com/office/officeart/2005/8/layout/list1"/>
    <dgm:cxn modelId="{98E863CA-AF3F-45EB-BE1E-6ED98A4BE35E}" type="presParOf" srcId="{36EBF835-3D29-47E6-B826-239763FC75F1}" destId="{94567C0D-C2B3-4DA6-A7BE-748B0DA2811A}" srcOrd="7" destOrd="0" presId="urn:microsoft.com/office/officeart/2005/8/layout/list1"/>
    <dgm:cxn modelId="{022CB481-AFE3-4BD0-A669-3886FEB10646}" type="presParOf" srcId="{36EBF835-3D29-47E6-B826-239763FC75F1}" destId="{30877B4A-AE3B-442C-9AA7-9E969798BCC0}" srcOrd="8" destOrd="0" presId="urn:microsoft.com/office/officeart/2005/8/layout/list1"/>
    <dgm:cxn modelId="{BA265AA2-BF6B-4852-A5B5-EAE0267D13E8}" type="presParOf" srcId="{30877B4A-AE3B-442C-9AA7-9E969798BCC0}" destId="{510B030C-A96B-4915-A5A9-D2FAE0D7DA08}" srcOrd="0" destOrd="0" presId="urn:microsoft.com/office/officeart/2005/8/layout/list1"/>
    <dgm:cxn modelId="{4C37AC8F-2645-444D-A3BE-AB8904389D20}" type="presParOf" srcId="{30877B4A-AE3B-442C-9AA7-9E969798BCC0}" destId="{34D805D0-EB99-498E-97F0-3A83FE006FFA}" srcOrd="1" destOrd="0" presId="urn:microsoft.com/office/officeart/2005/8/layout/list1"/>
    <dgm:cxn modelId="{BE111CEA-2A9F-4033-96DC-0CD9F87AF8FC}" type="presParOf" srcId="{36EBF835-3D29-47E6-B826-239763FC75F1}" destId="{0FA58C1A-C770-4A35-8FC3-9E918555C493}" srcOrd="9" destOrd="0" presId="urn:microsoft.com/office/officeart/2005/8/layout/list1"/>
    <dgm:cxn modelId="{07A573CA-7477-40FE-A0B5-F94288EB7CA1}" type="presParOf" srcId="{36EBF835-3D29-47E6-B826-239763FC75F1}" destId="{EB877CB5-0C4B-4A0B-B7C6-40CC195EFB33}"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35F27D5-E625-470C-B627-FE08C33A1C08}"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zh-CN" altLang="en-US"/>
        </a:p>
      </dgm:t>
    </dgm:pt>
    <dgm:pt modelId="{AF1A6FD2-CDD6-4BA5-8CD8-1B105602AE0B}">
      <dgm:prSet phldrT="[文本]"/>
      <dgm:spPr/>
      <dgm:t>
        <a:bodyPr/>
        <a:lstStyle/>
        <a:p>
          <a:r>
            <a:rPr lang="zh-CN" altLang="en-US"/>
            <a:t>了解后端实现的细节？</a:t>
          </a:r>
        </a:p>
      </dgm:t>
    </dgm:pt>
    <dgm:pt modelId="{38DC18C2-9115-4C02-9077-6E90C10D4ACF}" type="parTrans" cxnId="{444A3B42-8C7D-4130-8F0D-FB81118311FD}">
      <dgm:prSet/>
      <dgm:spPr/>
      <dgm:t>
        <a:bodyPr/>
        <a:lstStyle/>
        <a:p>
          <a:endParaRPr lang="zh-CN" altLang="en-US"/>
        </a:p>
      </dgm:t>
    </dgm:pt>
    <dgm:pt modelId="{5A603F5F-718B-480F-ACA1-FFC895C0BDCD}" type="sibTrans" cxnId="{444A3B42-8C7D-4130-8F0D-FB81118311FD}">
      <dgm:prSet/>
      <dgm:spPr/>
      <dgm:t>
        <a:bodyPr/>
        <a:lstStyle/>
        <a:p>
          <a:endParaRPr lang="zh-CN" altLang="en-US"/>
        </a:p>
      </dgm:t>
    </dgm:pt>
    <dgm:pt modelId="{07B365AB-38EB-48A5-9E41-FBC5DFB6FCE7}">
      <dgm:prSet phldrT="[文本]"/>
      <dgm:spPr/>
      <dgm:t>
        <a:bodyPr/>
        <a:lstStyle/>
        <a:p>
          <a:r>
            <a:rPr lang="zh-CN" altLang="en-US"/>
            <a:t>操作一类资源，地址不固定？</a:t>
          </a:r>
        </a:p>
      </dgm:t>
    </dgm:pt>
    <dgm:pt modelId="{66FE765D-29D0-4ECF-A480-8E4E1C92C156}" type="parTrans" cxnId="{531D07F5-028A-4391-B135-0CA3E0F54FB0}">
      <dgm:prSet/>
      <dgm:spPr/>
      <dgm:t>
        <a:bodyPr/>
        <a:lstStyle/>
        <a:p>
          <a:endParaRPr lang="zh-CN" altLang="en-US"/>
        </a:p>
      </dgm:t>
    </dgm:pt>
    <dgm:pt modelId="{8A04F037-6834-4E19-88E2-B0A2AF96FB48}" type="sibTrans" cxnId="{531D07F5-028A-4391-B135-0CA3E0F54FB0}">
      <dgm:prSet/>
      <dgm:spPr/>
      <dgm:t>
        <a:bodyPr/>
        <a:lstStyle/>
        <a:p>
          <a:endParaRPr lang="zh-CN" altLang="en-US"/>
        </a:p>
      </dgm:t>
    </dgm:pt>
    <dgm:pt modelId="{A79AF158-651C-4F37-BC8A-90ADF5A7B3A0}">
      <dgm:prSet phldrT="[文本]"/>
      <dgm:spPr/>
      <dgm:t>
        <a:bodyPr/>
        <a:lstStyle/>
        <a:p>
          <a:r>
            <a:rPr lang="zh-CN" altLang="en-US"/>
            <a:t>后端一有改动，就通知你改脚本？</a:t>
          </a:r>
        </a:p>
      </dgm:t>
    </dgm:pt>
    <dgm:pt modelId="{4E90040F-5639-4842-910A-25CA788A0645}" type="parTrans" cxnId="{BC3FD686-20D0-42A2-8B17-40AC2F853ADE}">
      <dgm:prSet/>
      <dgm:spPr/>
      <dgm:t>
        <a:bodyPr/>
        <a:lstStyle/>
        <a:p>
          <a:endParaRPr lang="zh-CN" altLang="en-US"/>
        </a:p>
      </dgm:t>
    </dgm:pt>
    <dgm:pt modelId="{E9F82521-542F-4CAE-853F-B5F723EAE734}" type="sibTrans" cxnId="{BC3FD686-20D0-42A2-8B17-40AC2F853ADE}">
      <dgm:prSet/>
      <dgm:spPr/>
      <dgm:t>
        <a:bodyPr/>
        <a:lstStyle/>
        <a:p>
          <a:endParaRPr lang="zh-CN" altLang="en-US"/>
        </a:p>
      </dgm:t>
    </dgm:pt>
    <dgm:pt modelId="{FDA91E94-2AA5-46F8-A3B4-DA0F6D97FBED}" type="pres">
      <dgm:prSet presAssocID="{635F27D5-E625-470C-B627-FE08C33A1C08}" presName="linear" presStyleCnt="0">
        <dgm:presLayoutVars>
          <dgm:dir/>
          <dgm:animLvl val="lvl"/>
          <dgm:resizeHandles val="exact"/>
        </dgm:presLayoutVars>
      </dgm:prSet>
      <dgm:spPr/>
    </dgm:pt>
    <dgm:pt modelId="{2F99A81E-BC66-40BB-B294-B76E58D23D36}" type="pres">
      <dgm:prSet presAssocID="{AF1A6FD2-CDD6-4BA5-8CD8-1B105602AE0B}" presName="parentLin" presStyleCnt="0"/>
      <dgm:spPr/>
    </dgm:pt>
    <dgm:pt modelId="{937BFBA0-47AD-4A7A-940B-2B4B0B720B17}" type="pres">
      <dgm:prSet presAssocID="{AF1A6FD2-CDD6-4BA5-8CD8-1B105602AE0B}" presName="parentLeftMargin" presStyleLbl="node1" presStyleIdx="0" presStyleCnt="3"/>
      <dgm:spPr/>
    </dgm:pt>
    <dgm:pt modelId="{FBA8901D-C98D-408A-8E37-828DE07B2BD0}" type="pres">
      <dgm:prSet presAssocID="{AF1A6FD2-CDD6-4BA5-8CD8-1B105602AE0B}" presName="parentText" presStyleLbl="node1" presStyleIdx="0" presStyleCnt="3">
        <dgm:presLayoutVars>
          <dgm:chMax val="0"/>
          <dgm:bulletEnabled val="1"/>
        </dgm:presLayoutVars>
      </dgm:prSet>
      <dgm:spPr/>
    </dgm:pt>
    <dgm:pt modelId="{80469AD6-9905-48F1-BAC3-2FC4F9F2280D}" type="pres">
      <dgm:prSet presAssocID="{AF1A6FD2-CDD6-4BA5-8CD8-1B105602AE0B}" presName="negativeSpace" presStyleCnt="0"/>
      <dgm:spPr/>
    </dgm:pt>
    <dgm:pt modelId="{BD9060DF-FCAB-4F40-B698-E70EFE4574AF}" type="pres">
      <dgm:prSet presAssocID="{AF1A6FD2-CDD6-4BA5-8CD8-1B105602AE0B}" presName="childText" presStyleLbl="conFgAcc1" presStyleIdx="0" presStyleCnt="3">
        <dgm:presLayoutVars>
          <dgm:bulletEnabled val="1"/>
        </dgm:presLayoutVars>
      </dgm:prSet>
      <dgm:spPr/>
    </dgm:pt>
    <dgm:pt modelId="{BDBF6C77-988A-4BE4-A31D-5C8464CBB2FA}" type="pres">
      <dgm:prSet presAssocID="{5A603F5F-718B-480F-ACA1-FFC895C0BDCD}" presName="spaceBetweenRectangles" presStyleCnt="0"/>
      <dgm:spPr/>
    </dgm:pt>
    <dgm:pt modelId="{4DCFF227-765E-473C-B297-995EEBA6FA99}" type="pres">
      <dgm:prSet presAssocID="{A79AF158-651C-4F37-BC8A-90ADF5A7B3A0}" presName="parentLin" presStyleCnt="0"/>
      <dgm:spPr/>
    </dgm:pt>
    <dgm:pt modelId="{199481AF-8F8D-4B50-A1D6-505410E72F8C}" type="pres">
      <dgm:prSet presAssocID="{A79AF158-651C-4F37-BC8A-90ADF5A7B3A0}" presName="parentLeftMargin" presStyleLbl="node1" presStyleIdx="0" presStyleCnt="3"/>
      <dgm:spPr/>
    </dgm:pt>
    <dgm:pt modelId="{175895D1-F6AF-4FF7-94FD-B18B7D40945A}" type="pres">
      <dgm:prSet presAssocID="{A79AF158-651C-4F37-BC8A-90ADF5A7B3A0}" presName="parentText" presStyleLbl="node1" presStyleIdx="1" presStyleCnt="3">
        <dgm:presLayoutVars>
          <dgm:chMax val="0"/>
          <dgm:bulletEnabled val="1"/>
        </dgm:presLayoutVars>
      </dgm:prSet>
      <dgm:spPr/>
    </dgm:pt>
    <dgm:pt modelId="{A0C4B34D-6D73-441B-9F71-DE20D1E2EB52}" type="pres">
      <dgm:prSet presAssocID="{A79AF158-651C-4F37-BC8A-90ADF5A7B3A0}" presName="negativeSpace" presStyleCnt="0"/>
      <dgm:spPr/>
    </dgm:pt>
    <dgm:pt modelId="{59ECC968-CA93-4371-A9B8-1C2446075C1F}" type="pres">
      <dgm:prSet presAssocID="{A79AF158-651C-4F37-BC8A-90ADF5A7B3A0}" presName="childText" presStyleLbl="conFgAcc1" presStyleIdx="1" presStyleCnt="3">
        <dgm:presLayoutVars>
          <dgm:bulletEnabled val="1"/>
        </dgm:presLayoutVars>
      </dgm:prSet>
      <dgm:spPr/>
    </dgm:pt>
    <dgm:pt modelId="{AC2E32D5-3882-4729-BAB2-9A8440F67AFC}" type="pres">
      <dgm:prSet presAssocID="{E9F82521-542F-4CAE-853F-B5F723EAE734}" presName="spaceBetweenRectangles" presStyleCnt="0"/>
      <dgm:spPr/>
    </dgm:pt>
    <dgm:pt modelId="{9A9EE533-9DC3-46A5-8C5D-1B1A602ABAEB}" type="pres">
      <dgm:prSet presAssocID="{07B365AB-38EB-48A5-9E41-FBC5DFB6FCE7}" presName="parentLin" presStyleCnt="0"/>
      <dgm:spPr/>
    </dgm:pt>
    <dgm:pt modelId="{7C1C13EB-AFD3-41AD-B015-2E1C8053B12B}" type="pres">
      <dgm:prSet presAssocID="{07B365AB-38EB-48A5-9E41-FBC5DFB6FCE7}" presName="parentLeftMargin" presStyleLbl="node1" presStyleIdx="1" presStyleCnt="3"/>
      <dgm:spPr/>
    </dgm:pt>
    <dgm:pt modelId="{86818E8D-26AC-4B0F-9016-67E9ADE4309D}" type="pres">
      <dgm:prSet presAssocID="{07B365AB-38EB-48A5-9E41-FBC5DFB6FCE7}" presName="parentText" presStyleLbl="node1" presStyleIdx="2" presStyleCnt="3">
        <dgm:presLayoutVars>
          <dgm:chMax val="0"/>
          <dgm:bulletEnabled val="1"/>
        </dgm:presLayoutVars>
      </dgm:prSet>
      <dgm:spPr/>
    </dgm:pt>
    <dgm:pt modelId="{6C7AEF2A-EE81-4039-A79B-A87D974582F5}" type="pres">
      <dgm:prSet presAssocID="{07B365AB-38EB-48A5-9E41-FBC5DFB6FCE7}" presName="negativeSpace" presStyleCnt="0"/>
      <dgm:spPr/>
    </dgm:pt>
    <dgm:pt modelId="{C3FDB0A5-7C34-409D-A9A6-AE36CDBCB8A9}" type="pres">
      <dgm:prSet presAssocID="{07B365AB-38EB-48A5-9E41-FBC5DFB6FCE7}" presName="childText" presStyleLbl="conFgAcc1" presStyleIdx="2" presStyleCnt="3">
        <dgm:presLayoutVars>
          <dgm:bulletEnabled val="1"/>
        </dgm:presLayoutVars>
      </dgm:prSet>
      <dgm:spPr/>
    </dgm:pt>
  </dgm:ptLst>
  <dgm:cxnLst>
    <dgm:cxn modelId="{F6C9C928-4046-494B-9F7B-031FDD9EBFC4}" type="presOf" srcId="{07B365AB-38EB-48A5-9E41-FBC5DFB6FCE7}" destId="{86818E8D-26AC-4B0F-9016-67E9ADE4309D}" srcOrd="1" destOrd="0" presId="urn:microsoft.com/office/officeart/2005/8/layout/list1"/>
    <dgm:cxn modelId="{032F4061-310A-4AF2-9651-F8319EF80B79}" type="presOf" srcId="{AF1A6FD2-CDD6-4BA5-8CD8-1B105602AE0B}" destId="{937BFBA0-47AD-4A7A-940B-2B4B0B720B17}" srcOrd="0" destOrd="0" presId="urn:microsoft.com/office/officeart/2005/8/layout/list1"/>
    <dgm:cxn modelId="{444A3B42-8C7D-4130-8F0D-FB81118311FD}" srcId="{635F27D5-E625-470C-B627-FE08C33A1C08}" destId="{AF1A6FD2-CDD6-4BA5-8CD8-1B105602AE0B}" srcOrd="0" destOrd="0" parTransId="{38DC18C2-9115-4C02-9077-6E90C10D4ACF}" sibTransId="{5A603F5F-718B-480F-ACA1-FFC895C0BDCD}"/>
    <dgm:cxn modelId="{EB206B77-A544-4080-B038-31DF3A04A9E8}" type="presOf" srcId="{A79AF158-651C-4F37-BC8A-90ADF5A7B3A0}" destId="{175895D1-F6AF-4FF7-94FD-B18B7D40945A}" srcOrd="1" destOrd="0" presId="urn:microsoft.com/office/officeart/2005/8/layout/list1"/>
    <dgm:cxn modelId="{00AF2678-035C-41CF-8F51-A39B0DAAA3DA}" type="presOf" srcId="{635F27D5-E625-470C-B627-FE08C33A1C08}" destId="{FDA91E94-2AA5-46F8-A3B4-DA0F6D97FBED}" srcOrd="0" destOrd="0" presId="urn:microsoft.com/office/officeart/2005/8/layout/list1"/>
    <dgm:cxn modelId="{1771B27E-F590-4349-9BA4-8E5E7E8DDAF9}" type="presOf" srcId="{A79AF158-651C-4F37-BC8A-90ADF5A7B3A0}" destId="{199481AF-8F8D-4B50-A1D6-505410E72F8C}" srcOrd="0" destOrd="0" presId="urn:microsoft.com/office/officeart/2005/8/layout/list1"/>
    <dgm:cxn modelId="{BC3FD686-20D0-42A2-8B17-40AC2F853ADE}" srcId="{635F27D5-E625-470C-B627-FE08C33A1C08}" destId="{A79AF158-651C-4F37-BC8A-90ADF5A7B3A0}" srcOrd="1" destOrd="0" parTransId="{4E90040F-5639-4842-910A-25CA788A0645}" sibTransId="{E9F82521-542F-4CAE-853F-B5F723EAE734}"/>
    <dgm:cxn modelId="{A694A5A9-6F86-4DF6-A000-36FB97A97574}" type="presOf" srcId="{07B365AB-38EB-48A5-9E41-FBC5DFB6FCE7}" destId="{7C1C13EB-AFD3-41AD-B015-2E1C8053B12B}" srcOrd="0" destOrd="0" presId="urn:microsoft.com/office/officeart/2005/8/layout/list1"/>
    <dgm:cxn modelId="{AA67D8DD-4195-4565-99CD-E77620B394EB}" type="presOf" srcId="{AF1A6FD2-CDD6-4BA5-8CD8-1B105602AE0B}" destId="{FBA8901D-C98D-408A-8E37-828DE07B2BD0}" srcOrd="1" destOrd="0" presId="urn:microsoft.com/office/officeart/2005/8/layout/list1"/>
    <dgm:cxn modelId="{531D07F5-028A-4391-B135-0CA3E0F54FB0}" srcId="{635F27D5-E625-470C-B627-FE08C33A1C08}" destId="{07B365AB-38EB-48A5-9E41-FBC5DFB6FCE7}" srcOrd="2" destOrd="0" parTransId="{66FE765D-29D0-4ECF-A480-8E4E1C92C156}" sibTransId="{8A04F037-6834-4E19-88E2-B0A2AF96FB48}"/>
    <dgm:cxn modelId="{814E00B9-9585-4768-818D-1F312D7C7A87}" type="presParOf" srcId="{FDA91E94-2AA5-46F8-A3B4-DA0F6D97FBED}" destId="{2F99A81E-BC66-40BB-B294-B76E58D23D36}" srcOrd="0" destOrd="0" presId="urn:microsoft.com/office/officeart/2005/8/layout/list1"/>
    <dgm:cxn modelId="{720343F6-6A9C-4918-B0F6-C90A35DF2C69}" type="presParOf" srcId="{2F99A81E-BC66-40BB-B294-B76E58D23D36}" destId="{937BFBA0-47AD-4A7A-940B-2B4B0B720B17}" srcOrd="0" destOrd="0" presId="urn:microsoft.com/office/officeart/2005/8/layout/list1"/>
    <dgm:cxn modelId="{B2AEDC6E-3881-4327-8CB0-77BE8223A910}" type="presParOf" srcId="{2F99A81E-BC66-40BB-B294-B76E58D23D36}" destId="{FBA8901D-C98D-408A-8E37-828DE07B2BD0}" srcOrd="1" destOrd="0" presId="urn:microsoft.com/office/officeart/2005/8/layout/list1"/>
    <dgm:cxn modelId="{A3477D68-5276-4CF0-92A1-71EA08B8C770}" type="presParOf" srcId="{FDA91E94-2AA5-46F8-A3B4-DA0F6D97FBED}" destId="{80469AD6-9905-48F1-BAC3-2FC4F9F2280D}" srcOrd="1" destOrd="0" presId="urn:microsoft.com/office/officeart/2005/8/layout/list1"/>
    <dgm:cxn modelId="{33E851DD-A532-4D7B-9A35-0D21C81FDA5F}" type="presParOf" srcId="{FDA91E94-2AA5-46F8-A3B4-DA0F6D97FBED}" destId="{BD9060DF-FCAB-4F40-B698-E70EFE4574AF}" srcOrd="2" destOrd="0" presId="urn:microsoft.com/office/officeart/2005/8/layout/list1"/>
    <dgm:cxn modelId="{2C1961FC-7E34-4FEC-9B1F-08AF51409A3B}" type="presParOf" srcId="{FDA91E94-2AA5-46F8-A3B4-DA0F6D97FBED}" destId="{BDBF6C77-988A-4BE4-A31D-5C8464CBB2FA}" srcOrd="3" destOrd="0" presId="urn:microsoft.com/office/officeart/2005/8/layout/list1"/>
    <dgm:cxn modelId="{ED2BA79D-BAD5-4E34-836E-FBBF6830DEC5}" type="presParOf" srcId="{FDA91E94-2AA5-46F8-A3B4-DA0F6D97FBED}" destId="{4DCFF227-765E-473C-B297-995EEBA6FA99}" srcOrd="4" destOrd="0" presId="urn:microsoft.com/office/officeart/2005/8/layout/list1"/>
    <dgm:cxn modelId="{15503956-A93A-4663-B494-0076500A5A56}" type="presParOf" srcId="{4DCFF227-765E-473C-B297-995EEBA6FA99}" destId="{199481AF-8F8D-4B50-A1D6-505410E72F8C}" srcOrd="0" destOrd="0" presId="urn:microsoft.com/office/officeart/2005/8/layout/list1"/>
    <dgm:cxn modelId="{801B4F8C-6CB4-4865-87BB-89C380529F59}" type="presParOf" srcId="{4DCFF227-765E-473C-B297-995EEBA6FA99}" destId="{175895D1-F6AF-4FF7-94FD-B18B7D40945A}" srcOrd="1" destOrd="0" presId="urn:microsoft.com/office/officeart/2005/8/layout/list1"/>
    <dgm:cxn modelId="{F2B70754-62B7-4271-93C0-DD690E5F7BFC}" type="presParOf" srcId="{FDA91E94-2AA5-46F8-A3B4-DA0F6D97FBED}" destId="{A0C4B34D-6D73-441B-9F71-DE20D1E2EB52}" srcOrd="5" destOrd="0" presId="urn:microsoft.com/office/officeart/2005/8/layout/list1"/>
    <dgm:cxn modelId="{45E22DBA-668B-499E-8165-B37976D92345}" type="presParOf" srcId="{FDA91E94-2AA5-46F8-A3B4-DA0F6D97FBED}" destId="{59ECC968-CA93-4371-A9B8-1C2446075C1F}" srcOrd="6" destOrd="0" presId="urn:microsoft.com/office/officeart/2005/8/layout/list1"/>
    <dgm:cxn modelId="{D26D57D9-E045-43C2-B633-30F5977AB8E9}" type="presParOf" srcId="{FDA91E94-2AA5-46F8-A3B4-DA0F6D97FBED}" destId="{AC2E32D5-3882-4729-BAB2-9A8440F67AFC}" srcOrd="7" destOrd="0" presId="urn:microsoft.com/office/officeart/2005/8/layout/list1"/>
    <dgm:cxn modelId="{D23025FB-CCE4-4D36-BA77-8381927BFB43}" type="presParOf" srcId="{FDA91E94-2AA5-46F8-A3B4-DA0F6D97FBED}" destId="{9A9EE533-9DC3-46A5-8C5D-1B1A602ABAEB}" srcOrd="8" destOrd="0" presId="urn:microsoft.com/office/officeart/2005/8/layout/list1"/>
    <dgm:cxn modelId="{42020AC4-22C1-4A12-AB91-9C13EEC750AD}" type="presParOf" srcId="{9A9EE533-9DC3-46A5-8C5D-1B1A602ABAEB}" destId="{7C1C13EB-AFD3-41AD-B015-2E1C8053B12B}" srcOrd="0" destOrd="0" presId="urn:microsoft.com/office/officeart/2005/8/layout/list1"/>
    <dgm:cxn modelId="{586728FE-79BC-4687-BB6E-B41D3EB933C5}" type="presParOf" srcId="{9A9EE533-9DC3-46A5-8C5D-1B1A602ABAEB}" destId="{86818E8D-26AC-4B0F-9016-67E9ADE4309D}" srcOrd="1" destOrd="0" presId="urn:microsoft.com/office/officeart/2005/8/layout/list1"/>
    <dgm:cxn modelId="{C5740E44-54EA-4626-B40A-12575ED1CE29}" type="presParOf" srcId="{FDA91E94-2AA5-46F8-A3B4-DA0F6D97FBED}" destId="{6C7AEF2A-EE81-4039-A79B-A87D974582F5}" srcOrd="9" destOrd="0" presId="urn:microsoft.com/office/officeart/2005/8/layout/list1"/>
    <dgm:cxn modelId="{232CAFA9-D88B-40AD-913F-29D047857BD8}" type="presParOf" srcId="{FDA91E94-2AA5-46F8-A3B4-DA0F6D97FBED}" destId="{C3FDB0A5-7C34-409D-A9A6-AE36CDBCB8A9}"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E60E4DC-9A67-4C23-A191-18713B32DD2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A75FB04E-7215-45CB-9DF0-46C3685281D5}">
      <dgm:prSet phldrT="[文本]"/>
      <dgm:spPr/>
      <dgm:t>
        <a:bodyPr/>
        <a:lstStyle/>
        <a:p>
          <a:pPr>
            <a:buNone/>
          </a:pPr>
          <a:r>
            <a:rPr lang="en-US"/>
            <a:t>HATEOAS</a:t>
          </a:r>
          <a:endParaRPr lang="zh-CN" altLang="en-US"/>
        </a:p>
      </dgm:t>
    </dgm:pt>
    <dgm:pt modelId="{D8DA176C-9449-4A15-AA7D-1B52920D5F16}" type="parTrans" cxnId="{084C69B9-B89F-4E47-AA81-DCD85AE88582}">
      <dgm:prSet/>
      <dgm:spPr/>
      <dgm:t>
        <a:bodyPr/>
        <a:lstStyle/>
        <a:p>
          <a:endParaRPr lang="zh-CN" altLang="en-US"/>
        </a:p>
      </dgm:t>
    </dgm:pt>
    <dgm:pt modelId="{9E8AE982-285B-423B-AEC7-41C5E8E043A7}" type="sibTrans" cxnId="{084C69B9-B89F-4E47-AA81-DCD85AE88582}">
      <dgm:prSet/>
      <dgm:spPr/>
      <dgm:t>
        <a:bodyPr/>
        <a:lstStyle/>
        <a:p>
          <a:endParaRPr lang="zh-CN" altLang="en-US"/>
        </a:p>
      </dgm:t>
    </dgm:pt>
    <dgm:pt modelId="{C4B59F25-CC7F-4B3C-9B5C-E205302F5F03}">
      <dgm:prSet phldrT="[文本]"/>
      <dgm:spPr/>
      <dgm:t>
        <a:bodyPr/>
        <a:lstStyle/>
        <a:p>
          <a:pPr>
            <a:buNone/>
          </a:pPr>
          <a:r>
            <a:rPr lang="zh-CN" altLang="en-US"/>
            <a:t>全称为 </a:t>
          </a:r>
          <a:r>
            <a:rPr lang="en-US"/>
            <a:t>Hypermedia As The Engine Of Application State，</a:t>
          </a:r>
          <a:r>
            <a:rPr lang="zh-CN" altLang="en-US"/>
            <a:t>指响应中应包含下一步可执行的操作链接。</a:t>
          </a:r>
        </a:p>
      </dgm:t>
    </dgm:pt>
    <dgm:pt modelId="{5FECE254-90FF-4AC9-B3EF-FF13FF8B3594}" type="parTrans" cxnId="{B9E6DD7B-CEB4-45E8-B8DF-24A58F415BBF}">
      <dgm:prSet/>
      <dgm:spPr/>
      <dgm:t>
        <a:bodyPr/>
        <a:lstStyle/>
        <a:p>
          <a:endParaRPr lang="zh-CN" altLang="en-US"/>
        </a:p>
      </dgm:t>
    </dgm:pt>
    <dgm:pt modelId="{7791BAF7-80C1-47B4-B27E-50C6C6455FFF}" type="sibTrans" cxnId="{B9E6DD7B-CEB4-45E8-B8DF-24A58F415BBF}">
      <dgm:prSet/>
      <dgm:spPr/>
      <dgm:t>
        <a:bodyPr/>
        <a:lstStyle/>
        <a:p>
          <a:endParaRPr lang="zh-CN" altLang="en-US"/>
        </a:p>
      </dgm:t>
    </dgm:pt>
    <dgm:pt modelId="{38358E1E-D6B8-47A5-9118-5A61D8B510A0}">
      <dgm:prSet phldrT="[文本]"/>
      <dgm:spPr/>
      <dgm:t>
        <a:bodyPr/>
        <a:lstStyle/>
        <a:p>
          <a:pPr>
            <a:buNone/>
          </a:pPr>
          <a:r>
            <a:rPr lang="en-US"/>
            <a:t>Level 2 REST</a:t>
          </a:r>
          <a:endParaRPr lang="zh-CN" altLang="en-US"/>
        </a:p>
      </dgm:t>
    </dgm:pt>
    <dgm:pt modelId="{87DCD3FF-2336-4632-AF19-7B8A15270C7B}" type="parTrans" cxnId="{BE1CBEFD-EC63-4113-B5B3-FE67595A7914}">
      <dgm:prSet/>
      <dgm:spPr/>
      <dgm:t>
        <a:bodyPr/>
        <a:lstStyle/>
        <a:p>
          <a:endParaRPr lang="zh-CN" altLang="en-US"/>
        </a:p>
      </dgm:t>
    </dgm:pt>
    <dgm:pt modelId="{683C8922-FD4B-441A-9970-FD4DFF54A188}" type="sibTrans" cxnId="{BE1CBEFD-EC63-4113-B5B3-FE67595A7914}">
      <dgm:prSet/>
      <dgm:spPr/>
      <dgm:t>
        <a:bodyPr/>
        <a:lstStyle/>
        <a:p>
          <a:endParaRPr lang="zh-CN" altLang="en-US"/>
        </a:p>
      </dgm:t>
    </dgm:pt>
    <dgm:pt modelId="{B6CFAF6D-C8F9-4955-88FD-410AE1D609DF}">
      <dgm:prSet phldrT="[文本]"/>
      <dgm:spPr/>
      <dgm:t>
        <a:bodyPr/>
        <a:lstStyle/>
        <a:p>
          <a:pPr>
            <a:buNone/>
          </a:pPr>
          <a:r>
            <a:rPr lang="zh-CN" altLang="en-US"/>
            <a:t>通常将使用 </a:t>
          </a:r>
          <a:r>
            <a:rPr lang="en-US"/>
            <a:t>HTTP </a:t>
          </a:r>
          <a:r>
            <a:rPr lang="zh-CN" altLang="en-US"/>
            <a:t>方法</a:t>
          </a:r>
          <a:r>
            <a:rPr lang="en-US" altLang="zh-CN"/>
            <a:t>+</a:t>
          </a:r>
          <a:r>
            <a:rPr lang="zh-CN" altLang="en-US"/>
            <a:t>状态码称为 </a:t>
          </a:r>
          <a:r>
            <a:rPr lang="en-US"/>
            <a:t>Level 2 REST（90%</a:t>
          </a:r>
          <a:r>
            <a:rPr lang="zh-CN" altLang="en-US"/>
            <a:t>的 </a:t>
          </a:r>
          <a:r>
            <a:rPr lang="en-US"/>
            <a:t>API </a:t>
          </a:r>
          <a:r>
            <a:rPr lang="zh-CN" altLang="en-US"/>
            <a:t>处于此级别）</a:t>
          </a:r>
        </a:p>
      </dgm:t>
    </dgm:pt>
    <dgm:pt modelId="{13C6FB4B-36A9-4D77-BCB2-72243D7AA81D}" type="parTrans" cxnId="{DB4B345D-E563-49C4-A6CD-D0375ED46DE8}">
      <dgm:prSet/>
      <dgm:spPr/>
      <dgm:t>
        <a:bodyPr/>
        <a:lstStyle/>
        <a:p>
          <a:endParaRPr lang="zh-CN" altLang="en-US"/>
        </a:p>
      </dgm:t>
    </dgm:pt>
    <dgm:pt modelId="{A0695836-1F14-4BAA-9FCD-DB661DE9DA91}" type="sibTrans" cxnId="{DB4B345D-E563-49C4-A6CD-D0375ED46DE8}">
      <dgm:prSet/>
      <dgm:spPr/>
      <dgm:t>
        <a:bodyPr/>
        <a:lstStyle/>
        <a:p>
          <a:endParaRPr lang="zh-CN" altLang="en-US"/>
        </a:p>
      </dgm:t>
    </dgm:pt>
    <dgm:pt modelId="{96E7BAC3-BE3E-4ADC-A23A-05399D983C6A}">
      <dgm:prSet phldrT="[文本]"/>
      <dgm:spPr/>
      <dgm:t>
        <a:bodyPr/>
        <a:lstStyle/>
        <a:p>
          <a:r>
            <a:rPr lang="en-US"/>
            <a:t>Level 3 REST</a:t>
          </a:r>
          <a:endParaRPr lang="zh-CN" altLang="en-US"/>
        </a:p>
      </dgm:t>
    </dgm:pt>
    <dgm:pt modelId="{6A882CC2-FF6B-41BB-83E1-A2DED4D7E623}" type="parTrans" cxnId="{0C50468A-A1D3-47CB-87AC-70BCAE0B71F9}">
      <dgm:prSet/>
      <dgm:spPr/>
      <dgm:t>
        <a:bodyPr/>
        <a:lstStyle/>
        <a:p>
          <a:endParaRPr lang="zh-CN" altLang="en-US"/>
        </a:p>
      </dgm:t>
    </dgm:pt>
    <dgm:pt modelId="{4808A7E0-AB34-4BFB-899B-069585A4C55A}" type="sibTrans" cxnId="{0C50468A-A1D3-47CB-87AC-70BCAE0B71F9}">
      <dgm:prSet/>
      <dgm:spPr/>
      <dgm:t>
        <a:bodyPr/>
        <a:lstStyle/>
        <a:p>
          <a:endParaRPr lang="zh-CN" altLang="en-US"/>
        </a:p>
      </dgm:t>
    </dgm:pt>
    <dgm:pt modelId="{FA18F456-862A-4D1A-A2CB-47FBBD2DA780}">
      <dgm:prSet phldrT="[文本]"/>
      <dgm:spPr/>
      <dgm:t>
        <a:bodyPr/>
        <a:lstStyle/>
        <a:p>
          <a:pPr>
            <a:buNone/>
          </a:pPr>
          <a:r>
            <a:rPr lang="zh-CN" altLang="en-US"/>
            <a:t>而实现了 </a:t>
          </a:r>
          <a:r>
            <a:rPr lang="en-US"/>
            <a:t>HATEOAS </a:t>
          </a:r>
          <a:r>
            <a:rPr lang="zh-CN" altLang="en-US"/>
            <a:t>的 </a:t>
          </a:r>
          <a:r>
            <a:rPr lang="en-US"/>
            <a:t>API </a:t>
          </a:r>
          <a:endParaRPr lang="zh-CN" altLang="en-US"/>
        </a:p>
      </dgm:t>
    </dgm:pt>
    <dgm:pt modelId="{8CC1D62D-52D9-44CC-BA8A-8A7FC7818756}" type="parTrans" cxnId="{E207AF5F-85AD-4DE5-A614-DE5C3CD61D70}">
      <dgm:prSet/>
      <dgm:spPr/>
      <dgm:t>
        <a:bodyPr/>
        <a:lstStyle/>
        <a:p>
          <a:endParaRPr lang="zh-CN" altLang="en-US"/>
        </a:p>
      </dgm:t>
    </dgm:pt>
    <dgm:pt modelId="{C6302C3F-6ED7-4B03-9044-5924EF281757}" type="sibTrans" cxnId="{E207AF5F-85AD-4DE5-A614-DE5C3CD61D70}">
      <dgm:prSet/>
      <dgm:spPr/>
      <dgm:t>
        <a:bodyPr/>
        <a:lstStyle/>
        <a:p>
          <a:endParaRPr lang="zh-CN" altLang="en-US"/>
        </a:p>
      </dgm:t>
    </dgm:pt>
    <dgm:pt modelId="{DA5F547E-429D-4F65-A941-C3D9F1ABDDE4}" type="pres">
      <dgm:prSet presAssocID="{2E60E4DC-9A67-4C23-A191-18713B32DD25}" presName="linear" presStyleCnt="0">
        <dgm:presLayoutVars>
          <dgm:dir/>
          <dgm:animLvl val="lvl"/>
          <dgm:resizeHandles val="exact"/>
        </dgm:presLayoutVars>
      </dgm:prSet>
      <dgm:spPr/>
    </dgm:pt>
    <dgm:pt modelId="{ED768B9A-8D09-4C38-B119-35B9EEB747ED}" type="pres">
      <dgm:prSet presAssocID="{A75FB04E-7215-45CB-9DF0-46C3685281D5}" presName="parentLin" presStyleCnt="0"/>
      <dgm:spPr/>
    </dgm:pt>
    <dgm:pt modelId="{6D2532DE-7AA2-4DD4-8140-C4636D8965AE}" type="pres">
      <dgm:prSet presAssocID="{A75FB04E-7215-45CB-9DF0-46C3685281D5}" presName="parentLeftMargin" presStyleLbl="node1" presStyleIdx="0" presStyleCnt="3"/>
      <dgm:spPr/>
    </dgm:pt>
    <dgm:pt modelId="{16A894EF-BA7C-477D-9AD6-4C01ADB58839}" type="pres">
      <dgm:prSet presAssocID="{A75FB04E-7215-45CB-9DF0-46C3685281D5}" presName="parentText" presStyleLbl="node1" presStyleIdx="0" presStyleCnt="3">
        <dgm:presLayoutVars>
          <dgm:chMax val="0"/>
          <dgm:bulletEnabled val="1"/>
        </dgm:presLayoutVars>
      </dgm:prSet>
      <dgm:spPr/>
    </dgm:pt>
    <dgm:pt modelId="{9F26E5B2-CDAB-498C-9C41-75B02F55EAC1}" type="pres">
      <dgm:prSet presAssocID="{A75FB04E-7215-45CB-9DF0-46C3685281D5}" presName="negativeSpace" presStyleCnt="0"/>
      <dgm:spPr/>
    </dgm:pt>
    <dgm:pt modelId="{48EE7FBD-EA63-48E6-BD3C-C4EB80E86040}" type="pres">
      <dgm:prSet presAssocID="{A75FB04E-7215-45CB-9DF0-46C3685281D5}" presName="childText" presStyleLbl="conFgAcc1" presStyleIdx="0" presStyleCnt="3">
        <dgm:presLayoutVars>
          <dgm:bulletEnabled val="1"/>
        </dgm:presLayoutVars>
      </dgm:prSet>
      <dgm:spPr/>
    </dgm:pt>
    <dgm:pt modelId="{523AFFE1-3AAC-4DD0-AF1D-024C945D3331}" type="pres">
      <dgm:prSet presAssocID="{9E8AE982-285B-423B-AEC7-41C5E8E043A7}" presName="spaceBetweenRectangles" presStyleCnt="0"/>
      <dgm:spPr/>
    </dgm:pt>
    <dgm:pt modelId="{2D9244FF-7B7F-4FB2-AD42-30C1A1374837}" type="pres">
      <dgm:prSet presAssocID="{38358E1E-D6B8-47A5-9118-5A61D8B510A0}" presName="parentLin" presStyleCnt="0"/>
      <dgm:spPr/>
    </dgm:pt>
    <dgm:pt modelId="{E66A518E-E1FB-4D57-9DFD-831C39C8DCD3}" type="pres">
      <dgm:prSet presAssocID="{38358E1E-D6B8-47A5-9118-5A61D8B510A0}" presName="parentLeftMargin" presStyleLbl="node1" presStyleIdx="0" presStyleCnt="3"/>
      <dgm:spPr/>
    </dgm:pt>
    <dgm:pt modelId="{809070E0-B3DE-4363-96A0-FE4BBC71CA7A}" type="pres">
      <dgm:prSet presAssocID="{38358E1E-D6B8-47A5-9118-5A61D8B510A0}" presName="parentText" presStyleLbl="node1" presStyleIdx="1" presStyleCnt="3">
        <dgm:presLayoutVars>
          <dgm:chMax val="0"/>
          <dgm:bulletEnabled val="1"/>
        </dgm:presLayoutVars>
      </dgm:prSet>
      <dgm:spPr/>
    </dgm:pt>
    <dgm:pt modelId="{E14042CD-C048-4B35-9C92-DE715A0BE456}" type="pres">
      <dgm:prSet presAssocID="{38358E1E-D6B8-47A5-9118-5A61D8B510A0}" presName="negativeSpace" presStyleCnt="0"/>
      <dgm:spPr/>
    </dgm:pt>
    <dgm:pt modelId="{B627F52D-76A0-496C-A739-C45A94450269}" type="pres">
      <dgm:prSet presAssocID="{38358E1E-D6B8-47A5-9118-5A61D8B510A0}" presName="childText" presStyleLbl="conFgAcc1" presStyleIdx="1" presStyleCnt="3">
        <dgm:presLayoutVars>
          <dgm:bulletEnabled val="1"/>
        </dgm:presLayoutVars>
      </dgm:prSet>
      <dgm:spPr/>
    </dgm:pt>
    <dgm:pt modelId="{55B0A9DB-1C32-4779-BFA9-DA2D03E2EAE5}" type="pres">
      <dgm:prSet presAssocID="{683C8922-FD4B-441A-9970-FD4DFF54A188}" presName="spaceBetweenRectangles" presStyleCnt="0"/>
      <dgm:spPr/>
    </dgm:pt>
    <dgm:pt modelId="{861B140A-6AFF-4E0A-A6D3-A8A752F0BFDE}" type="pres">
      <dgm:prSet presAssocID="{96E7BAC3-BE3E-4ADC-A23A-05399D983C6A}" presName="parentLin" presStyleCnt="0"/>
      <dgm:spPr/>
    </dgm:pt>
    <dgm:pt modelId="{98D0BC0E-A22A-447E-A124-21703CF9A847}" type="pres">
      <dgm:prSet presAssocID="{96E7BAC3-BE3E-4ADC-A23A-05399D983C6A}" presName="parentLeftMargin" presStyleLbl="node1" presStyleIdx="1" presStyleCnt="3"/>
      <dgm:spPr/>
    </dgm:pt>
    <dgm:pt modelId="{B48243F7-25BD-416A-9125-958E7E3DF892}" type="pres">
      <dgm:prSet presAssocID="{96E7BAC3-BE3E-4ADC-A23A-05399D983C6A}" presName="parentText" presStyleLbl="node1" presStyleIdx="2" presStyleCnt="3">
        <dgm:presLayoutVars>
          <dgm:chMax val="0"/>
          <dgm:bulletEnabled val="1"/>
        </dgm:presLayoutVars>
      </dgm:prSet>
      <dgm:spPr/>
    </dgm:pt>
    <dgm:pt modelId="{A93A074A-C185-4A36-B979-E08454507BD9}" type="pres">
      <dgm:prSet presAssocID="{96E7BAC3-BE3E-4ADC-A23A-05399D983C6A}" presName="negativeSpace" presStyleCnt="0"/>
      <dgm:spPr/>
    </dgm:pt>
    <dgm:pt modelId="{ADD3FA5A-3EF5-4AD7-AFB2-B6B8A5433B09}" type="pres">
      <dgm:prSet presAssocID="{96E7BAC3-BE3E-4ADC-A23A-05399D983C6A}" presName="childText" presStyleLbl="conFgAcc1" presStyleIdx="2" presStyleCnt="3">
        <dgm:presLayoutVars>
          <dgm:bulletEnabled val="1"/>
        </dgm:presLayoutVars>
      </dgm:prSet>
      <dgm:spPr/>
    </dgm:pt>
  </dgm:ptLst>
  <dgm:cxnLst>
    <dgm:cxn modelId="{EA362E0F-4721-42D4-8FB9-A1E9361BE3C3}" type="presOf" srcId="{A75FB04E-7215-45CB-9DF0-46C3685281D5}" destId="{16A894EF-BA7C-477D-9AD6-4C01ADB58839}" srcOrd="1" destOrd="0" presId="urn:microsoft.com/office/officeart/2005/8/layout/list1"/>
    <dgm:cxn modelId="{85D7A92B-C992-4697-B03D-CF8CFFD650DA}" type="presOf" srcId="{2E60E4DC-9A67-4C23-A191-18713B32DD25}" destId="{DA5F547E-429D-4F65-A941-C3D9F1ABDDE4}" srcOrd="0" destOrd="0" presId="urn:microsoft.com/office/officeart/2005/8/layout/list1"/>
    <dgm:cxn modelId="{DB4B345D-E563-49C4-A6CD-D0375ED46DE8}" srcId="{38358E1E-D6B8-47A5-9118-5A61D8B510A0}" destId="{B6CFAF6D-C8F9-4955-88FD-410AE1D609DF}" srcOrd="0" destOrd="0" parTransId="{13C6FB4B-36A9-4D77-BCB2-72243D7AA81D}" sibTransId="{A0695836-1F14-4BAA-9FCD-DB661DE9DA91}"/>
    <dgm:cxn modelId="{E207AF5F-85AD-4DE5-A614-DE5C3CD61D70}" srcId="{96E7BAC3-BE3E-4ADC-A23A-05399D983C6A}" destId="{FA18F456-862A-4D1A-A2CB-47FBBD2DA780}" srcOrd="0" destOrd="0" parTransId="{8CC1D62D-52D9-44CC-BA8A-8A7FC7818756}" sibTransId="{C6302C3F-6ED7-4B03-9044-5924EF281757}"/>
    <dgm:cxn modelId="{81CE8361-3F8E-4E6E-A15E-9EDE63C3AE4F}" type="presOf" srcId="{96E7BAC3-BE3E-4ADC-A23A-05399D983C6A}" destId="{98D0BC0E-A22A-447E-A124-21703CF9A847}" srcOrd="0" destOrd="0" presId="urn:microsoft.com/office/officeart/2005/8/layout/list1"/>
    <dgm:cxn modelId="{4D89BE6D-B0B0-4F18-B162-FA330C545170}" type="presOf" srcId="{38358E1E-D6B8-47A5-9118-5A61D8B510A0}" destId="{E66A518E-E1FB-4D57-9DFD-831C39C8DCD3}" srcOrd="0" destOrd="0" presId="urn:microsoft.com/office/officeart/2005/8/layout/list1"/>
    <dgm:cxn modelId="{7E8CF650-ADEE-4CB3-AE19-7C353A2AD533}" type="presOf" srcId="{FA18F456-862A-4D1A-A2CB-47FBBD2DA780}" destId="{ADD3FA5A-3EF5-4AD7-AFB2-B6B8A5433B09}" srcOrd="0" destOrd="0" presId="urn:microsoft.com/office/officeart/2005/8/layout/list1"/>
    <dgm:cxn modelId="{B34F5A51-9F1B-4D18-8C97-B93FE32D15E4}" type="presOf" srcId="{38358E1E-D6B8-47A5-9118-5A61D8B510A0}" destId="{809070E0-B3DE-4363-96A0-FE4BBC71CA7A}" srcOrd="1" destOrd="0" presId="urn:microsoft.com/office/officeart/2005/8/layout/list1"/>
    <dgm:cxn modelId="{DEBB5155-C925-439D-A205-9CC8F868AE65}" type="presOf" srcId="{96E7BAC3-BE3E-4ADC-A23A-05399D983C6A}" destId="{B48243F7-25BD-416A-9125-958E7E3DF892}" srcOrd="1" destOrd="0" presId="urn:microsoft.com/office/officeart/2005/8/layout/list1"/>
    <dgm:cxn modelId="{DD2BEE58-5E1E-4DDF-A6C4-598D75C1691A}" type="presOf" srcId="{A75FB04E-7215-45CB-9DF0-46C3685281D5}" destId="{6D2532DE-7AA2-4DD4-8140-C4636D8965AE}" srcOrd="0" destOrd="0" presId="urn:microsoft.com/office/officeart/2005/8/layout/list1"/>
    <dgm:cxn modelId="{B9E6DD7B-CEB4-45E8-B8DF-24A58F415BBF}" srcId="{A75FB04E-7215-45CB-9DF0-46C3685281D5}" destId="{C4B59F25-CC7F-4B3C-9B5C-E205302F5F03}" srcOrd="0" destOrd="0" parTransId="{5FECE254-90FF-4AC9-B3EF-FF13FF8B3594}" sibTransId="{7791BAF7-80C1-47B4-B27E-50C6C6455FFF}"/>
    <dgm:cxn modelId="{0C50468A-A1D3-47CB-87AC-70BCAE0B71F9}" srcId="{2E60E4DC-9A67-4C23-A191-18713B32DD25}" destId="{96E7BAC3-BE3E-4ADC-A23A-05399D983C6A}" srcOrd="2" destOrd="0" parTransId="{6A882CC2-FF6B-41BB-83E1-A2DED4D7E623}" sibTransId="{4808A7E0-AB34-4BFB-899B-069585A4C55A}"/>
    <dgm:cxn modelId="{EE5FCF91-925E-474F-AC66-0BFE3B774B82}" type="presOf" srcId="{C4B59F25-CC7F-4B3C-9B5C-E205302F5F03}" destId="{48EE7FBD-EA63-48E6-BD3C-C4EB80E86040}" srcOrd="0" destOrd="0" presId="urn:microsoft.com/office/officeart/2005/8/layout/list1"/>
    <dgm:cxn modelId="{084C69B9-B89F-4E47-AA81-DCD85AE88582}" srcId="{2E60E4DC-9A67-4C23-A191-18713B32DD25}" destId="{A75FB04E-7215-45CB-9DF0-46C3685281D5}" srcOrd="0" destOrd="0" parTransId="{D8DA176C-9449-4A15-AA7D-1B52920D5F16}" sibTransId="{9E8AE982-285B-423B-AEC7-41C5E8E043A7}"/>
    <dgm:cxn modelId="{FB3031C1-4EE1-446F-8991-7B42EA8F37A4}" type="presOf" srcId="{B6CFAF6D-C8F9-4955-88FD-410AE1D609DF}" destId="{B627F52D-76A0-496C-A739-C45A94450269}" srcOrd="0" destOrd="0" presId="urn:microsoft.com/office/officeart/2005/8/layout/list1"/>
    <dgm:cxn modelId="{BE1CBEFD-EC63-4113-B5B3-FE67595A7914}" srcId="{2E60E4DC-9A67-4C23-A191-18713B32DD25}" destId="{38358E1E-D6B8-47A5-9118-5A61D8B510A0}" srcOrd="1" destOrd="0" parTransId="{87DCD3FF-2336-4632-AF19-7B8A15270C7B}" sibTransId="{683C8922-FD4B-441A-9970-FD4DFF54A188}"/>
    <dgm:cxn modelId="{85FE8F02-BD41-4C60-958A-8C0622CCFDA9}" type="presParOf" srcId="{DA5F547E-429D-4F65-A941-C3D9F1ABDDE4}" destId="{ED768B9A-8D09-4C38-B119-35B9EEB747ED}" srcOrd="0" destOrd="0" presId="urn:microsoft.com/office/officeart/2005/8/layout/list1"/>
    <dgm:cxn modelId="{4B9DBA3F-90F4-4CA5-89F4-1786D4C5593C}" type="presParOf" srcId="{ED768B9A-8D09-4C38-B119-35B9EEB747ED}" destId="{6D2532DE-7AA2-4DD4-8140-C4636D8965AE}" srcOrd="0" destOrd="0" presId="urn:microsoft.com/office/officeart/2005/8/layout/list1"/>
    <dgm:cxn modelId="{512FBEBB-1C20-49DA-8F46-E60F094802EB}" type="presParOf" srcId="{ED768B9A-8D09-4C38-B119-35B9EEB747ED}" destId="{16A894EF-BA7C-477D-9AD6-4C01ADB58839}" srcOrd="1" destOrd="0" presId="urn:microsoft.com/office/officeart/2005/8/layout/list1"/>
    <dgm:cxn modelId="{E74016BC-0112-4D2A-A19A-5F3FA4AD8630}" type="presParOf" srcId="{DA5F547E-429D-4F65-A941-C3D9F1ABDDE4}" destId="{9F26E5B2-CDAB-498C-9C41-75B02F55EAC1}" srcOrd="1" destOrd="0" presId="urn:microsoft.com/office/officeart/2005/8/layout/list1"/>
    <dgm:cxn modelId="{69DE8DFD-2901-482C-AA14-1BB1F474F734}" type="presParOf" srcId="{DA5F547E-429D-4F65-A941-C3D9F1ABDDE4}" destId="{48EE7FBD-EA63-48E6-BD3C-C4EB80E86040}" srcOrd="2" destOrd="0" presId="urn:microsoft.com/office/officeart/2005/8/layout/list1"/>
    <dgm:cxn modelId="{3E426666-2AFF-44DA-9C4E-2F4D28A79208}" type="presParOf" srcId="{DA5F547E-429D-4F65-A941-C3D9F1ABDDE4}" destId="{523AFFE1-3AAC-4DD0-AF1D-024C945D3331}" srcOrd="3" destOrd="0" presId="urn:microsoft.com/office/officeart/2005/8/layout/list1"/>
    <dgm:cxn modelId="{F623B39B-8229-4BD8-9FFB-42A4DF586D35}" type="presParOf" srcId="{DA5F547E-429D-4F65-A941-C3D9F1ABDDE4}" destId="{2D9244FF-7B7F-4FB2-AD42-30C1A1374837}" srcOrd="4" destOrd="0" presId="urn:microsoft.com/office/officeart/2005/8/layout/list1"/>
    <dgm:cxn modelId="{164681E6-BB39-4A0B-A299-198A09D89BEA}" type="presParOf" srcId="{2D9244FF-7B7F-4FB2-AD42-30C1A1374837}" destId="{E66A518E-E1FB-4D57-9DFD-831C39C8DCD3}" srcOrd="0" destOrd="0" presId="urn:microsoft.com/office/officeart/2005/8/layout/list1"/>
    <dgm:cxn modelId="{D8BFF239-95CA-4CA7-99FE-11CA27508C32}" type="presParOf" srcId="{2D9244FF-7B7F-4FB2-AD42-30C1A1374837}" destId="{809070E0-B3DE-4363-96A0-FE4BBC71CA7A}" srcOrd="1" destOrd="0" presId="urn:microsoft.com/office/officeart/2005/8/layout/list1"/>
    <dgm:cxn modelId="{C5AABB09-E32A-4C29-AA5D-916621B302F9}" type="presParOf" srcId="{DA5F547E-429D-4F65-A941-C3D9F1ABDDE4}" destId="{E14042CD-C048-4B35-9C92-DE715A0BE456}" srcOrd="5" destOrd="0" presId="urn:microsoft.com/office/officeart/2005/8/layout/list1"/>
    <dgm:cxn modelId="{22F40050-3C71-4087-B6FF-E95D9448E7D3}" type="presParOf" srcId="{DA5F547E-429D-4F65-A941-C3D9F1ABDDE4}" destId="{B627F52D-76A0-496C-A739-C45A94450269}" srcOrd="6" destOrd="0" presId="urn:microsoft.com/office/officeart/2005/8/layout/list1"/>
    <dgm:cxn modelId="{CC13E6E7-02E9-447C-AEBB-846E92BC5554}" type="presParOf" srcId="{DA5F547E-429D-4F65-A941-C3D9F1ABDDE4}" destId="{55B0A9DB-1C32-4779-BFA9-DA2D03E2EAE5}" srcOrd="7" destOrd="0" presId="urn:microsoft.com/office/officeart/2005/8/layout/list1"/>
    <dgm:cxn modelId="{A2516FE1-723B-4E64-9F58-FFA57AAB5616}" type="presParOf" srcId="{DA5F547E-429D-4F65-A941-C3D9F1ABDDE4}" destId="{861B140A-6AFF-4E0A-A6D3-A8A752F0BFDE}" srcOrd="8" destOrd="0" presId="urn:microsoft.com/office/officeart/2005/8/layout/list1"/>
    <dgm:cxn modelId="{2C938588-2858-44A4-B77C-DC6A99748D01}" type="presParOf" srcId="{861B140A-6AFF-4E0A-A6D3-A8A752F0BFDE}" destId="{98D0BC0E-A22A-447E-A124-21703CF9A847}" srcOrd="0" destOrd="0" presId="urn:microsoft.com/office/officeart/2005/8/layout/list1"/>
    <dgm:cxn modelId="{A0144161-B9AC-4F61-8893-402B7B01D8FA}" type="presParOf" srcId="{861B140A-6AFF-4E0A-A6D3-A8A752F0BFDE}" destId="{B48243F7-25BD-416A-9125-958E7E3DF892}" srcOrd="1" destOrd="0" presId="urn:microsoft.com/office/officeart/2005/8/layout/list1"/>
    <dgm:cxn modelId="{964A6C12-A120-43CE-96B0-3B1774EC82B3}" type="presParOf" srcId="{DA5F547E-429D-4F65-A941-C3D9F1ABDDE4}" destId="{A93A074A-C185-4A36-B979-E08454507BD9}" srcOrd="9" destOrd="0" presId="urn:microsoft.com/office/officeart/2005/8/layout/list1"/>
    <dgm:cxn modelId="{01B56DC9-356D-4422-94F6-0B324DDBD2F9}" type="presParOf" srcId="{DA5F547E-429D-4F65-A941-C3D9F1ABDDE4}" destId="{ADD3FA5A-3EF5-4AD7-AFB2-B6B8A5433B09}"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048F85E-6696-452F-BF89-3E8C79DB15E2}"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zh-CN" altLang="en-US"/>
        </a:p>
      </dgm:t>
    </dgm:pt>
    <dgm:pt modelId="{894A7A62-4F02-47BC-89DC-5CB3F793F255}">
      <dgm:prSet phldrT="[文本]"/>
      <dgm:spPr/>
      <dgm:t>
        <a:bodyPr/>
        <a:lstStyle/>
        <a:p>
          <a:r>
            <a:rPr lang="zh-CN" altLang="en-US"/>
            <a:t>实践建议</a:t>
          </a:r>
        </a:p>
      </dgm:t>
    </dgm:pt>
    <dgm:pt modelId="{E9BEDE38-6FA9-47A7-A481-0EEF94E8EFBC}" type="parTrans" cxnId="{7DAF04D8-D521-40C5-B14C-4F70D547F259}">
      <dgm:prSet/>
      <dgm:spPr/>
      <dgm:t>
        <a:bodyPr/>
        <a:lstStyle/>
        <a:p>
          <a:endParaRPr lang="zh-CN" altLang="en-US"/>
        </a:p>
      </dgm:t>
    </dgm:pt>
    <dgm:pt modelId="{9A478B1C-F7CA-4E66-9C1E-625B4064ED2B}" type="sibTrans" cxnId="{7DAF04D8-D521-40C5-B14C-4F70D547F259}">
      <dgm:prSet/>
      <dgm:spPr/>
      <dgm:t>
        <a:bodyPr/>
        <a:lstStyle/>
        <a:p>
          <a:endParaRPr lang="zh-CN" altLang="en-US"/>
        </a:p>
      </dgm:t>
    </dgm:pt>
    <dgm:pt modelId="{68ADF5F6-E934-403F-A871-5137EA663845}">
      <dgm:prSet phldrT="[文本]"/>
      <dgm:spPr/>
      <dgm:t>
        <a:bodyPr/>
        <a:lstStyle/>
        <a:p>
          <a:pPr>
            <a:buFont typeface="Arial" panose="020B0604020202020204" pitchFamily="34" charset="0"/>
            <a:buChar char="•"/>
          </a:pPr>
          <a:r>
            <a:rPr lang="zh-CN" altLang="en-US"/>
            <a:t>对于</a:t>
          </a:r>
          <a:r>
            <a:rPr lang="zh-CN" altLang="en-US">
              <a:highlight>
                <a:srgbClr val="FFFF00"/>
              </a:highlight>
            </a:rPr>
            <a:t>高频重复</a:t>
          </a:r>
          <a:r>
            <a:rPr lang="zh-CN" altLang="en-US"/>
            <a:t>的 </a:t>
          </a:r>
          <a:r>
            <a:rPr lang="en-US">
              <a:highlight>
                <a:srgbClr val="FFFF00"/>
              </a:highlight>
            </a:rPr>
            <a:t>GET </a:t>
          </a:r>
          <a:r>
            <a:rPr lang="zh-CN" altLang="en-US">
              <a:highlight>
                <a:srgbClr val="FFFF00"/>
              </a:highlight>
            </a:rPr>
            <a:t>请求</a:t>
          </a:r>
          <a:r>
            <a:rPr lang="zh-CN" altLang="en-US"/>
            <a:t>可缓存，其他 </a:t>
          </a:r>
          <a:r>
            <a:rPr lang="en-US"/>
            <a:t>GET </a:t>
          </a:r>
          <a:r>
            <a:rPr lang="zh-CN" altLang="en-US"/>
            <a:t>请求不可缓存</a:t>
          </a:r>
        </a:p>
      </dgm:t>
    </dgm:pt>
    <dgm:pt modelId="{FF3C6459-3519-4750-A6B1-FE5A020AADD0}" type="parTrans" cxnId="{BA7DFDF4-EDB1-488E-8938-CF13458D04DC}">
      <dgm:prSet/>
      <dgm:spPr/>
      <dgm:t>
        <a:bodyPr/>
        <a:lstStyle/>
        <a:p>
          <a:endParaRPr lang="zh-CN" altLang="en-US"/>
        </a:p>
      </dgm:t>
    </dgm:pt>
    <dgm:pt modelId="{26AA7377-77A4-4723-B499-F09DC8AD5E04}" type="sibTrans" cxnId="{BA7DFDF4-EDB1-488E-8938-CF13458D04DC}">
      <dgm:prSet/>
      <dgm:spPr/>
      <dgm:t>
        <a:bodyPr/>
        <a:lstStyle/>
        <a:p>
          <a:endParaRPr lang="zh-CN" altLang="en-US"/>
        </a:p>
      </dgm:t>
    </dgm:pt>
    <dgm:pt modelId="{39C2FE00-2E62-42EC-9C80-937E7598A989}">
      <dgm:prSet phldrT="[文本]"/>
      <dgm:spPr/>
      <dgm:t>
        <a:bodyPr/>
        <a:lstStyle/>
        <a:p>
          <a:pPr>
            <a:buFont typeface="Arial" panose="020B0604020202020204" pitchFamily="34" charset="0"/>
            <a:buChar char="•"/>
          </a:pPr>
          <a:r>
            <a:rPr lang="en-US"/>
            <a:t>POST/PUT/DELETE </a:t>
          </a:r>
          <a:r>
            <a:rPr lang="zh-CN" altLang="en-US"/>
            <a:t>不可缓存</a:t>
          </a:r>
        </a:p>
      </dgm:t>
    </dgm:pt>
    <dgm:pt modelId="{48F661AF-850A-4A3E-A6C4-065503EA94C5}" type="parTrans" cxnId="{3FF66359-821A-42CA-8A89-DD92BF288D28}">
      <dgm:prSet/>
      <dgm:spPr/>
      <dgm:t>
        <a:bodyPr/>
        <a:lstStyle/>
        <a:p>
          <a:endParaRPr lang="zh-CN" altLang="en-US"/>
        </a:p>
      </dgm:t>
    </dgm:pt>
    <dgm:pt modelId="{1AA7CA06-594B-47BA-94E2-35937CBB3BB4}" type="sibTrans" cxnId="{3FF66359-821A-42CA-8A89-DD92BF288D28}">
      <dgm:prSet/>
      <dgm:spPr/>
      <dgm:t>
        <a:bodyPr/>
        <a:lstStyle/>
        <a:p>
          <a:endParaRPr lang="zh-CN" altLang="en-US"/>
        </a:p>
      </dgm:t>
    </dgm:pt>
    <dgm:pt modelId="{D8FA605D-9DCA-495E-8AF9-CC5BA3ADE1A7}">
      <dgm:prSet phldrT="[文本]"/>
      <dgm:spPr/>
      <dgm:t>
        <a:bodyPr/>
        <a:lstStyle/>
        <a:p>
          <a:pPr>
            <a:buFont typeface="Arial" panose="020B0604020202020204" pitchFamily="34" charset="0"/>
            <a:buChar char="•"/>
          </a:pPr>
          <a:r>
            <a:rPr lang="zh-CN" altLang="en-US"/>
            <a:t>使用 </a:t>
          </a:r>
          <a:r>
            <a:rPr lang="en-US"/>
            <a:t>ETag </a:t>
          </a:r>
          <a:r>
            <a:rPr lang="zh-CN" altLang="en-US"/>
            <a:t>或 </a:t>
          </a:r>
          <a:r>
            <a:rPr lang="en-US"/>
            <a:t>Last-Modified </a:t>
          </a:r>
          <a:r>
            <a:rPr lang="zh-CN" altLang="en-US"/>
            <a:t>验证缓存，让客户端在请求资源时，检查资 源是否发生了变化，从而决定是使用本地缓存还是重新下载。 </a:t>
          </a:r>
        </a:p>
      </dgm:t>
    </dgm:pt>
    <dgm:pt modelId="{B51DC18A-2F19-48BE-95B3-45FE8E5A82B2}" type="parTrans" cxnId="{EC191115-57A2-4080-B281-7A0A315E39F8}">
      <dgm:prSet/>
      <dgm:spPr/>
      <dgm:t>
        <a:bodyPr/>
        <a:lstStyle/>
        <a:p>
          <a:endParaRPr lang="zh-CN" altLang="en-US"/>
        </a:p>
      </dgm:t>
    </dgm:pt>
    <dgm:pt modelId="{208A008A-7D09-437C-9767-BA242B646945}" type="sibTrans" cxnId="{EC191115-57A2-4080-B281-7A0A315E39F8}">
      <dgm:prSet/>
      <dgm:spPr/>
      <dgm:t>
        <a:bodyPr/>
        <a:lstStyle/>
        <a:p>
          <a:endParaRPr lang="zh-CN" altLang="en-US"/>
        </a:p>
      </dgm:t>
    </dgm:pt>
    <dgm:pt modelId="{FAC36298-DCA7-422D-831B-254410C548CF}" type="pres">
      <dgm:prSet presAssocID="{D048F85E-6696-452F-BF89-3E8C79DB15E2}" presName="linear" presStyleCnt="0">
        <dgm:presLayoutVars>
          <dgm:dir/>
          <dgm:animLvl val="lvl"/>
          <dgm:resizeHandles val="exact"/>
        </dgm:presLayoutVars>
      </dgm:prSet>
      <dgm:spPr/>
    </dgm:pt>
    <dgm:pt modelId="{F9E1A52B-ADEA-49A4-906E-4A6EFE47FC60}" type="pres">
      <dgm:prSet presAssocID="{894A7A62-4F02-47BC-89DC-5CB3F793F255}" presName="parentLin" presStyleCnt="0"/>
      <dgm:spPr/>
    </dgm:pt>
    <dgm:pt modelId="{6D263B3A-6F24-43A9-9021-5A64FB5415F5}" type="pres">
      <dgm:prSet presAssocID="{894A7A62-4F02-47BC-89DC-5CB3F793F255}" presName="parentLeftMargin" presStyleLbl="node1" presStyleIdx="0" presStyleCnt="1"/>
      <dgm:spPr/>
    </dgm:pt>
    <dgm:pt modelId="{228B6728-3B5D-4B97-926A-FA8A68DAD15F}" type="pres">
      <dgm:prSet presAssocID="{894A7A62-4F02-47BC-89DC-5CB3F793F255}" presName="parentText" presStyleLbl="node1" presStyleIdx="0" presStyleCnt="1">
        <dgm:presLayoutVars>
          <dgm:chMax val="0"/>
          <dgm:bulletEnabled val="1"/>
        </dgm:presLayoutVars>
      </dgm:prSet>
      <dgm:spPr/>
    </dgm:pt>
    <dgm:pt modelId="{6FFF815B-40AF-4760-B52A-7EA1FC519149}" type="pres">
      <dgm:prSet presAssocID="{894A7A62-4F02-47BC-89DC-5CB3F793F255}" presName="negativeSpace" presStyleCnt="0"/>
      <dgm:spPr/>
    </dgm:pt>
    <dgm:pt modelId="{A4F5BCE9-F1C9-476D-910F-8566F115449F}" type="pres">
      <dgm:prSet presAssocID="{894A7A62-4F02-47BC-89DC-5CB3F793F255}" presName="childText" presStyleLbl="conFgAcc1" presStyleIdx="0" presStyleCnt="1">
        <dgm:presLayoutVars>
          <dgm:bulletEnabled val="1"/>
        </dgm:presLayoutVars>
      </dgm:prSet>
      <dgm:spPr/>
    </dgm:pt>
  </dgm:ptLst>
  <dgm:cxnLst>
    <dgm:cxn modelId="{EC191115-57A2-4080-B281-7A0A315E39F8}" srcId="{894A7A62-4F02-47BC-89DC-5CB3F793F255}" destId="{D8FA605D-9DCA-495E-8AF9-CC5BA3ADE1A7}" srcOrd="2" destOrd="0" parTransId="{B51DC18A-2F19-48BE-95B3-45FE8E5A82B2}" sibTransId="{208A008A-7D09-437C-9767-BA242B646945}"/>
    <dgm:cxn modelId="{2517F21B-36A3-4CBC-B1B8-7AC6C661E3AB}" type="presOf" srcId="{894A7A62-4F02-47BC-89DC-5CB3F793F255}" destId="{6D263B3A-6F24-43A9-9021-5A64FB5415F5}" srcOrd="0" destOrd="0" presId="urn:microsoft.com/office/officeart/2005/8/layout/list1"/>
    <dgm:cxn modelId="{ACD79A60-3C53-4DB8-A558-44550C6C86E0}" type="presOf" srcId="{D048F85E-6696-452F-BF89-3E8C79DB15E2}" destId="{FAC36298-DCA7-422D-831B-254410C548CF}" srcOrd="0" destOrd="0" presId="urn:microsoft.com/office/officeart/2005/8/layout/list1"/>
    <dgm:cxn modelId="{3FF66359-821A-42CA-8A89-DD92BF288D28}" srcId="{894A7A62-4F02-47BC-89DC-5CB3F793F255}" destId="{39C2FE00-2E62-42EC-9C80-937E7598A989}" srcOrd="1" destOrd="0" parTransId="{48F661AF-850A-4A3E-A6C4-065503EA94C5}" sibTransId="{1AA7CA06-594B-47BA-94E2-35937CBB3BB4}"/>
    <dgm:cxn modelId="{01FD1AD0-24CD-4D60-B1F0-1EFA894A4642}" type="presOf" srcId="{894A7A62-4F02-47BC-89DC-5CB3F793F255}" destId="{228B6728-3B5D-4B97-926A-FA8A68DAD15F}" srcOrd="1" destOrd="0" presId="urn:microsoft.com/office/officeart/2005/8/layout/list1"/>
    <dgm:cxn modelId="{7DAF04D8-D521-40C5-B14C-4F70D547F259}" srcId="{D048F85E-6696-452F-BF89-3E8C79DB15E2}" destId="{894A7A62-4F02-47BC-89DC-5CB3F793F255}" srcOrd="0" destOrd="0" parTransId="{E9BEDE38-6FA9-47A7-A481-0EEF94E8EFBC}" sibTransId="{9A478B1C-F7CA-4E66-9C1E-625B4064ED2B}"/>
    <dgm:cxn modelId="{104A8FDC-CBA4-4901-98D4-091EE728947B}" type="presOf" srcId="{39C2FE00-2E62-42EC-9C80-937E7598A989}" destId="{A4F5BCE9-F1C9-476D-910F-8566F115449F}" srcOrd="0" destOrd="1" presId="urn:microsoft.com/office/officeart/2005/8/layout/list1"/>
    <dgm:cxn modelId="{3889D9ED-D994-4025-B703-585B568F5A71}" type="presOf" srcId="{D8FA605D-9DCA-495E-8AF9-CC5BA3ADE1A7}" destId="{A4F5BCE9-F1C9-476D-910F-8566F115449F}" srcOrd="0" destOrd="2" presId="urn:microsoft.com/office/officeart/2005/8/layout/list1"/>
    <dgm:cxn modelId="{BA7DFDF4-EDB1-488E-8938-CF13458D04DC}" srcId="{894A7A62-4F02-47BC-89DC-5CB3F793F255}" destId="{68ADF5F6-E934-403F-A871-5137EA663845}" srcOrd="0" destOrd="0" parTransId="{FF3C6459-3519-4750-A6B1-FE5A020AADD0}" sibTransId="{26AA7377-77A4-4723-B499-F09DC8AD5E04}"/>
    <dgm:cxn modelId="{98BE54FC-A1C0-4DE0-A293-61909F2D6196}" type="presOf" srcId="{68ADF5F6-E934-403F-A871-5137EA663845}" destId="{A4F5BCE9-F1C9-476D-910F-8566F115449F}" srcOrd="0" destOrd="0" presId="urn:microsoft.com/office/officeart/2005/8/layout/list1"/>
    <dgm:cxn modelId="{D4E82CCA-822C-4218-B04C-904524277323}" type="presParOf" srcId="{FAC36298-DCA7-422D-831B-254410C548CF}" destId="{F9E1A52B-ADEA-49A4-906E-4A6EFE47FC60}" srcOrd="0" destOrd="0" presId="urn:microsoft.com/office/officeart/2005/8/layout/list1"/>
    <dgm:cxn modelId="{FB2275E0-70C8-4C07-8D66-D9056F3C2BE0}" type="presParOf" srcId="{F9E1A52B-ADEA-49A4-906E-4A6EFE47FC60}" destId="{6D263B3A-6F24-43A9-9021-5A64FB5415F5}" srcOrd="0" destOrd="0" presId="urn:microsoft.com/office/officeart/2005/8/layout/list1"/>
    <dgm:cxn modelId="{B9504FE5-EB81-4693-A008-50B47C1084F2}" type="presParOf" srcId="{F9E1A52B-ADEA-49A4-906E-4A6EFE47FC60}" destId="{228B6728-3B5D-4B97-926A-FA8A68DAD15F}" srcOrd="1" destOrd="0" presId="urn:microsoft.com/office/officeart/2005/8/layout/list1"/>
    <dgm:cxn modelId="{52D6BC03-B0B8-453D-B5AB-CFEEE1AF8E6B}" type="presParOf" srcId="{FAC36298-DCA7-422D-831B-254410C548CF}" destId="{6FFF815B-40AF-4760-B52A-7EA1FC519149}" srcOrd="1" destOrd="0" presId="urn:microsoft.com/office/officeart/2005/8/layout/list1"/>
    <dgm:cxn modelId="{565BFC2C-B651-42F6-BFA6-8FFCC786813C}" type="presParOf" srcId="{FAC36298-DCA7-422D-831B-254410C548CF}" destId="{A4F5BCE9-F1C9-476D-910F-8566F115449F}"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515A71-7EA4-48CC-A838-ABBADEA150D6}">
      <dsp:nvSpPr>
        <dsp:cNvPr id="0" name=""/>
        <dsp:cNvSpPr/>
      </dsp:nvSpPr>
      <dsp:spPr>
        <a:xfrm>
          <a:off x="0" y="257378"/>
          <a:ext cx="11176000" cy="15561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270764" rIns="867382" bIns="92456" numCol="1" spcCol="1270" anchor="t" anchorCtr="0">
          <a:noAutofit/>
        </a:bodyPr>
        <a:lstStyle/>
        <a:p>
          <a:pPr marL="114300" lvl="1" indent="-114300" algn="l" defTabSz="577850">
            <a:lnSpc>
              <a:spcPct val="90000"/>
            </a:lnSpc>
            <a:spcBef>
              <a:spcPct val="0"/>
            </a:spcBef>
            <a:spcAft>
              <a:spcPct val="15000"/>
            </a:spcAft>
            <a:buChar char="•"/>
          </a:pPr>
          <a:r>
            <a:rPr lang="zh-CN" altLang="en-US" sz="1300" kern="1200"/>
            <a:t>什么是</a:t>
          </a:r>
          <a:r>
            <a:rPr lang="en-US" altLang="zh-CN" sz="1300" kern="1200"/>
            <a:t>API</a:t>
          </a:r>
          <a:endParaRPr lang="zh-CN" altLang="en-US" sz="1300" kern="1200"/>
        </a:p>
        <a:p>
          <a:pPr marL="114300" lvl="1" indent="-114300" algn="l" defTabSz="577850">
            <a:lnSpc>
              <a:spcPct val="90000"/>
            </a:lnSpc>
            <a:spcBef>
              <a:spcPct val="0"/>
            </a:spcBef>
            <a:spcAft>
              <a:spcPct val="15000"/>
            </a:spcAft>
            <a:buChar char="•"/>
          </a:pPr>
          <a:r>
            <a:rPr lang="en-US" altLang="zh-CN" sz="1300" kern="1200"/>
            <a:t>API</a:t>
          </a:r>
          <a:r>
            <a:rPr lang="zh-CN" altLang="en-US" sz="1300" kern="1200"/>
            <a:t>的核心价值</a:t>
          </a:r>
        </a:p>
        <a:p>
          <a:pPr marL="114300" lvl="1" indent="-114300" algn="l" defTabSz="577850">
            <a:lnSpc>
              <a:spcPct val="90000"/>
            </a:lnSpc>
            <a:spcBef>
              <a:spcPct val="0"/>
            </a:spcBef>
            <a:spcAft>
              <a:spcPct val="15000"/>
            </a:spcAft>
            <a:buChar char="•"/>
          </a:pPr>
          <a:r>
            <a:rPr lang="en-US" altLang="zh-CN" sz="1300" kern="1200"/>
            <a:t>API</a:t>
          </a:r>
          <a:r>
            <a:rPr lang="zh-CN" altLang="en-US" sz="1300" kern="1200"/>
            <a:t>的组成</a:t>
          </a:r>
        </a:p>
        <a:p>
          <a:pPr marL="114300" lvl="1" indent="-114300" algn="l" defTabSz="577850">
            <a:lnSpc>
              <a:spcPct val="90000"/>
            </a:lnSpc>
            <a:spcBef>
              <a:spcPct val="0"/>
            </a:spcBef>
            <a:spcAft>
              <a:spcPct val="15000"/>
            </a:spcAft>
            <a:buChar char="•"/>
          </a:pPr>
          <a:r>
            <a:rPr lang="zh-CN" altLang="en-US" sz="1300" kern="1200"/>
            <a:t>作业一</a:t>
          </a:r>
          <a:r>
            <a:rPr lang="en-US" altLang="zh-CN" sz="1300" kern="1200"/>
            <a:t>~</a:t>
          </a:r>
          <a:r>
            <a:rPr lang="zh-CN" altLang="en-US" sz="1300" kern="1200"/>
            <a:t>二</a:t>
          </a:r>
        </a:p>
      </dsp:txBody>
      <dsp:txXfrm>
        <a:off x="0" y="257378"/>
        <a:ext cx="11176000" cy="1556100"/>
      </dsp:txXfrm>
    </dsp:sp>
    <dsp:sp modelId="{5819CD99-12DF-4676-BB87-1B1516323252}">
      <dsp:nvSpPr>
        <dsp:cNvPr id="0" name=""/>
        <dsp:cNvSpPr/>
      </dsp:nvSpPr>
      <dsp:spPr>
        <a:xfrm>
          <a:off x="558800" y="65498"/>
          <a:ext cx="7823200" cy="38376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577850">
            <a:lnSpc>
              <a:spcPct val="90000"/>
            </a:lnSpc>
            <a:spcBef>
              <a:spcPct val="0"/>
            </a:spcBef>
            <a:spcAft>
              <a:spcPct val="35000"/>
            </a:spcAft>
            <a:buNone/>
          </a:pPr>
          <a:r>
            <a:rPr lang="en-US" altLang="zh-CN" sz="1300" kern="1200"/>
            <a:t>API</a:t>
          </a:r>
          <a:r>
            <a:rPr lang="zh-CN" altLang="en-US" sz="1300" kern="1200"/>
            <a:t>概述</a:t>
          </a:r>
        </a:p>
      </dsp:txBody>
      <dsp:txXfrm>
        <a:off x="577534" y="84232"/>
        <a:ext cx="7785732" cy="346292"/>
      </dsp:txXfrm>
    </dsp:sp>
    <dsp:sp modelId="{EC6C785D-760B-4E3A-9917-42B87393711B}">
      <dsp:nvSpPr>
        <dsp:cNvPr id="0" name=""/>
        <dsp:cNvSpPr/>
      </dsp:nvSpPr>
      <dsp:spPr>
        <a:xfrm>
          <a:off x="0" y="2075558"/>
          <a:ext cx="11176000" cy="1228500"/>
        </a:xfrm>
        <a:prstGeom prst="rect">
          <a:avLst/>
        </a:prstGeom>
        <a:solidFill>
          <a:schemeClr val="lt1">
            <a:alpha val="90000"/>
            <a:hueOff val="0"/>
            <a:satOff val="0"/>
            <a:lumOff val="0"/>
            <a:alphaOff val="0"/>
          </a:schemeClr>
        </a:solidFill>
        <a:ln w="12700" cap="flat" cmpd="sng" algn="ctr">
          <a:solidFill>
            <a:schemeClr val="accent4">
              <a:hueOff val="-3144288"/>
              <a:satOff val="19298"/>
              <a:lumOff val="-294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270764" rIns="867382" bIns="92456" numCol="1" spcCol="1270" anchor="t" anchorCtr="0">
          <a:noAutofit/>
        </a:bodyPr>
        <a:lstStyle/>
        <a:p>
          <a:pPr marL="114300" lvl="1" indent="-114300" algn="l" defTabSz="577850">
            <a:lnSpc>
              <a:spcPct val="90000"/>
            </a:lnSpc>
            <a:spcBef>
              <a:spcPct val="0"/>
            </a:spcBef>
            <a:spcAft>
              <a:spcPct val="15000"/>
            </a:spcAft>
            <a:buChar char="•"/>
          </a:pPr>
          <a:r>
            <a:rPr lang="en-US" altLang="zh-CN" sz="1300" kern="1200"/>
            <a:t>RESTful</a:t>
          </a:r>
          <a:r>
            <a:rPr lang="zh-CN" altLang="en-US" sz="1300" kern="1200"/>
            <a:t>规范的核心原则</a:t>
          </a:r>
        </a:p>
        <a:p>
          <a:pPr marL="114300" lvl="1" indent="-114300" algn="l" defTabSz="577850">
            <a:lnSpc>
              <a:spcPct val="90000"/>
            </a:lnSpc>
            <a:spcBef>
              <a:spcPct val="0"/>
            </a:spcBef>
            <a:spcAft>
              <a:spcPct val="15000"/>
            </a:spcAft>
            <a:buChar char="•"/>
          </a:pPr>
          <a:r>
            <a:rPr lang="zh-CN" altLang="en-US" sz="1300" kern="1200"/>
            <a:t>统一接口的四个子约束</a:t>
          </a:r>
        </a:p>
        <a:p>
          <a:pPr marL="114300" lvl="1" indent="-114300" algn="l" defTabSz="577850">
            <a:lnSpc>
              <a:spcPct val="90000"/>
            </a:lnSpc>
            <a:spcBef>
              <a:spcPct val="0"/>
            </a:spcBef>
            <a:spcAft>
              <a:spcPct val="15000"/>
            </a:spcAft>
            <a:buChar char="•"/>
          </a:pPr>
          <a:r>
            <a:rPr lang="zh-CN" altLang="en-US" sz="1300" kern="1200"/>
            <a:t>作业三</a:t>
          </a:r>
          <a:r>
            <a:rPr lang="en-US" altLang="zh-CN" sz="1300" kern="1200"/>
            <a:t>~</a:t>
          </a:r>
          <a:r>
            <a:rPr lang="zh-CN" altLang="en-US" sz="1300" kern="1200"/>
            <a:t>五</a:t>
          </a:r>
        </a:p>
      </dsp:txBody>
      <dsp:txXfrm>
        <a:off x="0" y="2075558"/>
        <a:ext cx="11176000" cy="1228500"/>
      </dsp:txXfrm>
    </dsp:sp>
    <dsp:sp modelId="{D0CFFECE-78F1-4F6E-84F6-B2C218A7149C}">
      <dsp:nvSpPr>
        <dsp:cNvPr id="0" name=""/>
        <dsp:cNvSpPr/>
      </dsp:nvSpPr>
      <dsp:spPr>
        <a:xfrm>
          <a:off x="558800" y="1883678"/>
          <a:ext cx="7823200" cy="383760"/>
        </a:xfrm>
        <a:prstGeom prst="roundRect">
          <a:avLst/>
        </a:prstGeom>
        <a:solidFill>
          <a:schemeClr val="accent4">
            <a:hueOff val="-3144288"/>
            <a:satOff val="19298"/>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577850">
            <a:lnSpc>
              <a:spcPct val="90000"/>
            </a:lnSpc>
            <a:spcBef>
              <a:spcPct val="0"/>
            </a:spcBef>
            <a:spcAft>
              <a:spcPct val="35000"/>
            </a:spcAft>
            <a:buNone/>
          </a:pPr>
          <a:r>
            <a:rPr lang="en-US" altLang="zh-CN" sz="1300" kern="1200"/>
            <a:t>RESTful</a:t>
          </a:r>
          <a:r>
            <a:rPr lang="zh-CN" altLang="en-US" sz="1300" kern="1200"/>
            <a:t>规范</a:t>
          </a:r>
        </a:p>
      </dsp:txBody>
      <dsp:txXfrm>
        <a:off x="577534" y="1902412"/>
        <a:ext cx="7785732" cy="346292"/>
      </dsp:txXfrm>
    </dsp:sp>
    <dsp:sp modelId="{DCE72A8E-A6BC-45F1-B82E-450A8F65E0B6}">
      <dsp:nvSpPr>
        <dsp:cNvPr id="0" name=""/>
        <dsp:cNvSpPr/>
      </dsp:nvSpPr>
      <dsp:spPr>
        <a:xfrm>
          <a:off x="0" y="3566138"/>
          <a:ext cx="11176000" cy="2129400"/>
        </a:xfrm>
        <a:prstGeom prst="rect">
          <a:avLst/>
        </a:prstGeom>
        <a:solidFill>
          <a:schemeClr val="lt1">
            <a:alpha val="90000"/>
            <a:hueOff val="0"/>
            <a:satOff val="0"/>
            <a:lumOff val="0"/>
            <a:alphaOff val="0"/>
          </a:schemeClr>
        </a:solidFill>
        <a:ln w="12700" cap="flat" cmpd="sng" algn="ctr">
          <a:solidFill>
            <a:schemeClr val="accent4">
              <a:hueOff val="-6288576"/>
              <a:satOff val="38596"/>
              <a:lumOff val="-588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270764" rIns="867382" bIns="92456" numCol="1" spcCol="1270" anchor="t" anchorCtr="0">
          <a:noAutofit/>
        </a:bodyPr>
        <a:lstStyle/>
        <a:p>
          <a:pPr marL="114300" lvl="1" indent="-114300" algn="l" defTabSz="577850">
            <a:lnSpc>
              <a:spcPct val="90000"/>
            </a:lnSpc>
            <a:spcBef>
              <a:spcPct val="0"/>
            </a:spcBef>
            <a:spcAft>
              <a:spcPct val="15000"/>
            </a:spcAft>
            <a:buChar char="•"/>
          </a:pPr>
          <a:r>
            <a:rPr lang="zh-CN" altLang="en-US" sz="1300" kern="1200"/>
            <a:t>客户端</a:t>
          </a:r>
          <a:r>
            <a:rPr lang="en-US" altLang="zh-CN" sz="1300" kern="1200"/>
            <a:t>-</a:t>
          </a:r>
          <a:r>
            <a:rPr lang="zh-CN" altLang="en-US" sz="1300" kern="1200"/>
            <a:t>服务器分离</a:t>
          </a:r>
        </a:p>
        <a:p>
          <a:pPr marL="114300" lvl="1" indent="-114300" algn="l" defTabSz="577850">
            <a:lnSpc>
              <a:spcPct val="90000"/>
            </a:lnSpc>
            <a:spcBef>
              <a:spcPct val="0"/>
            </a:spcBef>
            <a:spcAft>
              <a:spcPct val="15000"/>
            </a:spcAft>
            <a:buChar char="•"/>
          </a:pPr>
          <a:r>
            <a:rPr lang="zh-CN" altLang="en-US" sz="1300" kern="1200"/>
            <a:t>无状态</a:t>
          </a:r>
        </a:p>
        <a:p>
          <a:pPr marL="114300" lvl="1" indent="-114300" algn="l" defTabSz="577850">
            <a:lnSpc>
              <a:spcPct val="90000"/>
            </a:lnSpc>
            <a:spcBef>
              <a:spcPct val="0"/>
            </a:spcBef>
            <a:spcAft>
              <a:spcPct val="15000"/>
            </a:spcAft>
            <a:buChar char="•"/>
          </a:pPr>
          <a:r>
            <a:rPr lang="zh-CN" altLang="en-US" sz="1300" kern="1200"/>
            <a:t>可缓存</a:t>
          </a:r>
        </a:p>
        <a:p>
          <a:pPr marL="114300" lvl="1" indent="-114300" algn="l" defTabSz="577850">
            <a:lnSpc>
              <a:spcPct val="90000"/>
            </a:lnSpc>
            <a:spcBef>
              <a:spcPct val="0"/>
            </a:spcBef>
            <a:spcAft>
              <a:spcPct val="15000"/>
            </a:spcAft>
            <a:buChar char="•"/>
          </a:pPr>
          <a:r>
            <a:rPr lang="zh-CN" altLang="en-US" sz="1300" kern="1200"/>
            <a:t>统一接口</a:t>
          </a:r>
        </a:p>
        <a:p>
          <a:pPr marL="114300" lvl="1" indent="-114300" algn="l" defTabSz="577850">
            <a:lnSpc>
              <a:spcPct val="90000"/>
            </a:lnSpc>
            <a:spcBef>
              <a:spcPct val="0"/>
            </a:spcBef>
            <a:spcAft>
              <a:spcPct val="15000"/>
            </a:spcAft>
            <a:buChar char="•"/>
          </a:pPr>
          <a:r>
            <a:rPr lang="en-US" altLang="zh-CN" sz="1300" kern="1200"/>
            <a:t>API</a:t>
          </a:r>
          <a:r>
            <a:rPr lang="zh-CN" altLang="en-US" sz="1300" kern="1200"/>
            <a:t>文档编辑工具的使用</a:t>
          </a:r>
        </a:p>
        <a:p>
          <a:pPr marL="114300" lvl="1" indent="-114300" algn="l" defTabSz="577850">
            <a:lnSpc>
              <a:spcPct val="90000"/>
            </a:lnSpc>
            <a:spcBef>
              <a:spcPct val="0"/>
            </a:spcBef>
            <a:spcAft>
              <a:spcPct val="15000"/>
            </a:spcAft>
            <a:buChar char="•"/>
          </a:pPr>
          <a:r>
            <a:rPr lang="zh-CN" altLang="en-US" sz="1300" kern="1200"/>
            <a:t>作业六</a:t>
          </a:r>
        </a:p>
      </dsp:txBody>
      <dsp:txXfrm>
        <a:off x="0" y="3566138"/>
        <a:ext cx="11176000" cy="2129400"/>
      </dsp:txXfrm>
    </dsp:sp>
    <dsp:sp modelId="{7AED97A5-34F7-4EB5-AB5C-89D886E5248D}">
      <dsp:nvSpPr>
        <dsp:cNvPr id="0" name=""/>
        <dsp:cNvSpPr/>
      </dsp:nvSpPr>
      <dsp:spPr>
        <a:xfrm>
          <a:off x="558800" y="3374258"/>
          <a:ext cx="7823200" cy="383760"/>
        </a:xfrm>
        <a:prstGeom prst="roundRect">
          <a:avLst/>
        </a:prstGeom>
        <a:solidFill>
          <a:schemeClr val="accent4">
            <a:hueOff val="-6288576"/>
            <a:satOff val="38596"/>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577850">
            <a:lnSpc>
              <a:spcPct val="90000"/>
            </a:lnSpc>
            <a:spcBef>
              <a:spcPct val="0"/>
            </a:spcBef>
            <a:spcAft>
              <a:spcPct val="35000"/>
            </a:spcAft>
            <a:buNone/>
          </a:pPr>
          <a:r>
            <a:rPr lang="en-US" altLang="zh-CN" sz="1300" kern="1200"/>
            <a:t>RESTful</a:t>
          </a:r>
          <a:r>
            <a:rPr lang="zh-CN" altLang="en-US" sz="1300" kern="1200"/>
            <a:t>风格的</a:t>
          </a:r>
          <a:r>
            <a:rPr lang="en-US" altLang="zh-CN" sz="1300" kern="1200"/>
            <a:t>API</a:t>
          </a:r>
          <a:r>
            <a:rPr lang="zh-CN" altLang="en-US" sz="1300" kern="1200"/>
            <a:t>设计</a:t>
          </a:r>
        </a:p>
      </dsp:txBody>
      <dsp:txXfrm>
        <a:off x="577534" y="3392992"/>
        <a:ext cx="7785732" cy="3462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981B7B-735D-4F13-A875-5CF9450744ED}">
      <dsp:nvSpPr>
        <dsp:cNvPr id="0" name=""/>
        <dsp:cNvSpPr/>
      </dsp:nvSpPr>
      <dsp:spPr>
        <a:xfrm>
          <a:off x="0" y="249278"/>
          <a:ext cx="11176000" cy="781200"/>
        </a:xfrm>
        <a:prstGeom prst="rect">
          <a:avLst/>
        </a:prstGeom>
        <a:solidFill>
          <a:schemeClr val="dk2">
            <a:alpha val="90000"/>
            <a:tint val="4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333248" rIns="867382" bIns="113792" numCol="1" spcCol="1270" anchor="t" anchorCtr="0">
          <a:noAutofit/>
        </a:bodyPr>
        <a:lstStyle/>
        <a:p>
          <a:pPr marL="171450" lvl="1" indent="-171450" algn="l" defTabSz="711200">
            <a:lnSpc>
              <a:spcPct val="90000"/>
            </a:lnSpc>
            <a:spcBef>
              <a:spcPct val="0"/>
            </a:spcBef>
            <a:spcAft>
              <a:spcPct val="15000"/>
            </a:spcAft>
            <a:buFont typeface="Wingdings" panose="05000000000000000000" pitchFamily="2" charset="2"/>
            <a:buChar char=""/>
          </a:pPr>
          <a:r>
            <a:rPr lang="zh-CN" sz="1600" kern="1200"/>
            <a:t>一个大系统不可能由一个人完成，必须拆分成模块，模块之间需要约定如何通信——因此需要</a:t>
          </a:r>
          <a:r>
            <a:rPr lang="en-US" sz="1600" kern="1200"/>
            <a:t>API</a:t>
          </a:r>
          <a:r>
            <a:rPr lang="zh-CN" sz="1600" kern="1200"/>
            <a:t>。</a:t>
          </a:r>
          <a:endParaRPr lang="zh-CN" altLang="en-US" sz="1600" kern="1200"/>
        </a:p>
      </dsp:txBody>
      <dsp:txXfrm>
        <a:off x="0" y="249278"/>
        <a:ext cx="11176000" cy="781200"/>
      </dsp:txXfrm>
    </dsp:sp>
    <dsp:sp modelId="{955DE242-EAFD-46E4-B604-4431C04FE8FC}">
      <dsp:nvSpPr>
        <dsp:cNvPr id="0" name=""/>
        <dsp:cNvSpPr/>
      </dsp:nvSpPr>
      <dsp:spPr>
        <a:xfrm>
          <a:off x="558800" y="13118"/>
          <a:ext cx="7823200" cy="472320"/>
        </a:xfrm>
        <a:prstGeom prst="roundRect">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711200">
            <a:lnSpc>
              <a:spcPct val="90000"/>
            </a:lnSpc>
            <a:spcBef>
              <a:spcPct val="0"/>
            </a:spcBef>
            <a:spcAft>
              <a:spcPct val="35000"/>
            </a:spcAft>
            <a:buFont typeface="Wingdings" panose="05000000000000000000" pitchFamily="2" charset="2"/>
            <a:buNone/>
          </a:pPr>
          <a:r>
            <a:rPr lang="zh-CN" sz="1600" kern="1200"/>
            <a:t>软件复杂度爆表：</a:t>
          </a:r>
          <a:endParaRPr lang="zh-CN" altLang="en-US" sz="1600" kern="1200"/>
        </a:p>
      </dsp:txBody>
      <dsp:txXfrm>
        <a:off x="581857" y="36175"/>
        <a:ext cx="7777086" cy="426206"/>
      </dsp:txXfrm>
    </dsp:sp>
    <dsp:sp modelId="{7DD8603D-6AF5-4D1B-8B44-B0C19F1960FA}">
      <dsp:nvSpPr>
        <dsp:cNvPr id="0" name=""/>
        <dsp:cNvSpPr/>
      </dsp:nvSpPr>
      <dsp:spPr>
        <a:xfrm>
          <a:off x="0" y="1353038"/>
          <a:ext cx="11176000" cy="1083600"/>
        </a:xfrm>
        <a:prstGeom prst="rect">
          <a:avLst/>
        </a:prstGeom>
        <a:solidFill>
          <a:schemeClr val="dk2">
            <a:alpha val="90000"/>
            <a:tint val="4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333248" rIns="867382" bIns="113792" numCol="1" spcCol="1270" anchor="t" anchorCtr="0">
          <a:noAutofit/>
        </a:bodyPr>
        <a:lstStyle/>
        <a:p>
          <a:pPr marL="171450" lvl="1" indent="-171450" algn="l" defTabSz="711200">
            <a:lnSpc>
              <a:spcPct val="90000"/>
            </a:lnSpc>
            <a:spcBef>
              <a:spcPct val="0"/>
            </a:spcBef>
            <a:spcAft>
              <a:spcPct val="15000"/>
            </a:spcAft>
            <a:buFont typeface="Wingdings" panose="05000000000000000000" pitchFamily="2" charset="2"/>
            <a:buChar char=""/>
          </a:pPr>
          <a:r>
            <a:rPr lang="zh-CN" sz="1600" kern="1200"/>
            <a:t>有</a:t>
          </a:r>
          <a:r>
            <a:rPr lang="en-US" sz="1600" kern="1200"/>
            <a:t>API</a:t>
          </a:r>
          <a:r>
            <a:rPr lang="zh-CN" sz="1600" kern="1200"/>
            <a:t>之后后端工程师只要提供</a:t>
          </a:r>
          <a:r>
            <a:rPr lang="en-US" sz="1600" kern="1200"/>
            <a:t>GET /users/123</a:t>
          </a:r>
          <a:r>
            <a:rPr lang="zh-CN" sz="1600" kern="1200"/>
            <a:t>，前端工程只负责调</a:t>
          </a:r>
          <a:r>
            <a:rPr lang="en-US" sz="1600" kern="1200"/>
            <a:t>API</a:t>
          </a:r>
          <a:r>
            <a:rPr lang="zh-CN" sz="1600" kern="1200"/>
            <a:t>，不碰数据库，因此职责清晰，前后端各自独立。</a:t>
          </a:r>
        </a:p>
      </dsp:txBody>
      <dsp:txXfrm>
        <a:off x="0" y="1353038"/>
        <a:ext cx="11176000" cy="1083600"/>
      </dsp:txXfrm>
    </dsp:sp>
    <dsp:sp modelId="{D92FBEC3-A249-4EE0-910A-6F6B733B6AAF}">
      <dsp:nvSpPr>
        <dsp:cNvPr id="0" name=""/>
        <dsp:cNvSpPr/>
      </dsp:nvSpPr>
      <dsp:spPr>
        <a:xfrm>
          <a:off x="558800" y="1116878"/>
          <a:ext cx="7823200" cy="472320"/>
        </a:xfrm>
        <a:prstGeom prst="roundRect">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711200">
            <a:lnSpc>
              <a:spcPct val="90000"/>
            </a:lnSpc>
            <a:spcBef>
              <a:spcPct val="0"/>
            </a:spcBef>
            <a:spcAft>
              <a:spcPct val="35000"/>
            </a:spcAft>
            <a:buFont typeface="Wingdings" panose="05000000000000000000" pitchFamily="2" charset="2"/>
            <a:buNone/>
          </a:pPr>
          <a:r>
            <a:rPr lang="zh-CN" sz="1600" kern="1200"/>
            <a:t>团队协作的需要：</a:t>
          </a:r>
        </a:p>
      </dsp:txBody>
      <dsp:txXfrm>
        <a:off x="581857" y="1139935"/>
        <a:ext cx="7777086" cy="426206"/>
      </dsp:txXfrm>
    </dsp:sp>
    <dsp:sp modelId="{75632A41-C822-4306-A5AE-DDDCEE77C38F}">
      <dsp:nvSpPr>
        <dsp:cNvPr id="0" name=""/>
        <dsp:cNvSpPr/>
      </dsp:nvSpPr>
      <dsp:spPr>
        <a:xfrm>
          <a:off x="0" y="2759198"/>
          <a:ext cx="11176000" cy="781200"/>
        </a:xfrm>
        <a:prstGeom prst="rect">
          <a:avLst/>
        </a:prstGeom>
        <a:solidFill>
          <a:schemeClr val="dk2">
            <a:alpha val="90000"/>
            <a:tint val="4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333248" rIns="867382" bIns="113792" numCol="1" spcCol="1270" anchor="t" anchorCtr="0">
          <a:noAutofit/>
        </a:bodyPr>
        <a:lstStyle/>
        <a:p>
          <a:pPr marL="171450" lvl="1" indent="-171450" algn="l" defTabSz="711200">
            <a:lnSpc>
              <a:spcPct val="90000"/>
            </a:lnSpc>
            <a:spcBef>
              <a:spcPct val="0"/>
            </a:spcBef>
            <a:spcAft>
              <a:spcPct val="15000"/>
            </a:spcAft>
            <a:buFont typeface="Wingdings" panose="05000000000000000000" pitchFamily="2" charset="2"/>
            <a:buChar char=""/>
          </a:pPr>
          <a:r>
            <a:rPr lang="zh-CN" sz="1600" kern="1200"/>
            <a:t>一个产品需要同时支持</a:t>
          </a:r>
          <a:r>
            <a:rPr lang="en-US" sz="1600" kern="1200"/>
            <a:t> Web</a:t>
          </a:r>
          <a:r>
            <a:rPr lang="zh-CN" sz="1600" kern="1200"/>
            <a:t>、</a:t>
          </a:r>
          <a:r>
            <a:rPr lang="en-US" sz="1600" kern="1200"/>
            <a:t>iOS</a:t>
          </a:r>
          <a:r>
            <a:rPr lang="zh-CN" sz="1600" kern="1200"/>
            <a:t>、</a:t>
          </a:r>
          <a:r>
            <a:rPr lang="en-US" sz="1600" kern="1200"/>
            <a:t>Android</a:t>
          </a:r>
          <a:r>
            <a:rPr lang="zh-CN" sz="1600" kern="1200"/>
            <a:t>、小程序、第三方……一套</a:t>
          </a:r>
          <a:r>
            <a:rPr lang="en-US" sz="1600" kern="1200"/>
            <a:t> API</a:t>
          </a:r>
          <a:r>
            <a:rPr lang="zh-CN" sz="1600" kern="1200"/>
            <a:t>，服务所有端。</a:t>
          </a:r>
        </a:p>
      </dsp:txBody>
      <dsp:txXfrm>
        <a:off x="0" y="2759198"/>
        <a:ext cx="11176000" cy="781200"/>
      </dsp:txXfrm>
    </dsp:sp>
    <dsp:sp modelId="{78ABB4C0-A0F5-4DE9-8873-AB241523AAE6}">
      <dsp:nvSpPr>
        <dsp:cNvPr id="0" name=""/>
        <dsp:cNvSpPr/>
      </dsp:nvSpPr>
      <dsp:spPr>
        <a:xfrm>
          <a:off x="558800" y="2523038"/>
          <a:ext cx="7823200" cy="472320"/>
        </a:xfrm>
        <a:prstGeom prst="roundRect">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711200">
            <a:lnSpc>
              <a:spcPct val="90000"/>
            </a:lnSpc>
            <a:spcBef>
              <a:spcPct val="0"/>
            </a:spcBef>
            <a:spcAft>
              <a:spcPct val="35000"/>
            </a:spcAft>
            <a:buFont typeface="Wingdings" panose="05000000000000000000" pitchFamily="2" charset="2"/>
            <a:buNone/>
          </a:pPr>
          <a:r>
            <a:rPr lang="zh-CN" sz="1600" kern="1200"/>
            <a:t>多端统一服务：</a:t>
          </a:r>
        </a:p>
      </dsp:txBody>
      <dsp:txXfrm>
        <a:off x="581857" y="2546095"/>
        <a:ext cx="7777086" cy="426206"/>
      </dsp:txXfrm>
    </dsp:sp>
    <dsp:sp modelId="{F9C2ECB1-AAD7-4573-BD58-2ED4E0940689}">
      <dsp:nvSpPr>
        <dsp:cNvPr id="0" name=""/>
        <dsp:cNvSpPr/>
      </dsp:nvSpPr>
      <dsp:spPr>
        <a:xfrm>
          <a:off x="0" y="3862958"/>
          <a:ext cx="11176000" cy="781200"/>
        </a:xfrm>
        <a:prstGeom prst="rect">
          <a:avLst/>
        </a:prstGeom>
        <a:solidFill>
          <a:schemeClr val="dk2">
            <a:alpha val="90000"/>
            <a:tint val="4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333248" rIns="867382" bIns="113792" numCol="1" spcCol="1270" anchor="t" anchorCtr="0">
          <a:noAutofit/>
        </a:bodyPr>
        <a:lstStyle/>
        <a:p>
          <a:pPr marL="171450" lvl="1" indent="-171450" algn="l" defTabSz="711200">
            <a:lnSpc>
              <a:spcPct val="90000"/>
            </a:lnSpc>
            <a:spcBef>
              <a:spcPct val="0"/>
            </a:spcBef>
            <a:spcAft>
              <a:spcPct val="15000"/>
            </a:spcAft>
            <a:buFont typeface="Wingdings" panose="05000000000000000000" pitchFamily="2" charset="2"/>
            <a:buChar char=""/>
          </a:pPr>
          <a:r>
            <a:rPr lang="en-US" sz="1600" kern="1200"/>
            <a:t>API</a:t>
          </a:r>
          <a:r>
            <a:rPr lang="zh-CN" sz="1600" kern="1200"/>
            <a:t>作为安全边界，避免给客户端直接暴露数据库。</a:t>
          </a:r>
        </a:p>
      </dsp:txBody>
      <dsp:txXfrm>
        <a:off x="0" y="3862958"/>
        <a:ext cx="11176000" cy="781200"/>
      </dsp:txXfrm>
    </dsp:sp>
    <dsp:sp modelId="{3493B123-C084-4AEF-88E4-9A0B7E51DCBD}">
      <dsp:nvSpPr>
        <dsp:cNvPr id="0" name=""/>
        <dsp:cNvSpPr/>
      </dsp:nvSpPr>
      <dsp:spPr>
        <a:xfrm>
          <a:off x="558800" y="3626798"/>
          <a:ext cx="7823200" cy="472320"/>
        </a:xfrm>
        <a:prstGeom prst="roundRect">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711200">
            <a:lnSpc>
              <a:spcPct val="90000"/>
            </a:lnSpc>
            <a:spcBef>
              <a:spcPct val="0"/>
            </a:spcBef>
            <a:spcAft>
              <a:spcPct val="35000"/>
            </a:spcAft>
            <a:buFont typeface="Wingdings" panose="05000000000000000000" pitchFamily="2" charset="2"/>
            <a:buNone/>
          </a:pPr>
          <a:r>
            <a:rPr lang="zh-CN" sz="1600" kern="1200"/>
            <a:t>安全与管控：</a:t>
          </a:r>
        </a:p>
      </dsp:txBody>
      <dsp:txXfrm>
        <a:off x="581857" y="3649855"/>
        <a:ext cx="7777086" cy="426206"/>
      </dsp:txXfrm>
    </dsp:sp>
    <dsp:sp modelId="{9C5635B1-2F83-457C-A2D6-5B72321940D2}">
      <dsp:nvSpPr>
        <dsp:cNvPr id="0" name=""/>
        <dsp:cNvSpPr/>
      </dsp:nvSpPr>
      <dsp:spPr>
        <a:xfrm>
          <a:off x="0" y="4966718"/>
          <a:ext cx="11176000" cy="781200"/>
        </a:xfrm>
        <a:prstGeom prst="rect">
          <a:avLst/>
        </a:prstGeom>
        <a:solidFill>
          <a:schemeClr val="dk2">
            <a:alpha val="90000"/>
            <a:tint val="4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333248" rIns="867382" bIns="113792" numCol="1" spcCol="1270" anchor="t" anchorCtr="0">
          <a:noAutofit/>
        </a:bodyPr>
        <a:lstStyle/>
        <a:p>
          <a:pPr marL="171450" lvl="1" indent="-171450" algn="l" defTabSz="711200">
            <a:lnSpc>
              <a:spcPct val="90000"/>
            </a:lnSpc>
            <a:spcBef>
              <a:spcPct val="0"/>
            </a:spcBef>
            <a:spcAft>
              <a:spcPct val="15000"/>
            </a:spcAft>
            <a:buFont typeface="Wingdings" panose="05000000000000000000" pitchFamily="2" charset="2"/>
            <a:buChar char=""/>
          </a:pPr>
          <a:r>
            <a:rPr lang="zh-CN" sz="1600" kern="1200"/>
            <a:t>企业想把自己的能力（支付、地图、登录）卖给第三方，但不可能把源代码给出去。</a:t>
          </a:r>
        </a:p>
      </dsp:txBody>
      <dsp:txXfrm>
        <a:off x="0" y="4966718"/>
        <a:ext cx="11176000" cy="781200"/>
      </dsp:txXfrm>
    </dsp:sp>
    <dsp:sp modelId="{E1C4FEBB-855C-42C5-9E91-C46526CE0DBA}">
      <dsp:nvSpPr>
        <dsp:cNvPr id="0" name=""/>
        <dsp:cNvSpPr/>
      </dsp:nvSpPr>
      <dsp:spPr>
        <a:xfrm>
          <a:off x="558800" y="4730558"/>
          <a:ext cx="7823200" cy="472320"/>
        </a:xfrm>
        <a:prstGeom prst="roundRect">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711200">
            <a:lnSpc>
              <a:spcPct val="90000"/>
            </a:lnSpc>
            <a:spcBef>
              <a:spcPct val="0"/>
            </a:spcBef>
            <a:spcAft>
              <a:spcPct val="35000"/>
            </a:spcAft>
            <a:buFont typeface="Wingdings" panose="05000000000000000000" pitchFamily="2" charset="2"/>
            <a:buNone/>
          </a:pPr>
          <a:r>
            <a:rPr lang="zh-CN" sz="1600" kern="1200"/>
            <a:t>商业生态的开放：</a:t>
          </a:r>
        </a:p>
      </dsp:txBody>
      <dsp:txXfrm>
        <a:off x="581857" y="4753615"/>
        <a:ext cx="7777086" cy="4262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40A71E-6F51-4093-86AF-FED95C7B1617}">
      <dsp:nvSpPr>
        <dsp:cNvPr id="0" name=""/>
        <dsp:cNvSpPr/>
      </dsp:nvSpPr>
      <dsp:spPr>
        <a:xfrm>
          <a:off x="0" y="391343"/>
          <a:ext cx="11176000" cy="268065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479044" rIns="867382" bIns="163576" numCol="1" spcCol="1270" anchor="t" anchorCtr="0">
          <a:noAutofit/>
        </a:bodyPr>
        <a:lstStyle/>
        <a:p>
          <a:pPr marL="228600" lvl="1" indent="-228600" algn="l" defTabSz="1022350">
            <a:lnSpc>
              <a:spcPct val="90000"/>
            </a:lnSpc>
            <a:spcBef>
              <a:spcPct val="0"/>
            </a:spcBef>
            <a:spcAft>
              <a:spcPct val="15000"/>
            </a:spcAft>
            <a:buFont typeface="Wingdings" panose="05000000000000000000" pitchFamily="2" charset="2"/>
            <a:buChar char=""/>
          </a:pPr>
          <a:r>
            <a:rPr lang="zh-CN" sz="2300" kern="1200"/>
            <a:t>解耦：前后端可以独立开发、部署、升级。如换前端框架（</a:t>
          </a:r>
          <a:r>
            <a:rPr lang="en-US" sz="2300" kern="1200"/>
            <a:t>Vue </a:t>
          </a:r>
          <a:r>
            <a:rPr lang="zh-CN" sz="2300" kern="1200"/>
            <a:t>→</a:t>
          </a:r>
          <a:r>
            <a:rPr lang="en-US" sz="2300" kern="1200"/>
            <a:t> React</a:t>
          </a:r>
          <a:r>
            <a:rPr lang="zh-CN" sz="2300" kern="1200"/>
            <a:t>）不需要动后端。</a:t>
          </a:r>
          <a:endParaRPr lang="zh-CN" altLang="en-US" sz="2300" kern="1200"/>
        </a:p>
        <a:p>
          <a:pPr marL="228600" lvl="1" indent="-228600" algn="l" defTabSz="1022350">
            <a:lnSpc>
              <a:spcPct val="90000"/>
            </a:lnSpc>
            <a:spcBef>
              <a:spcPct val="0"/>
            </a:spcBef>
            <a:spcAft>
              <a:spcPct val="15000"/>
            </a:spcAft>
            <a:buFont typeface="Wingdings" panose="05000000000000000000" pitchFamily="2" charset="2"/>
            <a:buChar char=""/>
          </a:pPr>
          <a:r>
            <a:rPr lang="zh-CN" sz="2300" kern="1200"/>
            <a:t>复用：一套</a:t>
          </a:r>
          <a:r>
            <a:rPr lang="en-US" sz="2300" kern="1200"/>
            <a:t>API</a:t>
          </a:r>
          <a:r>
            <a:rPr lang="zh-CN" sz="2300" kern="1200"/>
            <a:t>同时服务</a:t>
          </a:r>
          <a:r>
            <a:rPr lang="en-US" sz="2300" kern="1200"/>
            <a:t> Web</a:t>
          </a:r>
          <a:r>
            <a:rPr lang="zh-CN" sz="2300" kern="1200"/>
            <a:t>、</a:t>
          </a:r>
          <a:r>
            <a:rPr lang="en-US" sz="2300" kern="1200"/>
            <a:t>App</a:t>
          </a:r>
          <a:r>
            <a:rPr lang="zh-CN" sz="2300" kern="1200"/>
            <a:t>、小程序、第三方开发者。</a:t>
          </a:r>
        </a:p>
        <a:p>
          <a:pPr marL="228600" lvl="1" indent="-228600" algn="l" defTabSz="1022350">
            <a:lnSpc>
              <a:spcPct val="90000"/>
            </a:lnSpc>
            <a:spcBef>
              <a:spcPct val="0"/>
            </a:spcBef>
            <a:spcAft>
              <a:spcPct val="15000"/>
            </a:spcAft>
            <a:buFont typeface="Wingdings" panose="05000000000000000000" pitchFamily="2" charset="2"/>
            <a:buChar char=""/>
          </a:pPr>
          <a:r>
            <a:rPr lang="zh-CN" sz="2300" kern="1200"/>
            <a:t>标准化：</a:t>
          </a:r>
          <a:r>
            <a:rPr lang="en-US" sz="2300" kern="1200"/>
            <a:t>API</a:t>
          </a:r>
          <a:r>
            <a:rPr lang="zh-CN" sz="2300" kern="1200"/>
            <a:t>定义了清晰的“合同”，双方按约定工作即可。</a:t>
          </a:r>
        </a:p>
      </dsp:txBody>
      <dsp:txXfrm>
        <a:off x="0" y="391343"/>
        <a:ext cx="11176000" cy="2680650"/>
      </dsp:txXfrm>
    </dsp:sp>
    <dsp:sp modelId="{DF38785B-2C58-4E77-92C4-B7371774ABA5}">
      <dsp:nvSpPr>
        <dsp:cNvPr id="0" name=""/>
        <dsp:cNvSpPr/>
      </dsp:nvSpPr>
      <dsp:spPr>
        <a:xfrm>
          <a:off x="558800" y="51863"/>
          <a:ext cx="7823200" cy="67896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022350">
            <a:lnSpc>
              <a:spcPct val="90000"/>
            </a:lnSpc>
            <a:spcBef>
              <a:spcPct val="0"/>
            </a:spcBef>
            <a:spcAft>
              <a:spcPct val="35000"/>
            </a:spcAft>
            <a:buFont typeface="Wingdings" panose="05000000000000000000" pitchFamily="2" charset="2"/>
            <a:buNone/>
          </a:pPr>
          <a:r>
            <a:rPr lang="zh-CN" sz="2300" kern="1200"/>
            <a:t>技术层面：解耦与复用</a:t>
          </a:r>
          <a:endParaRPr lang="zh-CN" altLang="en-US" sz="2300" kern="1200"/>
        </a:p>
      </dsp:txBody>
      <dsp:txXfrm>
        <a:off x="591944" y="85007"/>
        <a:ext cx="7756912" cy="612672"/>
      </dsp:txXfrm>
    </dsp:sp>
    <dsp:sp modelId="{0CC048B3-21F0-45CF-B2D9-6A77B4D861EE}">
      <dsp:nvSpPr>
        <dsp:cNvPr id="0" name=""/>
        <dsp:cNvSpPr/>
      </dsp:nvSpPr>
      <dsp:spPr>
        <a:xfrm>
          <a:off x="0" y="3535673"/>
          <a:ext cx="11176000" cy="21735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479044" rIns="867382" bIns="163576" numCol="1" spcCol="1270" anchor="t" anchorCtr="0">
          <a:noAutofit/>
        </a:bodyPr>
        <a:lstStyle/>
        <a:p>
          <a:pPr marL="228600" lvl="1" indent="-228600" algn="l" defTabSz="1022350">
            <a:lnSpc>
              <a:spcPct val="90000"/>
            </a:lnSpc>
            <a:spcBef>
              <a:spcPct val="0"/>
            </a:spcBef>
            <a:spcAft>
              <a:spcPct val="15000"/>
            </a:spcAft>
            <a:buFont typeface="Wingdings" panose="05000000000000000000" pitchFamily="2" charset="2"/>
            <a:buChar char=""/>
          </a:pPr>
          <a:r>
            <a:rPr lang="zh-CN" sz="2300" kern="1200"/>
            <a:t>你的项目只需几十行代码即可拥有支付能力</a:t>
          </a:r>
          <a:endParaRPr lang="zh-CN" altLang="en-US" sz="2300" kern="1200"/>
        </a:p>
        <a:p>
          <a:pPr marL="228600" lvl="1" indent="-228600" algn="l" defTabSz="1022350">
            <a:lnSpc>
              <a:spcPct val="90000"/>
            </a:lnSpc>
            <a:spcBef>
              <a:spcPct val="0"/>
            </a:spcBef>
            <a:spcAft>
              <a:spcPct val="15000"/>
            </a:spcAft>
            <a:buFont typeface="Wingdings" panose="05000000000000000000" pitchFamily="2" charset="2"/>
            <a:buChar char=""/>
          </a:pPr>
          <a:r>
            <a:rPr lang="zh-CN" sz="2300" kern="1200"/>
            <a:t>支付宝无需了解你的业务细节</a:t>
          </a:r>
        </a:p>
        <a:p>
          <a:pPr marL="228600" lvl="1" indent="-228600" algn="l" defTabSz="1022350">
            <a:lnSpc>
              <a:spcPct val="90000"/>
            </a:lnSpc>
            <a:spcBef>
              <a:spcPct val="0"/>
            </a:spcBef>
            <a:spcAft>
              <a:spcPct val="15000"/>
            </a:spcAft>
            <a:buFont typeface="Wingdings" panose="05000000000000000000" pitchFamily="2" charset="2"/>
            <a:buChar char=""/>
          </a:pPr>
          <a:r>
            <a:rPr lang="zh-CN" sz="2300" kern="1200"/>
            <a:t>成千上万的网站通过同一套</a:t>
          </a:r>
          <a:r>
            <a:rPr lang="en-US" sz="2300" kern="1200"/>
            <a:t>API</a:t>
          </a:r>
          <a:r>
            <a:rPr lang="zh-CN" sz="2300" kern="1200"/>
            <a:t>接入，形成支付生态</a:t>
          </a:r>
        </a:p>
      </dsp:txBody>
      <dsp:txXfrm>
        <a:off x="0" y="3535673"/>
        <a:ext cx="11176000" cy="2173500"/>
      </dsp:txXfrm>
    </dsp:sp>
    <dsp:sp modelId="{25A26311-1587-4288-8931-AF51829FD219}">
      <dsp:nvSpPr>
        <dsp:cNvPr id="0" name=""/>
        <dsp:cNvSpPr/>
      </dsp:nvSpPr>
      <dsp:spPr>
        <a:xfrm>
          <a:off x="558800" y="3196193"/>
          <a:ext cx="7823200" cy="67896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022350">
            <a:lnSpc>
              <a:spcPct val="90000"/>
            </a:lnSpc>
            <a:spcBef>
              <a:spcPct val="0"/>
            </a:spcBef>
            <a:spcAft>
              <a:spcPct val="35000"/>
            </a:spcAft>
            <a:buNone/>
          </a:pPr>
          <a:r>
            <a:rPr lang="zh-CN" sz="2300" kern="1200"/>
            <a:t>业务层面：能力开放与生态构建</a:t>
          </a:r>
          <a:r>
            <a:rPr lang="zh-CN" altLang="en-US" sz="2300" kern="1200"/>
            <a:t>，</a:t>
          </a:r>
          <a:r>
            <a:rPr lang="zh-CN" sz="2300" kern="1200"/>
            <a:t>以支付宝</a:t>
          </a:r>
          <a:r>
            <a:rPr lang="en-US" sz="2300" kern="1200"/>
            <a:t>API</a:t>
          </a:r>
          <a:r>
            <a:rPr lang="zh-CN" sz="2300" kern="1200"/>
            <a:t>为例</a:t>
          </a:r>
          <a:endParaRPr lang="zh-CN" altLang="en-US" sz="2300" kern="1200"/>
        </a:p>
      </dsp:txBody>
      <dsp:txXfrm>
        <a:off x="591944" y="3229337"/>
        <a:ext cx="7756912" cy="61267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40A71E-6F51-4093-86AF-FED95C7B1617}">
      <dsp:nvSpPr>
        <dsp:cNvPr id="0" name=""/>
        <dsp:cNvSpPr/>
      </dsp:nvSpPr>
      <dsp:spPr>
        <a:xfrm>
          <a:off x="0" y="343193"/>
          <a:ext cx="11176000" cy="2976749"/>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437388" rIns="867382" bIns="149352" numCol="1" spcCol="1270" anchor="t" anchorCtr="0">
          <a:noAutofit/>
        </a:bodyPr>
        <a:lstStyle/>
        <a:p>
          <a:pPr marL="228600" lvl="1" indent="-228600" algn="l" defTabSz="933450">
            <a:lnSpc>
              <a:spcPct val="90000"/>
            </a:lnSpc>
            <a:spcBef>
              <a:spcPct val="0"/>
            </a:spcBef>
            <a:spcAft>
              <a:spcPct val="15000"/>
            </a:spcAft>
            <a:buFont typeface="Wingdings" panose="05000000000000000000" pitchFamily="2" charset="2"/>
            <a:buChar char=""/>
          </a:pPr>
          <a:r>
            <a:rPr lang="zh-CN" sz="2100" kern="1200"/>
            <a:t>认证：你是谁？（</a:t>
          </a:r>
          <a:r>
            <a:rPr lang="en-US" sz="2100" kern="1200"/>
            <a:t>JWT / API Key</a:t>
          </a:r>
          <a:r>
            <a:rPr lang="zh-CN" sz="2100" kern="1200"/>
            <a:t>）</a:t>
          </a:r>
          <a:endParaRPr lang="zh-CN" altLang="en-US" sz="2100" kern="1200"/>
        </a:p>
        <a:p>
          <a:pPr marL="228600" lvl="1" indent="-228600" algn="l" defTabSz="933450">
            <a:lnSpc>
              <a:spcPct val="90000"/>
            </a:lnSpc>
            <a:spcBef>
              <a:spcPct val="0"/>
            </a:spcBef>
            <a:spcAft>
              <a:spcPct val="15000"/>
            </a:spcAft>
            <a:buFont typeface="Wingdings" panose="05000000000000000000" pitchFamily="2" charset="2"/>
            <a:buChar char=""/>
          </a:pPr>
          <a:r>
            <a:rPr lang="zh-CN" altLang="en-US" sz="2100" kern="1200"/>
            <a:t>授权：你能做什么？（只能查自己的订单）</a:t>
          </a:r>
        </a:p>
        <a:p>
          <a:pPr marL="228600" lvl="1" indent="-228600" algn="l" defTabSz="933450">
            <a:lnSpc>
              <a:spcPct val="90000"/>
            </a:lnSpc>
            <a:spcBef>
              <a:spcPct val="0"/>
            </a:spcBef>
            <a:spcAft>
              <a:spcPct val="15000"/>
            </a:spcAft>
            <a:buFont typeface="Wingdings" panose="05000000000000000000" pitchFamily="2" charset="2"/>
            <a:buChar char=""/>
          </a:pPr>
          <a:r>
            <a:rPr lang="zh-CN" sz="2100" kern="1200"/>
            <a:t>限流：你做了多少次？（</a:t>
          </a:r>
          <a:r>
            <a:rPr lang="en-US" sz="2100" kern="1200"/>
            <a:t>100</a:t>
          </a:r>
          <a:r>
            <a:rPr lang="zh-CN" sz="2100" kern="1200"/>
            <a:t>次</a:t>
          </a:r>
          <a:r>
            <a:rPr lang="en-US" sz="2100" kern="1200"/>
            <a:t>/</a:t>
          </a:r>
          <a:r>
            <a:rPr lang="zh-CN" sz="2100" kern="1200"/>
            <a:t>分钟）</a:t>
          </a:r>
        </a:p>
        <a:p>
          <a:pPr marL="228600" lvl="1" indent="-228600" algn="l" defTabSz="933450">
            <a:lnSpc>
              <a:spcPct val="90000"/>
            </a:lnSpc>
            <a:spcBef>
              <a:spcPct val="0"/>
            </a:spcBef>
            <a:spcAft>
              <a:spcPct val="15000"/>
            </a:spcAft>
            <a:buFont typeface="Wingdings" panose="05000000000000000000" pitchFamily="2" charset="2"/>
            <a:buChar char=""/>
          </a:pPr>
          <a:r>
            <a:rPr lang="zh-CN" altLang="en-US" sz="2100" kern="1200"/>
            <a:t>审计：你做了什么？（全部记日志）</a:t>
          </a:r>
        </a:p>
        <a:p>
          <a:pPr marL="228600" lvl="1" indent="-228600" algn="l" defTabSz="933450">
            <a:lnSpc>
              <a:spcPct val="90000"/>
            </a:lnSpc>
            <a:spcBef>
              <a:spcPct val="0"/>
            </a:spcBef>
            <a:spcAft>
              <a:spcPct val="15000"/>
            </a:spcAft>
            <a:buFont typeface="Wingdings" panose="05000000000000000000" pitchFamily="2" charset="2"/>
            <a:buChar char=""/>
          </a:pPr>
          <a:r>
            <a:rPr lang="zh-CN" sz="2100" kern="1200"/>
            <a:t>防护：你传了什么？（防</a:t>
          </a:r>
          <a:r>
            <a:rPr lang="en-US" sz="2100" kern="1200"/>
            <a:t> SQL </a:t>
          </a:r>
          <a:r>
            <a:rPr lang="zh-CN" sz="2100" kern="1200"/>
            <a:t>注入、</a:t>
          </a:r>
          <a:r>
            <a:rPr lang="en-US" sz="2100" kern="1200"/>
            <a:t>XSS</a:t>
          </a:r>
          <a:r>
            <a:rPr lang="zh-CN" sz="2100" kern="1200"/>
            <a:t>）</a:t>
          </a:r>
        </a:p>
      </dsp:txBody>
      <dsp:txXfrm>
        <a:off x="0" y="343193"/>
        <a:ext cx="11176000" cy="2976749"/>
      </dsp:txXfrm>
    </dsp:sp>
    <dsp:sp modelId="{DF38785B-2C58-4E77-92C4-B7371774ABA5}">
      <dsp:nvSpPr>
        <dsp:cNvPr id="0" name=""/>
        <dsp:cNvSpPr/>
      </dsp:nvSpPr>
      <dsp:spPr>
        <a:xfrm>
          <a:off x="558800" y="33233"/>
          <a:ext cx="7823200" cy="61992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933450">
            <a:lnSpc>
              <a:spcPct val="90000"/>
            </a:lnSpc>
            <a:spcBef>
              <a:spcPct val="0"/>
            </a:spcBef>
            <a:spcAft>
              <a:spcPct val="35000"/>
            </a:spcAft>
            <a:buFont typeface="Wingdings" panose="05000000000000000000" pitchFamily="2" charset="2"/>
            <a:buNone/>
          </a:pPr>
          <a:r>
            <a:rPr lang="zh-CN" altLang="en-US" sz="2100" kern="1200"/>
            <a:t>安全层面：隔离与管控</a:t>
          </a:r>
        </a:p>
      </dsp:txBody>
      <dsp:txXfrm>
        <a:off x="589062" y="63495"/>
        <a:ext cx="7762676" cy="559396"/>
      </dsp:txXfrm>
    </dsp:sp>
    <dsp:sp modelId="{0CC048B3-21F0-45CF-B2D9-6A77B4D861EE}">
      <dsp:nvSpPr>
        <dsp:cNvPr id="0" name=""/>
        <dsp:cNvSpPr/>
      </dsp:nvSpPr>
      <dsp:spPr>
        <a:xfrm>
          <a:off x="0" y="3743303"/>
          <a:ext cx="11176000" cy="19845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437388" rIns="867382" bIns="149352" numCol="1" spcCol="1270" anchor="t" anchorCtr="0">
          <a:noAutofit/>
        </a:bodyPr>
        <a:lstStyle/>
        <a:p>
          <a:pPr marL="228600" lvl="1" indent="-228600" algn="l" defTabSz="933450">
            <a:lnSpc>
              <a:spcPct val="90000"/>
            </a:lnSpc>
            <a:spcBef>
              <a:spcPct val="0"/>
            </a:spcBef>
            <a:spcAft>
              <a:spcPct val="15000"/>
            </a:spcAft>
            <a:buFont typeface="Wingdings" panose="05000000000000000000" pitchFamily="2" charset="2"/>
            <a:buChar char=""/>
          </a:pPr>
          <a:r>
            <a:rPr lang="zh-CN" sz="2100" kern="1200"/>
            <a:t>前后端产生分歧时：“查阅</a:t>
          </a:r>
          <a:r>
            <a:rPr lang="en-US" sz="2100" kern="1200"/>
            <a:t>API</a:t>
          </a:r>
          <a:r>
            <a:rPr lang="zh-CN" sz="2100" kern="1200"/>
            <a:t>文档如何规定”</a:t>
          </a:r>
          <a:endParaRPr lang="zh-CN" altLang="en-US" sz="2100" kern="1200"/>
        </a:p>
        <a:p>
          <a:pPr marL="228600" lvl="1" indent="-228600" algn="l" defTabSz="933450">
            <a:lnSpc>
              <a:spcPct val="90000"/>
            </a:lnSpc>
            <a:spcBef>
              <a:spcPct val="0"/>
            </a:spcBef>
            <a:spcAft>
              <a:spcPct val="15000"/>
            </a:spcAft>
            <a:buFont typeface="Wingdings" panose="05000000000000000000" pitchFamily="2" charset="2"/>
            <a:buChar char=""/>
          </a:pPr>
          <a:r>
            <a:rPr lang="zh-CN" sz="2100" kern="1200"/>
            <a:t>新人入职时：“先阅读</a:t>
          </a:r>
          <a:r>
            <a:rPr lang="en-US" sz="2100" kern="1200"/>
            <a:t>API</a:t>
          </a:r>
          <a:r>
            <a:rPr lang="zh-CN" sz="2100" kern="1200"/>
            <a:t>文档熟悉业务”</a:t>
          </a:r>
        </a:p>
        <a:p>
          <a:pPr marL="228600" lvl="1" indent="-228600" algn="l" defTabSz="933450">
            <a:lnSpc>
              <a:spcPct val="90000"/>
            </a:lnSpc>
            <a:spcBef>
              <a:spcPct val="0"/>
            </a:spcBef>
            <a:spcAft>
              <a:spcPct val="15000"/>
            </a:spcAft>
            <a:buFont typeface="Wingdings" panose="05000000000000000000" pitchFamily="2" charset="2"/>
            <a:buChar char=""/>
          </a:pPr>
          <a:r>
            <a:rPr lang="zh-CN" altLang="en-US" sz="2100" kern="1200"/>
            <a:t>接口变更时：“先更新文档，再修改代码”</a:t>
          </a:r>
        </a:p>
      </dsp:txBody>
      <dsp:txXfrm>
        <a:off x="0" y="3743303"/>
        <a:ext cx="11176000" cy="1984500"/>
      </dsp:txXfrm>
    </dsp:sp>
    <dsp:sp modelId="{25A26311-1587-4288-8931-AF51829FD219}">
      <dsp:nvSpPr>
        <dsp:cNvPr id="0" name=""/>
        <dsp:cNvSpPr/>
      </dsp:nvSpPr>
      <dsp:spPr>
        <a:xfrm>
          <a:off x="558800" y="3433343"/>
          <a:ext cx="7823200" cy="61992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933450">
            <a:lnSpc>
              <a:spcPct val="90000"/>
            </a:lnSpc>
            <a:spcBef>
              <a:spcPct val="0"/>
            </a:spcBef>
            <a:spcAft>
              <a:spcPct val="35000"/>
            </a:spcAft>
            <a:buNone/>
          </a:pPr>
          <a:r>
            <a:rPr lang="zh-CN" altLang="en-US" sz="2100" kern="1200"/>
            <a:t>组织层面：边界与协作</a:t>
          </a:r>
        </a:p>
      </dsp:txBody>
      <dsp:txXfrm>
        <a:off x="589062" y="3463605"/>
        <a:ext cx="7762676" cy="5593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A30BF6-621F-48F7-8086-D1788192EAA4}">
      <dsp:nvSpPr>
        <dsp:cNvPr id="0" name=""/>
        <dsp:cNvSpPr/>
      </dsp:nvSpPr>
      <dsp:spPr>
        <a:xfrm>
          <a:off x="0" y="434768"/>
          <a:ext cx="11176000" cy="18112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520700" rIns="867382" bIns="177800" numCol="1" spcCol="1270" anchor="t" anchorCtr="0">
          <a:noAutofit/>
        </a:bodyPr>
        <a:lstStyle/>
        <a:p>
          <a:pPr marL="228600" lvl="1" indent="-228600" algn="l" defTabSz="1111250">
            <a:lnSpc>
              <a:spcPct val="90000"/>
            </a:lnSpc>
            <a:spcBef>
              <a:spcPct val="0"/>
            </a:spcBef>
            <a:spcAft>
              <a:spcPct val="15000"/>
            </a:spcAft>
            <a:buFont typeface="Arial" panose="020B0604020202020204" pitchFamily="34" charset="0"/>
            <a:buChar char="•"/>
          </a:pPr>
          <a:r>
            <a:rPr lang="zh-CN" sz="2500" kern="1200"/>
            <a:t>（</a:t>
          </a:r>
          <a:r>
            <a:rPr lang="en-US" sz="2500" kern="1200"/>
            <a:t>Representational State Transfer</a:t>
          </a:r>
          <a:r>
            <a:rPr lang="zh-CN" sz="2500" kern="1200"/>
            <a:t>，</a:t>
          </a:r>
          <a:r>
            <a:rPr lang="zh-CN" sz="2500" kern="1200">
              <a:highlight>
                <a:srgbClr val="FFFF00"/>
              </a:highlight>
            </a:rPr>
            <a:t>表述性状态转移</a:t>
          </a:r>
          <a:r>
            <a:rPr lang="zh-CN" sz="2500" kern="1200"/>
            <a:t>）</a:t>
          </a:r>
          <a:endParaRPr lang="zh-CN" altLang="en-US" sz="2500" kern="1200"/>
        </a:p>
        <a:p>
          <a:pPr marL="228600" lvl="1" indent="-228600" algn="l" defTabSz="1111250">
            <a:lnSpc>
              <a:spcPct val="90000"/>
            </a:lnSpc>
            <a:spcBef>
              <a:spcPct val="0"/>
            </a:spcBef>
            <a:spcAft>
              <a:spcPct val="15000"/>
            </a:spcAft>
            <a:buFont typeface="Arial" panose="020B0604020202020204" pitchFamily="34" charset="0"/>
            <a:buChar char="•"/>
          </a:pPr>
          <a:r>
            <a:rPr lang="zh-CN" sz="2500" kern="1200"/>
            <a:t>是</a:t>
          </a:r>
          <a:r>
            <a:rPr lang="en-US" sz="2500" kern="1200"/>
            <a:t>Roy Fielding</a:t>
          </a:r>
          <a:r>
            <a:rPr lang="zh-CN" sz="2500" kern="1200"/>
            <a:t>在</a:t>
          </a:r>
          <a:r>
            <a:rPr lang="en-US" sz="2500" kern="1200"/>
            <a:t> 2000 </a:t>
          </a:r>
          <a:r>
            <a:rPr lang="zh-CN" sz="2500" kern="1200"/>
            <a:t>年博士论文中提出的架构风格。</a:t>
          </a:r>
          <a:endParaRPr lang="zh-CN" altLang="en-US" sz="2500" kern="1200"/>
        </a:p>
      </dsp:txBody>
      <dsp:txXfrm>
        <a:off x="0" y="434768"/>
        <a:ext cx="11176000" cy="1811250"/>
      </dsp:txXfrm>
    </dsp:sp>
    <dsp:sp modelId="{43B3824C-96D7-4DB8-9240-E6B04C944126}">
      <dsp:nvSpPr>
        <dsp:cNvPr id="0" name=""/>
        <dsp:cNvSpPr/>
      </dsp:nvSpPr>
      <dsp:spPr>
        <a:xfrm>
          <a:off x="558800" y="65768"/>
          <a:ext cx="7823200" cy="738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111250">
            <a:lnSpc>
              <a:spcPct val="90000"/>
            </a:lnSpc>
            <a:spcBef>
              <a:spcPct val="0"/>
            </a:spcBef>
            <a:spcAft>
              <a:spcPct val="35000"/>
            </a:spcAft>
            <a:buNone/>
          </a:pPr>
          <a:r>
            <a:rPr lang="en-US" sz="2500" kern="1200"/>
            <a:t>REST</a:t>
          </a:r>
          <a:endParaRPr lang="zh-CN" altLang="en-US" sz="2500" kern="1200"/>
        </a:p>
      </dsp:txBody>
      <dsp:txXfrm>
        <a:off x="594826" y="101794"/>
        <a:ext cx="7751148" cy="665948"/>
      </dsp:txXfrm>
    </dsp:sp>
    <dsp:sp modelId="{CC9AEF1F-27FF-4CF0-9F74-418E9A181CCF}">
      <dsp:nvSpPr>
        <dsp:cNvPr id="0" name=""/>
        <dsp:cNvSpPr/>
      </dsp:nvSpPr>
      <dsp:spPr>
        <a:xfrm>
          <a:off x="0" y="2750018"/>
          <a:ext cx="11176000" cy="12206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520700" rIns="867382" bIns="177800" numCol="1" spcCol="1270" anchor="t" anchorCtr="0">
          <a:noAutofit/>
        </a:bodyPr>
        <a:lstStyle/>
        <a:p>
          <a:pPr marL="228600" lvl="1" indent="-228600" algn="l" defTabSz="1111250">
            <a:lnSpc>
              <a:spcPct val="90000"/>
            </a:lnSpc>
            <a:spcBef>
              <a:spcPct val="0"/>
            </a:spcBef>
            <a:spcAft>
              <a:spcPct val="15000"/>
            </a:spcAft>
            <a:buNone/>
          </a:pPr>
          <a:r>
            <a:rPr lang="en-US" sz="2500" kern="1200"/>
            <a:t>= </a:t>
          </a:r>
          <a:r>
            <a:rPr lang="zh-CN" sz="2500" kern="1200"/>
            <a:t>遵守</a:t>
          </a:r>
          <a:r>
            <a:rPr lang="en-US" sz="2500" kern="1200"/>
            <a:t>REST</a:t>
          </a:r>
          <a:r>
            <a:rPr lang="zh-CN" sz="2500" kern="1200"/>
            <a:t>约束的</a:t>
          </a:r>
          <a:r>
            <a:rPr lang="en-US" sz="2500" kern="1200"/>
            <a:t>API</a:t>
          </a:r>
          <a:r>
            <a:rPr lang="zh-CN" sz="2500" kern="1200"/>
            <a:t>设计。</a:t>
          </a:r>
        </a:p>
      </dsp:txBody>
      <dsp:txXfrm>
        <a:off x="0" y="2750018"/>
        <a:ext cx="11176000" cy="1220625"/>
      </dsp:txXfrm>
    </dsp:sp>
    <dsp:sp modelId="{A6FFF0D5-EA17-4899-B4CD-FCA6BD745554}">
      <dsp:nvSpPr>
        <dsp:cNvPr id="0" name=""/>
        <dsp:cNvSpPr/>
      </dsp:nvSpPr>
      <dsp:spPr>
        <a:xfrm>
          <a:off x="558800" y="2381018"/>
          <a:ext cx="7823200" cy="738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111250">
            <a:lnSpc>
              <a:spcPct val="90000"/>
            </a:lnSpc>
            <a:spcBef>
              <a:spcPct val="0"/>
            </a:spcBef>
            <a:spcAft>
              <a:spcPct val="35000"/>
            </a:spcAft>
            <a:buNone/>
          </a:pPr>
          <a:r>
            <a:rPr lang="en-US" sz="2500" kern="1200"/>
            <a:t>RESTful</a:t>
          </a:r>
          <a:endParaRPr lang="zh-CN" sz="2500" kern="1200"/>
        </a:p>
      </dsp:txBody>
      <dsp:txXfrm>
        <a:off x="594826" y="2417044"/>
        <a:ext cx="7751148" cy="665948"/>
      </dsp:txXfrm>
    </dsp:sp>
    <dsp:sp modelId="{EB877CB5-0C4B-4A0B-B7C6-40CC195EFB33}">
      <dsp:nvSpPr>
        <dsp:cNvPr id="0" name=""/>
        <dsp:cNvSpPr/>
      </dsp:nvSpPr>
      <dsp:spPr>
        <a:xfrm>
          <a:off x="0" y="4474643"/>
          <a:ext cx="11176000" cy="12206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520700" rIns="867382" bIns="177800" numCol="1" spcCol="1270" anchor="t" anchorCtr="0">
          <a:noAutofit/>
        </a:bodyPr>
        <a:lstStyle/>
        <a:p>
          <a:pPr marL="228600" lvl="1" indent="-228600" algn="l" defTabSz="1111250">
            <a:lnSpc>
              <a:spcPct val="90000"/>
            </a:lnSpc>
            <a:spcBef>
              <a:spcPct val="0"/>
            </a:spcBef>
            <a:spcAft>
              <a:spcPct val="15000"/>
            </a:spcAft>
            <a:buNone/>
          </a:pPr>
          <a:r>
            <a:rPr lang="zh-CN" sz="2500" kern="1200"/>
            <a:t>将应用程序功能抽象为资源，通过</a:t>
          </a:r>
          <a:r>
            <a:rPr lang="en-US" sz="2500" kern="1200"/>
            <a:t>HTTP</a:t>
          </a:r>
          <a:r>
            <a:rPr lang="zh-CN" sz="2500" kern="1200"/>
            <a:t>方法对资源进行操作。</a:t>
          </a:r>
        </a:p>
      </dsp:txBody>
      <dsp:txXfrm>
        <a:off x="0" y="4474643"/>
        <a:ext cx="11176000" cy="1220625"/>
      </dsp:txXfrm>
    </dsp:sp>
    <dsp:sp modelId="{34D805D0-EB99-498E-97F0-3A83FE006FFA}">
      <dsp:nvSpPr>
        <dsp:cNvPr id="0" name=""/>
        <dsp:cNvSpPr/>
      </dsp:nvSpPr>
      <dsp:spPr>
        <a:xfrm>
          <a:off x="558800" y="4105643"/>
          <a:ext cx="7823200" cy="738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111250">
            <a:lnSpc>
              <a:spcPct val="90000"/>
            </a:lnSpc>
            <a:spcBef>
              <a:spcPct val="0"/>
            </a:spcBef>
            <a:spcAft>
              <a:spcPct val="35000"/>
            </a:spcAft>
            <a:buNone/>
          </a:pPr>
          <a:r>
            <a:rPr lang="en-US" sz="2500" kern="1200"/>
            <a:t>RESTful</a:t>
          </a:r>
          <a:r>
            <a:rPr lang="zh-CN" sz="2500" kern="1200"/>
            <a:t>的核心思想</a:t>
          </a:r>
        </a:p>
      </dsp:txBody>
      <dsp:txXfrm>
        <a:off x="594826" y="4141669"/>
        <a:ext cx="7751148" cy="66594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9060DF-FCAB-4F40-B698-E70EFE4574AF}">
      <dsp:nvSpPr>
        <dsp:cNvPr id="0" name=""/>
        <dsp:cNvSpPr/>
      </dsp:nvSpPr>
      <dsp:spPr>
        <a:xfrm>
          <a:off x="0" y="857318"/>
          <a:ext cx="11176000" cy="10080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BA8901D-C98D-408A-8E37-828DE07B2BD0}">
      <dsp:nvSpPr>
        <dsp:cNvPr id="0" name=""/>
        <dsp:cNvSpPr/>
      </dsp:nvSpPr>
      <dsp:spPr>
        <a:xfrm>
          <a:off x="558800" y="266918"/>
          <a:ext cx="7823200" cy="118080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778000">
            <a:lnSpc>
              <a:spcPct val="90000"/>
            </a:lnSpc>
            <a:spcBef>
              <a:spcPct val="0"/>
            </a:spcBef>
            <a:spcAft>
              <a:spcPct val="35000"/>
            </a:spcAft>
            <a:buNone/>
          </a:pPr>
          <a:r>
            <a:rPr lang="zh-CN" altLang="en-US" sz="4000" kern="1200"/>
            <a:t>了解后端实现的细节？</a:t>
          </a:r>
        </a:p>
      </dsp:txBody>
      <dsp:txXfrm>
        <a:off x="616442" y="324560"/>
        <a:ext cx="7707916" cy="1065516"/>
      </dsp:txXfrm>
    </dsp:sp>
    <dsp:sp modelId="{59ECC968-CA93-4371-A9B8-1C2446075C1F}">
      <dsp:nvSpPr>
        <dsp:cNvPr id="0" name=""/>
        <dsp:cNvSpPr/>
      </dsp:nvSpPr>
      <dsp:spPr>
        <a:xfrm>
          <a:off x="0" y="2671718"/>
          <a:ext cx="11176000" cy="10080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75895D1-F6AF-4FF7-94FD-B18B7D40945A}">
      <dsp:nvSpPr>
        <dsp:cNvPr id="0" name=""/>
        <dsp:cNvSpPr/>
      </dsp:nvSpPr>
      <dsp:spPr>
        <a:xfrm>
          <a:off x="558800" y="2081318"/>
          <a:ext cx="7823200" cy="118080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778000">
            <a:lnSpc>
              <a:spcPct val="90000"/>
            </a:lnSpc>
            <a:spcBef>
              <a:spcPct val="0"/>
            </a:spcBef>
            <a:spcAft>
              <a:spcPct val="35000"/>
            </a:spcAft>
            <a:buNone/>
          </a:pPr>
          <a:r>
            <a:rPr lang="zh-CN" altLang="en-US" sz="4000" kern="1200"/>
            <a:t>后端一有改动，就通知你改脚本？</a:t>
          </a:r>
        </a:p>
      </dsp:txBody>
      <dsp:txXfrm>
        <a:off x="616442" y="2138960"/>
        <a:ext cx="7707916" cy="1065516"/>
      </dsp:txXfrm>
    </dsp:sp>
    <dsp:sp modelId="{C3FDB0A5-7C34-409D-A9A6-AE36CDBCB8A9}">
      <dsp:nvSpPr>
        <dsp:cNvPr id="0" name=""/>
        <dsp:cNvSpPr/>
      </dsp:nvSpPr>
      <dsp:spPr>
        <a:xfrm>
          <a:off x="0" y="4486118"/>
          <a:ext cx="11176000" cy="10080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6818E8D-26AC-4B0F-9016-67E9ADE4309D}">
      <dsp:nvSpPr>
        <dsp:cNvPr id="0" name=""/>
        <dsp:cNvSpPr/>
      </dsp:nvSpPr>
      <dsp:spPr>
        <a:xfrm>
          <a:off x="558800" y="3895718"/>
          <a:ext cx="7823200" cy="118080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778000">
            <a:lnSpc>
              <a:spcPct val="90000"/>
            </a:lnSpc>
            <a:spcBef>
              <a:spcPct val="0"/>
            </a:spcBef>
            <a:spcAft>
              <a:spcPct val="35000"/>
            </a:spcAft>
            <a:buNone/>
          </a:pPr>
          <a:r>
            <a:rPr lang="zh-CN" altLang="en-US" sz="4000" kern="1200"/>
            <a:t>操作一类资源，地址不固定？</a:t>
          </a:r>
        </a:p>
      </dsp:txBody>
      <dsp:txXfrm>
        <a:off x="616442" y="3953360"/>
        <a:ext cx="7707916" cy="106551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EE7FBD-EA63-48E6-BD3C-C4EB80E86040}">
      <dsp:nvSpPr>
        <dsp:cNvPr id="0" name=""/>
        <dsp:cNvSpPr/>
      </dsp:nvSpPr>
      <dsp:spPr>
        <a:xfrm>
          <a:off x="0" y="362498"/>
          <a:ext cx="11176000" cy="1625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499872" rIns="867382" bIns="170688" numCol="1" spcCol="1270" anchor="t" anchorCtr="0">
          <a:noAutofit/>
        </a:bodyPr>
        <a:lstStyle/>
        <a:p>
          <a:pPr marL="228600" lvl="1" indent="-228600" algn="l" defTabSz="1066800">
            <a:lnSpc>
              <a:spcPct val="90000"/>
            </a:lnSpc>
            <a:spcBef>
              <a:spcPct val="0"/>
            </a:spcBef>
            <a:spcAft>
              <a:spcPct val="15000"/>
            </a:spcAft>
            <a:buNone/>
          </a:pPr>
          <a:r>
            <a:rPr lang="zh-CN" altLang="en-US" sz="2400" kern="1200"/>
            <a:t>全称为 </a:t>
          </a:r>
          <a:r>
            <a:rPr lang="en-US" sz="2400" kern="1200"/>
            <a:t>Hypermedia As The Engine Of Application State，</a:t>
          </a:r>
          <a:r>
            <a:rPr lang="zh-CN" altLang="en-US" sz="2400" kern="1200"/>
            <a:t>指响应中应包含下一步可执行的操作链接。</a:t>
          </a:r>
        </a:p>
      </dsp:txBody>
      <dsp:txXfrm>
        <a:off x="0" y="362498"/>
        <a:ext cx="11176000" cy="1625400"/>
      </dsp:txXfrm>
    </dsp:sp>
    <dsp:sp modelId="{16A894EF-BA7C-477D-9AD6-4C01ADB58839}">
      <dsp:nvSpPr>
        <dsp:cNvPr id="0" name=""/>
        <dsp:cNvSpPr/>
      </dsp:nvSpPr>
      <dsp:spPr>
        <a:xfrm>
          <a:off x="558800" y="8258"/>
          <a:ext cx="7823200"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066800">
            <a:lnSpc>
              <a:spcPct val="90000"/>
            </a:lnSpc>
            <a:spcBef>
              <a:spcPct val="0"/>
            </a:spcBef>
            <a:spcAft>
              <a:spcPct val="35000"/>
            </a:spcAft>
            <a:buNone/>
          </a:pPr>
          <a:r>
            <a:rPr lang="en-US" sz="2400" kern="1200"/>
            <a:t>HATEOAS</a:t>
          </a:r>
          <a:endParaRPr lang="zh-CN" altLang="en-US" sz="2400" kern="1200"/>
        </a:p>
      </dsp:txBody>
      <dsp:txXfrm>
        <a:off x="593385" y="42843"/>
        <a:ext cx="7754030" cy="639310"/>
      </dsp:txXfrm>
    </dsp:sp>
    <dsp:sp modelId="{B627F52D-76A0-496C-A739-C45A94450269}">
      <dsp:nvSpPr>
        <dsp:cNvPr id="0" name=""/>
        <dsp:cNvSpPr/>
      </dsp:nvSpPr>
      <dsp:spPr>
        <a:xfrm>
          <a:off x="0" y="2471738"/>
          <a:ext cx="11176000" cy="1625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499872" rIns="867382" bIns="170688" numCol="1" spcCol="1270" anchor="t" anchorCtr="0">
          <a:noAutofit/>
        </a:bodyPr>
        <a:lstStyle/>
        <a:p>
          <a:pPr marL="228600" lvl="1" indent="-228600" algn="l" defTabSz="1066800">
            <a:lnSpc>
              <a:spcPct val="90000"/>
            </a:lnSpc>
            <a:spcBef>
              <a:spcPct val="0"/>
            </a:spcBef>
            <a:spcAft>
              <a:spcPct val="15000"/>
            </a:spcAft>
            <a:buNone/>
          </a:pPr>
          <a:r>
            <a:rPr lang="zh-CN" altLang="en-US" sz="2400" kern="1200"/>
            <a:t>通常将使用 </a:t>
          </a:r>
          <a:r>
            <a:rPr lang="en-US" sz="2400" kern="1200"/>
            <a:t>HTTP </a:t>
          </a:r>
          <a:r>
            <a:rPr lang="zh-CN" altLang="en-US" sz="2400" kern="1200"/>
            <a:t>方法</a:t>
          </a:r>
          <a:r>
            <a:rPr lang="en-US" altLang="zh-CN" sz="2400" kern="1200"/>
            <a:t>+</a:t>
          </a:r>
          <a:r>
            <a:rPr lang="zh-CN" altLang="en-US" sz="2400" kern="1200"/>
            <a:t>状态码称为 </a:t>
          </a:r>
          <a:r>
            <a:rPr lang="en-US" sz="2400" kern="1200"/>
            <a:t>Level 2 REST（90%</a:t>
          </a:r>
          <a:r>
            <a:rPr lang="zh-CN" altLang="en-US" sz="2400" kern="1200"/>
            <a:t>的 </a:t>
          </a:r>
          <a:r>
            <a:rPr lang="en-US" sz="2400" kern="1200"/>
            <a:t>API </a:t>
          </a:r>
          <a:r>
            <a:rPr lang="zh-CN" altLang="en-US" sz="2400" kern="1200"/>
            <a:t>处于此级别）</a:t>
          </a:r>
        </a:p>
      </dsp:txBody>
      <dsp:txXfrm>
        <a:off x="0" y="2471738"/>
        <a:ext cx="11176000" cy="1625400"/>
      </dsp:txXfrm>
    </dsp:sp>
    <dsp:sp modelId="{809070E0-B3DE-4363-96A0-FE4BBC71CA7A}">
      <dsp:nvSpPr>
        <dsp:cNvPr id="0" name=""/>
        <dsp:cNvSpPr/>
      </dsp:nvSpPr>
      <dsp:spPr>
        <a:xfrm>
          <a:off x="558800" y="2117498"/>
          <a:ext cx="7823200"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066800">
            <a:lnSpc>
              <a:spcPct val="90000"/>
            </a:lnSpc>
            <a:spcBef>
              <a:spcPct val="0"/>
            </a:spcBef>
            <a:spcAft>
              <a:spcPct val="35000"/>
            </a:spcAft>
            <a:buNone/>
          </a:pPr>
          <a:r>
            <a:rPr lang="en-US" sz="2400" kern="1200"/>
            <a:t>Level 2 REST</a:t>
          </a:r>
          <a:endParaRPr lang="zh-CN" altLang="en-US" sz="2400" kern="1200"/>
        </a:p>
      </dsp:txBody>
      <dsp:txXfrm>
        <a:off x="593385" y="2152083"/>
        <a:ext cx="7754030" cy="639310"/>
      </dsp:txXfrm>
    </dsp:sp>
    <dsp:sp modelId="{ADD3FA5A-3EF5-4AD7-AFB2-B6B8A5433B09}">
      <dsp:nvSpPr>
        <dsp:cNvPr id="0" name=""/>
        <dsp:cNvSpPr/>
      </dsp:nvSpPr>
      <dsp:spPr>
        <a:xfrm>
          <a:off x="0" y="4580978"/>
          <a:ext cx="11176000" cy="1171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499872" rIns="867382" bIns="170688" numCol="1" spcCol="1270" anchor="t" anchorCtr="0">
          <a:noAutofit/>
        </a:bodyPr>
        <a:lstStyle/>
        <a:p>
          <a:pPr marL="228600" lvl="1" indent="-228600" algn="l" defTabSz="1066800">
            <a:lnSpc>
              <a:spcPct val="90000"/>
            </a:lnSpc>
            <a:spcBef>
              <a:spcPct val="0"/>
            </a:spcBef>
            <a:spcAft>
              <a:spcPct val="15000"/>
            </a:spcAft>
            <a:buNone/>
          </a:pPr>
          <a:r>
            <a:rPr lang="zh-CN" altLang="en-US" sz="2400" kern="1200"/>
            <a:t>而实现了 </a:t>
          </a:r>
          <a:r>
            <a:rPr lang="en-US" sz="2400" kern="1200"/>
            <a:t>HATEOAS </a:t>
          </a:r>
          <a:r>
            <a:rPr lang="zh-CN" altLang="en-US" sz="2400" kern="1200"/>
            <a:t>的 </a:t>
          </a:r>
          <a:r>
            <a:rPr lang="en-US" sz="2400" kern="1200"/>
            <a:t>API </a:t>
          </a:r>
          <a:endParaRPr lang="zh-CN" altLang="en-US" sz="2400" kern="1200"/>
        </a:p>
      </dsp:txBody>
      <dsp:txXfrm>
        <a:off x="0" y="4580978"/>
        <a:ext cx="11176000" cy="1171800"/>
      </dsp:txXfrm>
    </dsp:sp>
    <dsp:sp modelId="{B48243F7-25BD-416A-9125-958E7E3DF892}">
      <dsp:nvSpPr>
        <dsp:cNvPr id="0" name=""/>
        <dsp:cNvSpPr/>
      </dsp:nvSpPr>
      <dsp:spPr>
        <a:xfrm>
          <a:off x="558800" y="4226738"/>
          <a:ext cx="7823200"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066800">
            <a:lnSpc>
              <a:spcPct val="90000"/>
            </a:lnSpc>
            <a:spcBef>
              <a:spcPct val="0"/>
            </a:spcBef>
            <a:spcAft>
              <a:spcPct val="35000"/>
            </a:spcAft>
            <a:buNone/>
          </a:pPr>
          <a:r>
            <a:rPr lang="en-US" sz="2400" kern="1200"/>
            <a:t>Level 3 REST</a:t>
          </a:r>
          <a:endParaRPr lang="zh-CN" altLang="en-US" sz="2400" kern="1200"/>
        </a:p>
      </dsp:txBody>
      <dsp:txXfrm>
        <a:off x="593385" y="4261323"/>
        <a:ext cx="7754030" cy="63931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F5BCE9-F1C9-476D-910F-8566F115449F}">
      <dsp:nvSpPr>
        <dsp:cNvPr id="0" name=""/>
        <dsp:cNvSpPr/>
      </dsp:nvSpPr>
      <dsp:spPr>
        <a:xfrm>
          <a:off x="0" y="637283"/>
          <a:ext cx="6560416" cy="467775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9161" tIns="562356" rIns="509161" bIns="192024" numCol="1" spcCol="1270" anchor="t" anchorCtr="0">
          <a:noAutofit/>
        </a:bodyPr>
        <a:lstStyle/>
        <a:p>
          <a:pPr marL="228600" lvl="1" indent="-228600" algn="l" defTabSz="1200150">
            <a:lnSpc>
              <a:spcPct val="90000"/>
            </a:lnSpc>
            <a:spcBef>
              <a:spcPct val="0"/>
            </a:spcBef>
            <a:spcAft>
              <a:spcPct val="15000"/>
            </a:spcAft>
            <a:buFont typeface="Arial" panose="020B0604020202020204" pitchFamily="34" charset="0"/>
            <a:buChar char="•"/>
          </a:pPr>
          <a:r>
            <a:rPr lang="zh-CN" altLang="en-US" sz="2700" kern="1200"/>
            <a:t>对于</a:t>
          </a:r>
          <a:r>
            <a:rPr lang="zh-CN" altLang="en-US" sz="2700" kern="1200">
              <a:highlight>
                <a:srgbClr val="FFFF00"/>
              </a:highlight>
            </a:rPr>
            <a:t>高频重复</a:t>
          </a:r>
          <a:r>
            <a:rPr lang="zh-CN" altLang="en-US" sz="2700" kern="1200"/>
            <a:t>的 </a:t>
          </a:r>
          <a:r>
            <a:rPr lang="en-US" sz="2700" kern="1200">
              <a:highlight>
                <a:srgbClr val="FFFF00"/>
              </a:highlight>
            </a:rPr>
            <a:t>GET </a:t>
          </a:r>
          <a:r>
            <a:rPr lang="zh-CN" altLang="en-US" sz="2700" kern="1200">
              <a:highlight>
                <a:srgbClr val="FFFF00"/>
              </a:highlight>
            </a:rPr>
            <a:t>请求</a:t>
          </a:r>
          <a:r>
            <a:rPr lang="zh-CN" altLang="en-US" sz="2700" kern="1200"/>
            <a:t>可缓存，其他 </a:t>
          </a:r>
          <a:r>
            <a:rPr lang="en-US" sz="2700" kern="1200"/>
            <a:t>GET </a:t>
          </a:r>
          <a:r>
            <a:rPr lang="zh-CN" altLang="en-US" sz="2700" kern="1200"/>
            <a:t>请求不可缓存</a:t>
          </a:r>
        </a:p>
        <a:p>
          <a:pPr marL="228600" lvl="1" indent="-228600" algn="l" defTabSz="1200150">
            <a:lnSpc>
              <a:spcPct val="90000"/>
            </a:lnSpc>
            <a:spcBef>
              <a:spcPct val="0"/>
            </a:spcBef>
            <a:spcAft>
              <a:spcPct val="15000"/>
            </a:spcAft>
            <a:buFont typeface="Arial" panose="020B0604020202020204" pitchFamily="34" charset="0"/>
            <a:buChar char="•"/>
          </a:pPr>
          <a:r>
            <a:rPr lang="en-US" sz="2700" kern="1200"/>
            <a:t>POST/PUT/DELETE </a:t>
          </a:r>
          <a:r>
            <a:rPr lang="zh-CN" altLang="en-US" sz="2700" kern="1200"/>
            <a:t>不可缓存</a:t>
          </a:r>
        </a:p>
        <a:p>
          <a:pPr marL="228600" lvl="1" indent="-228600" algn="l" defTabSz="1200150">
            <a:lnSpc>
              <a:spcPct val="90000"/>
            </a:lnSpc>
            <a:spcBef>
              <a:spcPct val="0"/>
            </a:spcBef>
            <a:spcAft>
              <a:spcPct val="15000"/>
            </a:spcAft>
            <a:buFont typeface="Arial" panose="020B0604020202020204" pitchFamily="34" charset="0"/>
            <a:buChar char="•"/>
          </a:pPr>
          <a:r>
            <a:rPr lang="zh-CN" altLang="en-US" sz="2700" kern="1200"/>
            <a:t>使用 </a:t>
          </a:r>
          <a:r>
            <a:rPr lang="en-US" sz="2700" kern="1200"/>
            <a:t>ETag </a:t>
          </a:r>
          <a:r>
            <a:rPr lang="zh-CN" altLang="en-US" sz="2700" kern="1200"/>
            <a:t>或 </a:t>
          </a:r>
          <a:r>
            <a:rPr lang="en-US" sz="2700" kern="1200"/>
            <a:t>Last-Modified </a:t>
          </a:r>
          <a:r>
            <a:rPr lang="zh-CN" altLang="en-US" sz="2700" kern="1200"/>
            <a:t>验证缓存，让客户端在请求资源时，检查资 源是否发生了变化，从而决定是使用本地缓存还是重新下载。 </a:t>
          </a:r>
        </a:p>
      </dsp:txBody>
      <dsp:txXfrm>
        <a:off x="0" y="637283"/>
        <a:ext cx="6560416" cy="4677750"/>
      </dsp:txXfrm>
    </dsp:sp>
    <dsp:sp modelId="{228B6728-3B5D-4B97-926A-FA8A68DAD15F}">
      <dsp:nvSpPr>
        <dsp:cNvPr id="0" name=""/>
        <dsp:cNvSpPr/>
      </dsp:nvSpPr>
      <dsp:spPr>
        <a:xfrm>
          <a:off x="328020" y="238763"/>
          <a:ext cx="4592291" cy="79704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3578" tIns="0" rIns="173578" bIns="0" numCol="1" spcCol="1270" anchor="ctr" anchorCtr="0">
          <a:noAutofit/>
        </a:bodyPr>
        <a:lstStyle/>
        <a:p>
          <a:pPr marL="0" lvl="0" indent="0" algn="l" defTabSz="1200150">
            <a:lnSpc>
              <a:spcPct val="90000"/>
            </a:lnSpc>
            <a:spcBef>
              <a:spcPct val="0"/>
            </a:spcBef>
            <a:spcAft>
              <a:spcPct val="35000"/>
            </a:spcAft>
            <a:buNone/>
          </a:pPr>
          <a:r>
            <a:rPr lang="zh-CN" altLang="en-US" sz="2700" kern="1200"/>
            <a:t>实践建议</a:t>
          </a:r>
        </a:p>
      </dsp:txBody>
      <dsp:txXfrm>
        <a:off x="366928" y="277671"/>
        <a:ext cx="4514475" cy="71922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14DA58-2075-4C0B-AE41-BE472E552E64}" type="datetimeFigureOut">
              <a:rPr lang="zh-CN" altLang="en-US" smtClean="0"/>
              <a:t>2026/4/14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BDA1F5-332C-4D08-887E-4E1EB79E66C3}" type="slidenum">
              <a:rPr lang="zh-CN" altLang="en-US" smtClean="0"/>
              <a:t>‹#›</a:t>
            </a:fld>
            <a:endParaRPr lang="zh-CN" altLang="en-US"/>
          </a:p>
        </p:txBody>
      </p:sp>
    </p:spTree>
    <p:extLst>
      <p:ext uri="{BB962C8B-B14F-4D97-AF65-F5344CB8AC3E}">
        <p14:creationId xmlns:p14="http://schemas.microsoft.com/office/powerpoint/2010/main" val="511951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4</a:t>
            </a:fld>
            <a:endParaRPr lang="zh-CN" altLang="en-US"/>
          </a:p>
        </p:txBody>
      </p:sp>
    </p:spTree>
    <p:extLst>
      <p:ext uri="{BB962C8B-B14F-4D97-AF65-F5344CB8AC3E}">
        <p14:creationId xmlns:p14="http://schemas.microsoft.com/office/powerpoint/2010/main" val="39480877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5</a:t>
            </a:fld>
            <a:endParaRPr lang="zh-CN" altLang="en-US"/>
          </a:p>
        </p:txBody>
      </p:sp>
    </p:spTree>
    <p:extLst>
      <p:ext uri="{BB962C8B-B14F-4D97-AF65-F5344CB8AC3E}">
        <p14:creationId xmlns:p14="http://schemas.microsoft.com/office/powerpoint/2010/main" val="292485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8D035-65D8-A9FD-2F5F-79FE3682834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EACC6B-EA20-F31C-135C-EACFB19013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B35D68D-1D48-46AE-02CE-5867BB68157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DF1E5D0-2885-0CFC-51A7-601964C30ED8}"/>
              </a:ext>
            </a:extLst>
          </p:cNvPr>
          <p:cNvSpPr>
            <a:spLocks noGrp="1"/>
          </p:cNvSpPr>
          <p:nvPr>
            <p:ph type="sldNum" sz="quarter" idx="5"/>
          </p:nvPr>
        </p:nvSpPr>
        <p:spPr/>
        <p:txBody>
          <a:bodyPr/>
          <a:lstStyle/>
          <a:p>
            <a:fld id="{E8BDA1F5-332C-4D08-887E-4E1EB79E66C3}" type="slidenum">
              <a:rPr lang="zh-CN" altLang="en-US" smtClean="0"/>
              <a:t>6</a:t>
            </a:fld>
            <a:endParaRPr lang="zh-CN" altLang="en-US"/>
          </a:p>
        </p:txBody>
      </p:sp>
    </p:spTree>
    <p:extLst>
      <p:ext uri="{BB962C8B-B14F-4D97-AF65-F5344CB8AC3E}">
        <p14:creationId xmlns:p14="http://schemas.microsoft.com/office/powerpoint/2010/main" val="41827951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16</a:t>
            </a:fld>
            <a:endParaRPr lang="zh-CN" altLang="en-US"/>
          </a:p>
        </p:txBody>
      </p:sp>
    </p:spTree>
    <p:extLst>
      <p:ext uri="{BB962C8B-B14F-4D97-AF65-F5344CB8AC3E}">
        <p14:creationId xmlns:p14="http://schemas.microsoft.com/office/powerpoint/2010/main" val="589468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18</a:t>
            </a:fld>
            <a:endParaRPr lang="zh-CN" altLang="en-US"/>
          </a:p>
        </p:txBody>
      </p:sp>
    </p:spTree>
    <p:extLst>
      <p:ext uri="{BB962C8B-B14F-4D97-AF65-F5344CB8AC3E}">
        <p14:creationId xmlns:p14="http://schemas.microsoft.com/office/powerpoint/2010/main" val="18782373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20</a:t>
            </a:fld>
            <a:endParaRPr lang="zh-CN" altLang="en-US"/>
          </a:p>
        </p:txBody>
      </p:sp>
    </p:spTree>
    <p:extLst>
      <p:ext uri="{BB962C8B-B14F-4D97-AF65-F5344CB8AC3E}">
        <p14:creationId xmlns:p14="http://schemas.microsoft.com/office/powerpoint/2010/main" val="196297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22</a:t>
            </a:fld>
            <a:endParaRPr lang="zh-CN" altLang="en-US"/>
          </a:p>
        </p:txBody>
      </p:sp>
    </p:spTree>
    <p:extLst>
      <p:ext uri="{BB962C8B-B14F-4D97-AF65-F5344CB8AC3E}">
        <p14:creationId xmlns:p14="http://schemas.microsoft.com/office/powerpoint/2010/main" val="4707417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35</a:t>
            </a:fld>
            <a:endParaRPr lang="zh-CN" altLang="en-US"/>
          </a:p>
        </p:txBody>
      </p:sp>
    </p:spTree>
    <p:extLst>
      <p:ext uri="{BB962C8B-B14F-4D97-AF65-F5344CB8AC3E}">
        <p14:creationId xmlns:p14="http://schemas.microsoft.com/office/powerpoint/2010/main" val="13526652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97A32B-B1EA-4C6B-AAB6-0303326BB354}" type="slidenum">
              <a:rPr lang="zh-CN" altLang="en-US" smtClean="0"/>
              <a:t>46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1.xml"/><Relationship Id="rId4" Type="http://schemas.openxmlformats.org/officeDocument/2006/relationships/chart" Target="../charts/chart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Master" Target="../slideMasters/slideMaster4.xml"/><Relationship Id="rId4" Type="http://schemas.openxmlformats.org/officeDocument/2006/relationships/chart" Target="../charts/chart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4.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8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r>
              <a:rPr lang="zh-CN" altLang="en-US"/>
              <a:t>单击此处编辑母版文本样式</a:t>
            </a:r>
          </a:p>
        </p:txBody>
      </p:sp>
    </p:spTree>
    <p:extLst>
      <p:ext uri="{BB962C8B-B14F-4D97-AF65-F5344CB8AC3E}">
        <p14:creationId xmlns:p14="http://schemas.microsoft.com/office/powerpoint/2010/main" val="672645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181149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892605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标题和竖排文字">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1F766BBA-1D1A-C1B3-98D9-E8E9961E8786}"/>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B869EC8E-6602-D61C-B014-FE333D9FFF34}"/>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90578A3A-B35F-8F96-1861-4D698F836B75}"/>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D9A1E6DF-17BA-84C8-BA7A-3DB038AC249F}"/>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05A5ABE-FDAB-4F24-0946-7196A3D9B929}"/>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9A021F4B-DEDB-5516-A6FC-4245D8DA87E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2">
            <a:extLst>
              <a:ext uri="{FF2B5EF4-FFF2-40B4-BE49-F238E27FC236}">
                <a16:creationId xmlns:a16="http://schemas.microsoft.com/office/drawing/2014/main" id="{E5BE2212-B4E2-E20D-A88E-750A322ECD30}"/>
              </a:ext>
            </a:extLst>
          </p:cNvPr>
          <p:cNvSpPr/>
          <p:nvPr/>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文本占位符 33">
            <a:extLst>
              <a:ext uri="{FF2B5EF4-FFF2-40B4-BE49-F238E27FC236}">
                <a16:creationId xmlns:a16="http://schemas.microsoft.com/office/drawing/2014/main" id="{4F1343F8-57AD-8399-4C4C-B6C541BE6531}"/>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Tree>
    <p:extLst>
      <p:ext uri="{BB962C8B-B14F-4D97-AF65-F5344CB8AC3E}">
        <p14:creationId xmlns:p14="http://schemas.microsoft.com/office/powerpoint/2010/main" val="216924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3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 name="文本占位符 33">
            <a:extLst>
              <a:ext uri="{FF2B5EF4-FFF2-40B4-BE49-F238E27FC236}">
                <a16:creationId xmlns:a16="http://schemas.microsoft.com/office/drawing/2014/main" id="{A9AFE747-13C4-BFE7-E463-EEE69BCA790B}"/>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91649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hasCustomPrompt="1"/>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dirty="0"/>
              <a:t>要点</a:t>
            </a:r>
          </a:p>
        </p:txBody>
      </p:sp>
    </p:spTree>
    <p:extLst>
      <p:ext uri="{BB962C8B-B14F-4D97-AF65-F5344CB8AC3E}">
        <p14:creationId xmlns:p14="http://schemas.microsoft.com/office/powerpoint/2010/main" val="1740090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1_标题和内容">
    <p:bg>
      <p:bgRef idx="1002">
        <a:schemeClr val="bg1"/>
      </p:bgRef>
    </p:bg>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65339013-D057-B4A0-EF6F-6A8666057B05}"/>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E374D57A-345A-0E03-F785-A3E632CF0758}"/>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66126D29-B171-914F-2BC6-5AA9359F821B}"/>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0DFD4CA3-397F-5789-6AEA-8AB217FF83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A0F90D9C-03BF-5CBF-D609-AF7394418B3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1B9B7C45-195D-9A4C-29DA-F89EB30CAB05}"/>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六边形 13">
            <a:extLst>
              <a:ext uri="{FF2B5EF4-FFF2-40B4-BE49-F238E27FC236}">
                <a16:creationId xmlns:a16="http://schemas.microsoft.com/office/drawing/2014/main" id="{AD77C92C-30F0-3E8E-5585-086BBEB8303A}"/>
              </a:ext>
            </a:extLst>
          </p:cNvPr>
          <p:cNvSpPr/>
          <p:nvPr/>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4" name="文本占位符 33">
            <a:extLst>
              <a:ext uri="{FF2B5EF4-FFF2-40B4-BE49-F238E27FC236}">
                <a16:creationId xmlns:a16="http://schemas.microsoft.com/office/drawing/2014/main" id="{AC93CC88-DF53-ED60-04D4-923BCD5916EF}"/>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Tree>
    <p:extLst>
      <p:ext uri="{BB962C8B-B14F-4D97-AF65-F5344CB8AC3E}">
        <p14:creationId xmlns:p14="http://schemas.microsoft.com/office/powerpoint/2010/main" val="216544042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5757528A-E74B-B984-AE26-8A0AABFFAD59}"/>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8A354E97-B216-6A28-0173-328B037444EF}"/>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3F5DE21F-54FC-3CB2-1F31-0633BFBDACA1}"/>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CC2B7A51-7274-78A0-3814-D3702E4481EC}"/>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58E5124B-2B3B-2266-EE32-E28C55802CE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4A2DCFCA-1B9C-B9FB-C9F2-DC6414D0923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12">
            <a:extLst>
              <a:ext uri="{FF2B5EF4-FFF2-40B4-BE49-F238E27FC236}">
                <a16:creationId xmlns:a16="http://schemas.microsoft.com/office/drawing/2014/main" id="{FD972DCB-3451-30B0-BE68-AC067F3CBDF8}"/>
              </a:ext>
            </a:extLst>
          </p:cNvPr>
          <p:cNvSpPr/>
          <p:nvPr/>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8" name="文本占位符 33">
            <a:extLst>
              <a:ext uri="{FF2B5EF4-FFF2-40B4-BE49-F238E27FC236}">
                <a16:creationId xmlns:a16="http://schemas.microsoft.com/office/drawing/2014/main" id="{BF67191C-584B-C03E-EFA6-C93920721C88}"/>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485174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7407DA8B-1D45-2159-6DE0-FE153046B617}"/>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B6575145-25FF-EF71-7344-4B185786E52B}"/>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1" name="组合 10">
            <a:extLst>
              <a:ext uri="{FF2B5EF4-FFF2-40B4-BE49-F238E27FC236}">
                <a16:creationId xmlns:a16="http://schemas.microsoft.com/office/drawing/2014/main" id="{DBDEE3AF-2DB8-3D8B-987F-310D11F6C202}"/>
              </a:ext>
            </a:extLst>
          </p:cNvPr>
          <p:cNvGrpSpPr/>
          <p:nvPr/>
        </p:nvGrpSpPr>
        <p:grpSpPr>
          <a:xfrm>
            <a:off x="123826" y="59558"/>
            <a:ext cx="593817" cy="593817"/>
            <a:chOff x="1131485" y="2234042"/>
            <a:chExt cx="1607262" cy="1607262"/>
          </a:xfrm>
        </p:grpSpPr>
        <p:sp>
          <p:nvSpPr>
            <p:cNvPr id="12" name="椭圆 11">
              <a:extLst>
                <a:ext uri="{FF2B5EF4-FFF2-40B4-BE49-F238E27FC236}">
                  <a16:creationId xmlns:a16="http://schemas.microsoft.com/office/drawing/2014/main" id="{FF9522AD-9AD1-1E1A-A03B-3F21D3C579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椭圆 12">
              <a:extLst>
                <a:ext uri="{FF2B5EF4-FFF2-40B4-BE49-F238E27FC236}">
                  <a16:creationId xmlns:a16="http://schemas.microsoft.com/office/drawing/2014/main" id="{3DA89778-4C63-9F82-6FA6-25DC75F71A0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1EF6CB7D-1C43-57E2-AA84-CFAFEB8E652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41" name="文本占位符 33">
            <a:extLst>
              <a:ext uri="{FF2B5EF4-FFF2-40B4-BE49-F238E27FC236}">
                <a16:creationId xmlns:a16="http://schemas.microsoft.com/office/drawing/2014/main" id="{A95EA908-A745-185B-055B-78584A4CFABC}"/>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260080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比较">
    <p:spTree>
      <p:nvGrpSpPr>
        <p:cNvPr id="1" name=""/>
        <p:cNvGrpSpPr/>
        <p:nvPr/>
      </p:nvGrpSpPr>
      <p:grpSpPr>
        <a:xfrm>
          <a:off x="0" y="0"/>
          <a:ext cx="0" cy="0"/>
          <a:chOff x="0" y="0"/>
          <a:chExt cx="0" cy="0"/>
        </a:xfrm>
      </p:grpSpPr>
      <p:sp>
        <p:nvSpPr>
          <p:cNvPr id="10" name="任意多边形 19">
            <a:extLst>
              <a:ext uri="{FF2B5EF4-FFF2-40B4-BE49-F238E27FC236}">
                <a16:creationId xmlns:a16="http://schemas.microsoft.com/office/drawing/2014/main" id="{93575A42-ED96-07D0-5F00-797106732D94}"/>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DB32254D-9F3E-9CE5-1306-8BC38D55EB48}"/>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3" name="组合 12">
            <a:extLst>
              <a:ext uri="{FF2B5EF4-FFF2-40B4-BE49-F238E27FC236}">
                <a16:creationId xmlns:a16="http://schemas.microsoft.com/office/drawing/2014/main" id="{35E30FD8-077D-B5A3-CE5C-EA3FD0E2BAD1}"/>
              </a:ext>
            </a:extLst>
          </p:cNvPr>
          <p:cNvGrpSpPr/>
          <p:nvPr/>
        </p:nvGrpSpPr>
        <p:grpSpPr>
          <a:xfrm>
            <a:off x="123826" y="59558"/>
            <a:ext cx="593817" cy="593817"/>
            <a:chOff x="1131485" y="2234042"/>
            <a:chExt cx="1607262" cy="1607262"/>
          </a:xfrm>
        </p:grpSpPr>
        <p:sp>
          <p:nvSpPr>
            <p:cNvPr id="14" name="椭圆 13">
              <a:extLst>
                <a:ext uri="{FF2B5EF4-FFF2-40B4-BE49-F238E27FC236}">
                  <a16:creationId xmlns:a16="http://schemas.microsoft.com/office/drawing/2014/main" id="{5701137A-7095-2FB8-325A-2535E5FA5FCD}"/>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椭圆 14">
              <a:extLst>
                <a:ext uri="{FF2B5EF4-FFF2-40B4-BE49-F238E27FC236}">
                  <a16:creationId xmlns:a16="http://schemas.microsoft.com/office/drawing/2014/main" id="{B131BFD9-0F54-637D-5F78-F0077443D51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6" name="KSO_Shape">
              <a:extLst>
                <a:ext uri="{FF2B5EF4-FFF2-40B4-BE49-F238E27FC236}">
                  <a16:creationId xmlns:a16="http://schemas.microsoft.com/office/drawing/2014/main" id="{1D64EA1D-6C96-F4F6-6ADC-C3254FE161A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椭圆 16">
            <a:extLst>
              <a:ext uri="{FF2B5EF4-FFF2-40B4-BE49-F238E27FC236}">
                <a16:creationId xmlns:a16="http://schemas.microsoft.com/office/drawing/2014/main" id="{06C07459-634F-8707-41A5-2F1BD91FB743}"/>
              </a:ext>
            </a:extLst>
          </p:cNvPr>
          <p:cNvSpPr/>
          <p:nvPr/>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8" name="文本占位符 33">
            <a:extLst>
              <a:ext uri="{FF2B5EF4-FFF2-40B4-BE49-F238E27FC236}">
                <a16:creationId xmlns:a16="http://schemas.microsoft.com/office/drawing/2014/main" id="{B40F74BD-2A6F-508F-5FB4-8D1A56C87800}"/>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800931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sp>
        <p:nvSpPr>
          <p:cNvPr id="6" name="任意多边形 19">
            <a:extLst>
              <a:ext uri="{FF2B5EF4-FFF2-40B4-BE49-F238E27FC236}">
                <a16:creationId xmlns:a16="http://schemas.microsoft.com/office/drawing/2014/main" id="{FDD4FE82-7D6F-720C-4871-714AEBA3A7C7}"/>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18">
            <a:extLst>
              <a:ext uri="{FF2B5EF4-FFF2-40B4-BE49-F238E27FC236}">
                <a16:creationId xmlns:a16="http://schemas.microsoft.com/office/drawing/2014/main" id="{3E45CAA6-13E6-B6A3-2555-54BD2D3532BB}"/>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B5091FD3-1609-36DC-D01C-A73EF31511F4}"/>
              </a:ext>
            </a:extLst>
          </p:cNvPr>
          <p:cNvGrpSpPr/>
          <p:nvPr/>
        </p:nvGrpSpPr>
        <p:grpSpPr>
          <a:xfrm>
            <a:off x="123826" y="59558"/>
            <a:ext cx="593817" cy="593817"/>
            <a:chOff x="1131485" y="2234042"/>
            <a:chExt cx="1607262" cy="1607262"/>
          </a:xfrm>
        </p:grpSpPr>
        <p:sp>
          <p:nvSpPr>
            <p:cNvPr id="10" name="椭圆 9">
              <a:extLst>
                <a:ext uri="{FF2B5EF4-FFF2-40B4-BE49-F238E27FC236}">
                  <a16:creationId xmlns:a16="http://schemas.microsoft.com/office/drawing/2014/main" id="{A60A328F-B093-068A-A243-557DCBBCB8C0}"/>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75D484E8-7212-326B-14C8-E61E0FFBB3B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271CD6B8-CE1A-EDDB-0E8D-31587A0F46B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aphicFrame>
        <p:nvGraphicFramePr>
          <p:cNvPr id="13" name="图表 12">
            <a:extLst>
              <a:ext uri="{FF2B5EF4-FFF2-40B4-BE49-F238E27FC236}">
                <a16:creationId xmlns:a16="http://schemas.microsoft.com/office/drawing/2014/main" id="{EA96DBCB-5C90-8781-C6BF-55324A1A022C}"/>
              </a:ext>
            </a:extLst>
          </p:cNvPr>
          <p:cNvGraphicFramePr/>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3" name="文本占位符 33">
            <a:extLst>
              <a:ext uri="{FF2B5EF4-FFF2-40B4-BE49-F238E27FC236}">
                <a16:creationId xmlns:a16="http://schemas.microsoft.com/office/drawing/2014/main" id="{70867633-A165-60B0-4D4B-A722D615AB92}"/>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653642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475556" y="805042"/>
            <a:ext cx="48593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任意多边形 19">
            <a:extLst>
              <a:ext uri="{FF2B5EF4-FFF2-40B4-BE49-F238E27FC236}">
                <a16:creationId xmlns:a16="http://schemas.microsoft.com/office/drawing/2014/main" id="{194BB307-7CD2-0519-F987-EE1B3B952F06}"/>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68ADC1FD-0F37-4839-9AB3-038B698024CC}"/>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2" name="组合 11">
            <a:extLst>
              <a:ext uri="{FF2B5EF4-FFF2-40B4-BE49-F238E27FC236}">
                <a16:creationId xmlns:a16="http://schemas.microsoft.com/office/drawing/2014/main" id="{9F91ADBE-8918-2609-78D9-55A6BE6320CC}"/>
              </a:ext>
            </a:extLst>
          </p:cNvPr>
          <p:cNvGrpSpPr/>
          <p:nvPr/>
        </p:nvGrpSpPr>
        <p:grpSpPr>
          <a:xfrm>
            <a:off x="123826" y="59558"/>
            <a:ext cx="593817" cy="593817"/>
            <a:chOff x="1131485" y="2234042"/>
            <a:chExt cx="1607262" cy="1607262"/>
          </a:xfrm>
        </p:grpSpPr>
        <p:sp>
          <p:nvSpPr>
            <p:cNvPr id="13" name="椭圆 12">
              <a:extLst>
                <a:ext uri="{FF2B5EF4-FFF2-40B4-BE49-F238E27FC236}">
                  <a16:creationId xmlns:a16="http://schemas.microsoft.com/office/drawing/2014/main" id="{F7238A78-91CC-3469-8ACD-6FB3980786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椭圆 13">
              <a:extLst>
                <a:ext uri="{FF2B5EF4-FFF2-40B4-BE49-F238E27FC236}">
                  <a16:creationId xmlns:a16="http://schemas.microsoft.com/office/drawing/2014/main" id="{0CB65898-6F95-A19E-C383-8D85C381FA6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KSO_Shape">
              <a:extLst>
                <a:ext uri="{FF2B5EF4-FFF2-40B4-BE49-F238E27FC236}">
                  <a16:creationId xmlns:a16="http://schemas.microsoft.com/office/drawing/2014/main" id="{11EF4BB9-E978-B4F6-BBBE-F67FDD7A6C8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6" name="文本占位符 33">
            <a:extLst>
              <a:ext uri="{FF2B5EF4-FFF2-40B4-BE49-F238E27FC236}">
                <a16:creationId xmlns:a16="http://schemas.microsoft.com/office/drawing/2014/main" id="{45330A77-8349-E793-AD39-6A80D7C2A9E6}"/>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74045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3_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EE0614DB-9D87-BA32-305F-D8C6D877FACF}"/>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0AF01672-87F1-53FC-32DB-980A43595565}"/>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C36251E7-C68A-8CC4-D7FC-DAE79C14289E}"/>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222E1E72-88E6-9EB4-8F00-F11EC9617B3E}"/>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B8A1FC4-F4C1-6538-2F58-F8E69B23D3F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E6E512C7-2AA9-7999-05F9-A0A5915CB5F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文本占位符 33">
            <a:extLst>
              <a:ext uri="{FF2B5EF4-FFF2-40B4-BE49-F238E27FC236}">
                <a16:creationId xmlns:a16="http://schemas.microsoft.com/office/drawing/2014/main" id="{88587556-2378-6E30-C450-EBCB9B97ABC5}"/>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882478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1353723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1_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4C33A-652D-D6EA-75FB-20BA539CE8B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0699AC1-44D2-9D01-84C7-349CCFFA5B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097AF1F-BCB2-78D6-2AF6-1D5A95483653}"/>
              </a:ext>
            </a:extLst>
          </p:cNvPr>
          <p:cNvSpPr>
            <a:spLocks noGrp="1"/>
          </p:cNvSpPr>
          <p:nvPr>
            <p:ph type="dt" sz="half" idx="10"/>
          </p:nvPr>
        </p:nvSpPr>
        <p:spPr/>
        <p:txBody>
          <a:bodyPr/>
          <a:lstStyle/>
          <a:p>
            <a:fld id="{6C27C682-2477-42DE-A568-6C9C284CCCDD}"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B6302435-53E9-5255-4F17-7A6DBEF3EF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364607-AD4D-3521-31C6-EB568CA73FB8}"/>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3435317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cSld name="1_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973006-97F2-F8C5-770C-3400BD0C60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4FC612F-652A-0B13-2A5C-25C862F317D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46D280F-2183-0311-7947-EA9A4932F66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1E69852-6210-F435-B3AE-1D3938493BF8}"/>
              </a:ext>
            </a:extLst>
          </p:cNvPr>
          <p:cNvSpPr>
            <a:spLocks noGrp="1"/>
          </p:cNvSpPr>
          <p:nvPr>
            <p:ph type="dt" sz="half" idx="10"/>
          </p:nvPr>
        </p:nvSpPr>
        <p:spPr/>
        <p:txBody>
          <a:bodyPr/>
          <a:lstStyle/>
          <a:p>
            <a:fld id="{6C27C682-2477-42DE-A568-6C9C284CCCDD}"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83F5811F-BBB0-4EC6-37EC-6451F65F3B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CA0D28D-8BC9-83CF-33DA-46762576BC54}"/>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3517039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cSld name="2_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B5F548-B019-0CF8-B07E-74D7DBF720D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5C0C63E-08E3-305A-F65B-BE1E36B1C2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F8D13BA-6FAA-7177-EBCD-905204B596E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6E0D660-FAE0-4101-D757-78ACD45D55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78630DB-2532-AEAF-ADD3-FFCE047B14C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2AF69AD-9EED-D02D-9F46-B9AEEB1D8C8E}"/>
              </a:ext>
            </a:extLst>
          </p:cNvPr>
          <p:cNvSpPr>
            <a:spLocks noGrp="1"/>
          </p:cNvSpPr>
          <p:nvPr>
            <p:ph type="dt" sz="half" idx="10"/>
          </p:nvPr>
        </p:nvSpPr>
        <p:spPr/>
        <p:txBody>
          <a:bodyPr/>
          <a:lstStyle/>
          <a:p>
            <a:fld id="{6C27C682-2477-42DE-A568-6C9C284CCCDD}" type="datetimeFigureOut">
              <a:rPr lang="zh-CN" altLang="en-US" smtClean="0"/>
              <a:t>2026/4/14</a:t>
            </a:fld>
            <a:endParaRPr lang="zh-CN" altLang="en-US"/>
          </a:p>
        </p:txBody>
      </p:sp>
      <p:sp>
        <p:nvSpPr>
          <p:cNvPr id="8" name="页脚占位符 7">
            <a:extLst>
              <a:ext uri="{FF2B5EF4-FFF2-40B4-BE49-F238E27FC236}">
                <a16:creationId xmlns:a16="http://schemas.microsoft.com/office/drawing/2014/main" id="{79D4CEE3-E290-1663-AC83-D4DC2889CD5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0D036DF-F04F-98E6-B807-25630E15E90B}"/>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28288082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5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CD5B79-226A-318A-8F98-62BFBBDB52C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6A6E471-6660-2901-C5C8-EE47B0D51F8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6A7F414-8C27-E0BC-BD6B-A9101F4D57A6}"/>
              </a:ext>
            </a:extLst>
          </p:cNvPr>
          <p:cNvSpPr>
            <a:spLocks noGrp="1"/>
          </p:cNvSpPr>
          <p:nvPr>
            <p:ph type="dt" sz="half" idx="10"/>
          </p:nvPr>
        </p:nvSpPr>
        <p:spPr/>
        <p:txBody>
          <a:bodyPr/>
          <a:lstStyle/>
          <a:p>
            <a:fld id="{6C27C682-2477-42DE-A568-6C9C284CCCDD}"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A10C9F21-D4F9-7E09-EEB4-9357F8F076D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5D3D51-0921-131E-4CB0-EC2643518E0E}"/>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2510638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545581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2635227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703095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2026/4/14</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257329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2026/4/14</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9199487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4237062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532403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4618311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1408223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8168552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8901344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4399275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679102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9692267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1370383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5633767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639497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5786815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7774112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8539305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0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r>
              <a:rPr lang="zh-CN" altLang="en-US"/>
              <a:t>单击此处编辑母版文本样式</a:t>
            </a:r>
          </a:p>
        </p:txBody>
      </p:sp>
    </p:spTree>
    <p:extLst>
      <p:ext uri="{BB962C8B-B14F-4D97-AF65-F5344CB8AC3E}">
        <p14:creationId xmlns:p14="http://schemas.microsoft.com/office/powerpoint/2010/main" val="8677529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0" y="0"/>
            <a:ext cx="1179076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10358312"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7556068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6426781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标题和竖排文字">
    <p:spTree>
      <p:nvGrpSpPr>
        <p:cNvPr id="1" name=""/>
        <p:cNvGrpSpPr/>
        <p:nvPr/>
      </p:nvGrpSpPr>
      <p:grpSpPr>
        <a:xfrm>
          <a:off x="0" y="0"/>
          <a:ext cx="0" cy="0"/>
          <a:chOff x="0" y="0"/>
          <a:chExt cx="0" cy="0"/>
        </a:xfrm>
      </p:grpSpPr>
      <p:sp>
        <p:nvSpPr>
          <p:cNvPr id="14" name="Freeform 2">
            <a:extLst>
              <a:ext uri="{FF2B5EF4-FFF2-40B4-BE49-F238E27FC236}">
                <a16:creationId xmlns:a16="http://schemas.microsoft.com/office/drawing/2014/main" id="{E5BE2212-B4E2-E20D-A88E-750A322ECD30}"/>
              </a:ext>
            </a:extLst>
          </p:cNvPr>
          <p:cNvSpPr/>
          <p:nvPr/>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2" name="任意多边形 19">
            <a:extLst>
              <a:ext uri="{FF2B5EF4-FFF2-40B4-BE49-F238E27FC236}">
                <a16:creationId xmlns:a16="http://schemas.microsoft.com/office/drawing/2014/main" id="{055FE2DC-8CCB-5AF2-7B9F-27818F7C8F3A}"/>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28F4EE2-BF8B-7FEC-73AB-85F22C948A76}"/>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F408DB3-F77D-30B5-FC05-AD2CEBAAF0FF}"/>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50245ABA-1CD5-1912-DAA1-B46404B42F0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3DD970EB-F228-E952-35AC-3233DAE0FAF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1AC05127-E591-942C-5FA1-C61C6B44279A}"/>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9" name="文本占位符 33">
            <a:extLst>
              <a:ext uri="{FF2B5EF4-FFF2-40B4-BE49-F238E27FC236}">
                <a16:creationId xmlns:a16="http://schemas.microsoft.com/office/drawing/2014/main" id="{7C17CB12-44D2-53A7-0E81-329299EC5D2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720582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3_标题和内容">
    <p:spTree>
      <p:nvGrpSpPr>
        <p:cNvPr id="1" name=""/>
        <p:cNvGrpSpPr/>
        <p:nvPr/>
      </p:nvGrpSpPr>
      <p:grpSpPr>
        <a:xfrm>
          <a:off x="0" y="0"/>
          <a:ext cx="0" cy="0"/>
          <a:chOff x="0" y="0"/>
          <a:chExt cx="0" cy="0"/>
        </a:xfrm>
      </p:grpSpPr>
      <p:sp>
        <p:nvSpPr>
          <p:cNvPr id="3" name="任意多边形 19">
            <a:extLst>
              <a:ext uri="{FF2B5EF4-FFF2-40B4-BE49-F238E27FC236}">
                <a16:creationId xmlns:a16="http://schemas.microsoft.com/office/drawing/2014/main" id="{30726538-1950-DA1B-6C70-74D79515D324}"/>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DF9A4799-8616-3FAC-1ABD-067FC0EF76DE}"/>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5" name="组合 4">
            <a:extLst>
              <a:ext uri="{FF2B5EF4-FFF2-40B4-BE49-F238E27FC236}">
                <a16:creationId xmlns:a16="http://schemas.microsoft.com/office/drawing/2014/main" id="{C815365D-E595-A1AC-93B2-0E8137C344E6}"/>
              </a:ext>
            </a:extLst>
          </p:cNvPr>
          <p:cNvGrpSpPr/>
          <p:nvPr/>
        </p:nvGrpSpPr>
        <p:grpSpPr>
          <a:xfrm>
            <a:off x="71844" y="60398"/>
            <a:ext cx="593817" cy="593817"/>
            <a:chOff x="1131485" y="2234042"/>
            <a:chExt cx="1607262" cy="1607262"/>
          </a:xfrm>
        </p:grpSpPr>
        <p:sp>
          <p:nvSpPr>
            <p:cNvPr id="6" name="椭圆 5">
              <a:extLst>
                <a:ext uri="{FF2B5EF4-FFF2-40B4-BE49-F238E27FC236}">
                  <a16:creationId xmlns:a16="http://schemas.microsoft.com/office/drawing/2014/main" id="{2672BBA0-146D-D873-BF57-D84F903390B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5C850287-10EC-8116-6F42-7B2950F735A7}"/>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7511D483-2AA7-FDA3-5858-2AAFA77DAE39}"/>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5B421191-774C-DBCE-0C86-1D01A8FB8ED7}"/>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3417122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单击此处编辑母版文本样式</a:t>
            </a:r>
          </a:p>
        </p:txBody>
      </p:sp>
    </p:spTree>
    <p:extLst>
      <p:ext uri="{BB962C8B-B14F-4D97-AF65-F5344CB8AC3E}">
        <p14:creationId xmlns:p14="http://schemas.microsoft.com/office/powerpoint/2010/main" val="26572168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1_标题和内容">
    <p:bg>
      <p:bgRef idx="1002">
        <a:schemeClr val="bg1"/>
      </p:bgRef>
    </p:bg>
    <p:spTree>
      <p:nvGrpSpPr>
        <p:cNvPr id="1" name=""/>
        <p:cNvGrpSpPr/>
        <p:nvPr/>
      </p:nvGrpSpPr>
      <p:grpSpPr>
        <a:xfrm>
          <a:off x="0" y="0"/>
          <a:ext cx="0" cy="0"/>
          <a:chOff x="0" y="0"/>
          <a:chExt cx="0" cy="0"/>
        </a:xfrm>
      </p:grpSpPr>
      <p:sp>
        <p:nvSpPr>
          <p:cNvPr id="14" name="六边形 13">
            <a:extLst>
              <a:ext uri="{FF2B5EF4-FFF2-40B4-BE49-F238E27FC236}">
                <a16:creationId xmlns:a16="http://schemas.microsoft.com/office/drawing/2014/main" id="{AD77C92C-30F0-3E8E-5585-086BBEB8303A}"/>
              </a:ext>
            </a:extLst>
          </p:cNvPr>
          <p:cNvSpPr/>
          <p:nvPr/>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2" name="任意多边形 19">
            <a:extLst>
              <a:ext uri="{FF2B5EF4-FFF2-40B4-BE49-F238E27FC236}">
                <a16:creationId xmlns:a16="http://schemas.microsoft.com/office/drawing/2014/main" id="{6FD56522-41BD-3874-221E-2ED19EDB0A4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28B7943B-A0DD-9D57-0C71-A6524CA97C08}"/>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CA5B158-C881-EE63-8FA8-D7C2525BF83B}"/>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70AC6E1-C221-3D22-620F-746CF1F631D1}"/>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D3D6D1F6-8CBF-BFD6-1D8C-98C90E89A6F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CD480A95-09EF-BD37-599E-5609BAF84E36}"/>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0" name="文本占位符 33">
            <a:extLst>
              <a:ext uri="{FF2B5EF4-FFF2-40B4-BE49-F238E27FC236}">
                <a16:creationId xmlns:a16="http://schemas.microsoft.com/office/drawing/2014/main" id="{3238B8E2-00DD-1436-0797-465D362F608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3640370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14" name="Freeform 12">
            <a:extLst>
              <a:ext uri="{FF2B5EF4-FFF2-40B4-BE49-F238E27FC236}">
                <a16:creationId xmlns:a16="http://schemas.microsoft.com/office/drawing/2014/main" id="{FD972DCB-3451-30B0-BE68-AC067F3CBDF8}"/>
              </a:ext>
            </a:extLst>
          </p:cNvPr>
          <p:cNvSpPr/>
          <p:nvPr/>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2" name="任意多边形 19">
            <a:extLst>
              <a:ext uri="{FF2B5EF4-FFF2-40B4-BE49-F238E27FC236}">
                <a16:creationId xmlns:a16="http://schemas.microsoft.com/office/drawing/2014/main" id="{DD23B938-82B8-5D8E-B08D-34A7DC4140CC}"/>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F53E1FF8-B1FE-FA80-5F9C-7A27CAE7D950}"/>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28A181E-71B6-D3DB-56C9-A821B72D6AF5}"/>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C5040EC-22EB-4C2A-507B-CA68AC3FFCC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287D3874-53FE-6039-811D-482FBEA4EDD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8738C97D-3869-0DFC-A367-D92A9DF8D4F7}"/>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9" name="文本占位符 33">
            <a:extLst>
              <a:ext uri="{FF2B5EF4-FFF2-40B4-BE49-F238E27FC236}">
                <a16:creationId xmlns:a16="http://schemas.microsoft.com/office/drawing/2014/main" id="{0EE89A7A-D1A2-3582-C4D1-BB49B68A0511}"/>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163143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两栏内容">
    <p:spTree>
      <p:nvGrpSpPr>
        <p:cNvPr id="1" name=""/>
        <p:cNvGrpSpPr/>
        <p:nvPr/>
      </p:nvGrpSpPr>
      <p:grpSpPr>
        <a:xfrm>
          <a:off x="0" y="0"/>
          <a:ext cx="0" cy="0"/>
          <a:chOff x="0" y="0"/>
          <a:chExt cx="0" cy="0"/>
        </a:xfrm>
      </p:grpSpPr>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2" name="任意多边形 19">
            <a:extLst>
              <a:ext uri="{FF2B5EF4-FFF2-40B4-BE49-F238E27FC236}">
                <a16:creationId xmlns:a16="http://schemas.microsoft.com/office/drawing/2014/main" id="{D69A9641-6A39-4AD2-57BD-108712518F7F}"/>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E75A45A8-2DB6-1C74-6A8F-3E3F92A1B950}"/>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94F4C546-4944-7237-C884-8A085E585C30}"/>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24CC488A-BBCD-4815-A960-9C9E09FAB3F9}"/>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5BEB546A-394E-0C9E-EF74-37DAB47871E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136C53B-6273-E2FD-B172-8D5246EFAAA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 name="文本占位符 33">
            <a:extLst>
              <a:ext uri="{FF2B5EF4-FFF2-40B4-BE49-F238E27FC236}">
                <a16:creationId xmlns:a16="http://schemas.microsoft.com/office/drawing/2014/main" id="{1901C94C-3893-2D8E-C0B8-7F5D378F1330}"/>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2295544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比较">
    <p:spTree>
      <p:nvGrpSpPr>
        <p:cNvPr id="1" name=""/>
        <p:cNvGrpSpPr/>
        <p:nvPr/>
      </p:nvGrpSpPr>
      <p:grpSpPr>
        <a:xfrm>
          <a:off x="0" y="0"/>
          <a:ext cx="0" cy="0"/>
          <a:chOff x="0" y="0"/>
          <a:chExt cx="0" cy="0"/>
        </a:xfrm>
      </p:grpSpPr>
      <p:sp>
        <p:nvSpPr>
          <p:cNvPr id="17" name="椭圆 16">
            <a:extLst>
              <a:ext uri="{FF2B5EF4-FFF2-40B4-BE49-F238E27FC236}">
                <a16:creationId xmlns:a16="http://schemas.microsoft.com/office/drawing/2014/main" id="{06C07459-634F-8707-41A5-2F1BD91FB743}"/>
              </a:ext>
            </a:extLst>
          </p:cNvPr>
          <p:cNvSpPr/>
          <p:nvPr/>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2" name="任意多边形 19">
            <a:extLst>
              <a:ext uri="{FF2B5EF4-FFF2-40B4-BE49-F238E27FC236}">
                <a16:creationId xmlns:a16="http://schemas.microsoft.com/office/drawing/2014/main" id="{3927B935-30EC-F6B9-BA7D-09D6C2A709BC}"/>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88A9A10-F697-E2C5-75D7-91724222CD4D}"/>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61B494B-45F2-63AD-0FAA-0C7A984A82CD}"/>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AF67261A-4AD6-82C6-8E72-40ECC6FC17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89CFAA14-B024-745C-08EB-219FB555994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BE3E1D2-A68F-4510-F2DF-E8ACB59BDFA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8" name="文本占位符 33">
            <a:extLst>
              <a:ext uri="{FF2B5EF4-FFF2-40B4-BE49-F238E27FC236}">
                <a16:creationId xmlns:a16="http://schemas.microsoft.com/office/drawing/2014/main" id="{BF860834-ABC8-4042-673B-FB1D08270EC2}"/>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11122626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graphicFrame>
        <p:nvGraphicFramePr>
          <p:cNvPr id="13" name="图表 12">
            <a:extLst>
              <a:ext uri="{FF2B5EF4-FFF2-40B4-BE49-F238E27FC236}">
                <a16:creationId xmlns:a16="http://schemas.microsoft.com/office/drawing/2014/main" id="{EA96DBCB-5C90-8781-C6BF-55324A1A022C}"/>
              </a:ext>
            </a:extLst>
          </p:cNvPr>
          <p:cNvGraphicFramePr/>
          <p:nvPr>
            <p:extLst>
              <p:ext uri="{D42A27DB-BD31-4B8C-83A1-F6EECF244321}">
                <p14:modId xmlns:p14="http://schemas.microsoft.com/office/powerpoint/2010/main" val="3514732628"/>
              </p:ext>
            </p:extLst>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 name="任意多边形 19">
            <a:extLst>
              <a:ext uri="{FF2B5EF4-FFF2-40B4-BE49-F238E27FC236}">
                <a16:creationId xmlns:a16="http://schemas.microsoft.com/office/drawing/2014/main" id="{79915C22-054D-787C-A90E-A252AAB3F7D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81076CB6-11D0-96C1-E116-6A582B134163}"/>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B6F6EBD2-75BC-669B-78DA-D5F40DEB2A03}"/>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4118FBBF-2AE3-AD5D-2051-BE117C745562}"/>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039DD9A-B716-1B22-A87F-F228874CD0A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4" name="KSO_Shape">
              <a:extLst>
                <a:ext uri="{FF2B5EF4-FFF2-40B4-BE49-F238E27FC236}">
                  <a16:creationId xmlns:a16="http://schemas.microsoft.com/office/drawing/2014/main" id="{D5B354F8-A069-C331-9575-9259B70646C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5" name="文本占位符 33">
            <a:extLst>
              <a:ext uri="{FF2B5EF4-FFF2-40B4-BE49-F238E27FC236}">
                <a16:creationId xmlns:a16="http://schemas.microsoft.com/office/drawing/2014/main" id="{57CBC1EA-D2F8-1F27-A35B-0EB35D8D0545}"/>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5242939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588963" y="805042"/>
            <a:ext cx="576446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79284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45274C2E-F0AD-2292-B1D2-A6E0BAAE7CF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1200640A-65BF-9929-A439-D583B2A0CC3A}"/>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6" name="组合 5">
            <a:extLst>
              <a:ext uri="{FF2B5EF4-FFF2-40B4-BE49-F238E27FC236}">
                <a16:creationId xmlns:a16="http://schemas.microsoft.com/office/drawing/2014/main" id="{5157EBAF-558A-CD90-B9F6-43CCCB87FB4B}"/>
              </a:ext>
            </a:extLst>
          </p:cNvPr>
          <p:cNvGrpSpPr/>
          <p:nvPr/>
        </p:nvGrpSpPr>
        <p:grpSpPr>
          <a:xfrm>
            <a:off x="71844" y="60398"/>
            <a:ext cx="593817" cy="593817"/>
            <a:chOff x="1131485" y="2234042"/>
            <a:chExt cx="1607262" cy="1607262"/>
          </a:xfrm>
        </p:grpSpPr>
        <p:sp>
          <p:nvSpPr>
            <p:cNvPr id="7" name="椭圆 6">
              <a:extLst>
                <a:ext uri="{FF2B5EF4-FFF2-40B4-BE49-F238E27FC236}">
                  <a16:creationId xmlns:a16="http://schemas.microsoft.com/office/drawing/2014/main" id="{E308B397-2839-4B6A-4D25-E7D2F2C321D3}"/>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103061F-CC05-33B7-0CD3-00006CD4B02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5372DDED-8415-8A28-814B-6B958870DDD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文本占位符 33">
            <a:extLst>
              <a:ext uri="{FF2B5EF4-FFF2-40B4-BE49-F238E27FC236}">
                <a16:creationId xmlns:a16="http://schemas.microsoft.com/office/drawing/2014/main" id="{F877CA57-D86B-59DA-065F-9A7B7CC6A258}"/>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98752112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3_两栏内容">
    <p:spTree>
      <p:nvGrpSpPr>
        <p:cNvPr id="1" name=""/>
        <p:cNvGrpSpPr/>
        <p:nvPr/>
      </p:nvGrpSpPr>
      <p:grpSpPr>
        <a:xfrm>
          <a:off x="0" y="0"/>
          <a:ext cx="0" cy="0"/>
          <a:chOff x="0" y="0"/>
          <a:chExt cx="0" cy="0"/>
        </a:xfrm>
      </p:grpSpPr>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6E7F149E-FDF3-A2E4-46B1-5F45E42A948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AA469707-33CD-2919-718B-7E3D05A6BBA9}"/>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D057A4CC-57C1-1C9D-0D52-813AF05E20E5}"/>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D1B808A0-679A-AC62-9527-3C8A20F8FEB4}"/>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E2BE32F6-BB06-B9C2-2DAB-A984078A764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8FAAABC9-F0B3-2024-785A-F7EAAD190FF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FDFC6117-3B35-5E72-42F6-C59BD58A315C}"/>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26772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225486468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5_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816864" y="228600"/>
            <a:ext cx="10871200" cy="990600"/>
          </a:xfrm>
          <a:ln>
            <a:solidFill>
              <a:schemeClr val="accent2"/>
            </a:solidFill>
          </a:ln>
        </p:spPr>
        <p:txBody>
          <a:bodyPr/>
          <a:lstStyle/>
          <a:p>
            <a:r>
              <a:rPr kumimoji="0" lang="zh-CN" altLang="en-US"/>
              <a:t>单击此处编辑母版标题样式</a:t>
            </a:r>
            <a:endParaRPr kumimoji="0" lang="en-US"/>
          </a:p>
        </p:txBody>
      </p:sp>
      <p:sp>
        <p:nvSpPr>
          <p:cNvPr id="8" name="内容占位符 7"/>
          <p:cNvSpPr>
            <a:spLocks noGrp="1"/>
          </p:cNvSpPr>
          <p:nvPr>
            <p:ph sz="quarter" idx="1"/>
          </p:nvPr>
        </p:nvSpPr>
        <p:spPr>
          <a:xfrm>
            <a:off x="816864" y="1600200"/>
            <a:ext cx="10871200" cy="4925144"/>
          </a:xfrm>
          <a:ln>
            <a:solidFill>
              <a:schemeClr val="accent1"/>
            </a:solidFill>
          </a:ln>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extLst>
      <p:ext uri="{BB962C8B-B14F-4D97-AF65-F5344CB8AC3E}">
        <p14:creationId xmlns:p14="http://schemas.microsoft.com/office/powerpoint/2010/main" val="10465534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9880FA-7953-AB94-20A3-423A02C6F82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5DD66B0-0EC3-DD03-7884-33601555B0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C8914AC-028D-E30F-021B-D97D188001CA}"/>
              </a:ext>
            </a:extLst>
          </p:cNvPr>
          <p:cNvSpPr>
            <a:spLocks noGrp="1"/>
          </p:cNvSpPr>
          <p:nvPr>
            <p:ph type="dt" sz="half" idx="10"/>
          </p:nvPr>
        </p:nvSpPr>
        <p:spPr/>
        <p:txBody>
          <a:bodyPr/>
          <a:lstStyle/>
          <a:p>
            <a:fld id="{19D62E01-43A6-484F-8DB8-44C5F907219B}"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4BD6CA26-E3DC-02EA-8654-6FD22D9A58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8E9E422-93DC-3B55-4FEB-7FEBAC7A36C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37746869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646D28-B1E9-211A-267B-F093D029B29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46A6FE8-BC63-D0BF-A487-63D239078F7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D30D72A-52ED-2855-9420-587E872B6135}"/>
              </a:ext>
            </a:extLst>
          </p:cNvPr>
          <p:cNvSpPr>
            <a:spLocks noGrp="1"/>
          </p:cNvSpPr>
          <p:nvPr>
            <p:ph type="dt" sz="half" idx="10"/>
          </p:nvPr>
        </p:nvSpPr>
        <p:spPr/>
        <p:txBody>
          <a:bodyPr/>
          <a:lstStyle/>
          <a:p>
            <a:fld id="{19D62E01-43A6-484F-8DB8-44C5F907219B}"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6748881F-A8F7-9999-72B1-06842FC029F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E5E46C-CBC1-5437-ABD8-E0BED454B60F}"/>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511815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DB498-A9A5-4822-126C-C3575A06EA8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0AB6DBA-1291-72C4-69CF-5F8A5AFF94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FEB7348-4087-92AC-49CA-4EE3D799D777}"/>
              </a:ext>
            </a:extLst>
          </p:cNvPr>
          <p:cNvSpPr>
            <a:spLocks noGrp="1"/>
          </p:cNvSpPr>
          <p:nvPr>
            <p:ph type="dt" sz="half" idx="10"/>
          </p:nvPr>
        </p:nvSpPr>
        <p:spPr/>
        <p:txBody>
          <a:bodyPr/>
          <a:lstStyle/>
          <a:p>
            <a:fld id="{19D62E01-43A6-484F-8DB8-44C5F907219B}"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F6F32B8C-BE47-EF8E-D3BE-85E9CD6E43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B331D5F-5502-E31D-5F6D-6D5946BC4FA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7242404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28CA06-EA23-DFA8-5061-26E693C562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8B90FA1-EF10-968E-7B65-2DA75CEB40F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7B24C5A-DDD8-F711-6069-85BB3C677DC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BF3C253-41B1-B459-3819-7FF285222942}"/>
              </a:ext>
            </a:extLst>
          </p:cNvPr>
          <p:cNvSpPr>
            <a:spLocks noGrp="1"/>
          </p:cNvSpPr>
          <p:nvPr>
            <p:ph type="dt" sz="half" idx="10"/>
          </p:nvPr>
        </p:nvSpPr>
        <p:spPr/>
        <p:txBody>
          <a:bodyPr/>
          <a:lstStyle/>
          <a:p>
            <a:fld id="{19D62E01-43A6-484F-8DB8-44C5F907219B}"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984CA635-DF1A-C282-9F80-7C819B339A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9B89C3-6B35-6390-FF94-50FB49F17B1E}"/>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412482748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394B5F-080A-FC52-5610-8A764DCD059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7A794F8-BA96-DCCB-17C0-A274240A74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970BE5-6560-16AF-1FE9-F457EBD43F2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25674BC-728B-522F-542B-DDDC49306D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E0C3F68-826F-ECE2-3CED-AC5D9553066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67F0031-A1FA-0F6E-A072-66921B42B5C1}"/>
              </a:ext>
            </a:extLst>
          </p:cNvPr>
          <p:cNvSpPr>
            <a:spLocks noGrp="1"/>
          </p:cNvSpPr>
          <p:nvPr>
            <p:ph type="dt" sz="half" idx="10"/>
          </p:nvPr>
        </p:nvSpPr>
        <p:spPr/>
        <p:txBody>
          <a:bodyPr/>
          <a:lstStyle/>
          <a:p>
            <a:fld id="{19D62E01-43A6-484F-8DB8-44C5F907219B}" type="datetimeFigureOut">
              <a:rPr lang="zh-CN" altLang="en-US" smtClean="0"/>
              <a:t>2026/4/14</a:t>
            </a:fld>
            <a:endParaRPr lang="zh-CN" altLang="en-US"/>
          </a:p>
        </p:txBody>
      </p:sp>
      <p:sp>
        <p:nvSpPr>
          <p:cNvPr id="8" name="页脚占位符 7">
            <a:extLst>
              <a:ext uri="{FF2B5EF4-FFF2-40B4-BE49-F238E27FC236}">
                <a16:creationId xmlns:a16="http://schemas.microsoft.com/office/drawing/2014/main" id="{5F45F4DE-FFF4-A21F-B006-FC8523C3523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77CD7ED-08CA-D495-27DA-CE4A0E9E6CCB}"/>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04587788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68D76-4C72-1001-F286-6CC1ADF5137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29F94D8-F944-C3BD-D8D0-6B379CF26AF7}"/>
              </a:ext>
            </a:extLst>
          </p:cNvPr>
          <p:cNvSpPr>
            <a:spLocks noGrp="1"/>
          </p:cNvSpPr>
          <p:nvPr>
            <p:ph type="dt" sz="half" idx="10"/>
          </p:nvPr>
        </p:nvSpPr>
        <p:spPr/>
        <p:txBody>
          <a:bodyPr/>
          <a:lstStyle/>
          <a:p>
            <a:fld id="{19D62E01-43A6-484F-8DB8-44C5F907219B}" type="datetimeFigureOut">
              <a:rPr lang="zh-CN" altLang="en-US" smtClean="0"/>
              <a:t>2026/4/14</a:t>
            </a:fld>
            <a:endParaRPr lang="zh-CN" altLang="en-US"/>
          </a:p>
        </p:txBody>
      </p:sp>
      <p:sp>
        <p:nvSpPr>
          <p:cNvPr id="4" name="页脚占位符 3">
            <a:extLst>
              <a:ext uri="{FF2B5EF4-FFF2-40B4-BE49-F238E27FC236}">
                <a16:creationId xmlns:a16="http://schemas.microsoft.com/office/drawing/2014/main" id="{7B63B473-0382-905E-A2A7-E76F10A39ED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6A031A0-B9D5-449C-71E8-5EE1A0C858C7}"/>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416712836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39E3E3E-07AE-A9D4-CE18-6E68D91AEB83}"/>
              </a:ext>
            </a:extLst>
          </p:cNvPr>
          <p:cNvSpPr>
            <a:spLocks noGrp="1"/>
          </p:cNvSpPr>
          <p:nvPr>
            <p:ph type="dt" sz="half" idx="10"/>
          </p:nvPr>
        </p:nvSpPr>
        <p:spPr/>
        <p:txBody>
          <a:bodyPr/>
          <a:lstStyle/>
          <a:p>
            <a:fld id="{19D62E01-43A6-484F-8DB8-44C5F907219B}" type="datetimeFigureOut">
              <a:rPr lang="zh-CN" altLang="en-US" smtClean="0"/>
              <a:t>2026/4/14</a:t>
            </a:fld>
            <a:endParaRPr lang="zh-CN" altLang="en-US"/>
          </a:p>
        </p:txBody>
      </p:sp>
      <p:sp>
        <p:nvSpPr>
          <p:cNvPr id="3" name="页脚占位符 2">
            <a:extLst>
              <a:ext uri="{FF2B5EF4-FFF2-40B4-BE49-F238E27FC236}">
                <a16:creationId xmlns:a16="http://schemas.microsoft.com/office/drawing/2014/main" id="{49B578EB-0268-EBD3-6074-1CE4D3381A9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921B1D0-C260-C78D-9038-A7FFE4ED127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04485275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9CADC-DC9B-E421-479C-175306EE298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DEB2E77-F59F-D7DD-4906-A882C11EFB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C7EB9D6-F287-94AC-48C8-C6F1FF44F5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BB87458-6975-4344-FE79-96434D0E154C}"/>
              </a:ext>
            </a:extLst>
          </p:cNvPr>
          <p:cNvSpPr>
            <a:spLocks noGrp="1"/>
          </p:cNvSpPr>
          <p:nvPr>
            <p:ph type="dt" sz="half" idx="10"/>
          </p:nvPr>
        </p:nvSpPr>
        <p:spPr/>
        <p:txBody>
          <a:bodyPr/>
          <a:lstStyle/>
          <a:p>
            <a:fld id="{19D62E01-43A6-484F-8DB8-44C5F907219B}"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20655F48-A265-3AA6-7855-9DEB79A1F5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47E8523-5EE2-9C94-E7F1-5F0B9E9EA25A}"/>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43686596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D12804-2541-245C-F5F2-B1AB95967C6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409348E-F173-9EE8-C431-A0A2B437C2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097A82EA-FEEF-6CA5-5672-CA53EA23D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DCF668C-C775-B132-DFE5-5804377A7A81}"/>
              </a:ext>
            </a:extLst>
          </p:cNvPr>
          <p:cNvSpPr>
            <a:spLocks noGrp="1"/>
          </p:cNvSpPr>
          <p:nvPr>
            <p:ph type="dt" sz="half" idx="10"/>
          </p:nvPr>
        </p:nvSpPr>
        <p:spPr/>
        <p:txBody>
          <a:bodyPr/>
          <a:lstStyle/>
          <a:p>
            <a:fld id="{19D62E01-43A6-484F-8DB8-44C5F907219B}"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8836AA60-13AF-64F5-66DA-C051B1541C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80809DA-BD91-4F80-B88E-B692B55F1A0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57384294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D58E44-25A3-D324-3191-DC7E452E1EE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665D06F-158E-E088-E943-AB07227C54C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EE67D29-00B2-0C68-6AF6-8CF48CE420B3}"/>
              </a:ext>
            </a:extLst>
          </p:cNvPr>
          <p:cNvSpPr>
            <a:spLocks noGrp="1"/>
          </p:cNvSpPr>
          <p:nvPr>
            <p:ph type="dt" sz="half" idx="10"/>
          </p:nvPr>
        </p:nvSpPr>
        <p:spPr/>
        <p:txBody>
          <a:bodyPr/>
          <a:lstStyle/>
          <a:p>
            <a:fld id="{19D62E01-43A6-484F-8DB8-44C5F907219B}"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D8A2AC42-41AC-5CD5-56B4-26BB87FCB9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1873157-1C5F-69B1-96BA-63A5180FB4C3}"/>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89325940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DB0DB60-468E-D154-CC93-67C6280CCEA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34E5848-C8DB-C14A-9198-723B9F3A9D0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2975CBC-4361-1CFE-D284-C7ECADC20944}"/>
              </a:ext>
            </a:extLst>
          </p:cNvPr>
          <p:cNvSpPr>
            <a:spLocks noGrp="1"/>
          </p:cNvSpPr>
          <p:nvPr>
            <p:ph type="dt" sz="half" idx="10"/>
          </p:nvPr>
        </p:nvSpPr>
        <p:spPr/>
        <p:txBody>
          <a:bodyPr/>
          <a:lstStyle/>
          <a:p>
            <a:fld id="{19D62E01-43A6-484F-8DB8-44C5F907219B}"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DF9A52FD-C21C-5CF8-3BBE-4E3D2585D6A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64A33B-9A6F-63C9-2E23-0A7135FC1069}"/>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66672217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5_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816864" y="228600"/>
            <a:ext cx="10871200" cy="990600"/>
          </a:xfrm>
          <a:ln>
            <a:solidFill>
              <a:schemeClr val="accent2"/>
            </a:solidFill>
          </a:ln>
        </p:spPr>
        <p:txBody>
          <a:bodyPr/>
          <a:lstStyle/>
          <a:p>
            <a:r>
              <a:rPr kumimoji="0" lang="zh-CN" altLang="en-US"/>
              <a:t>单击此处编辑母版标题样式</a:t>
            </a:r>
            <a:endParaRPr kumimoji="0" lang="en-US"/>
          </a:p>
        </p:txBody>
      </p:sp>
      <p:sp>
        <p:nvSpPr>
          <p:cNvPr id="8" name="内容占位符 7"/>
          <p:cNvSpPr>
            <a:spLocks noGrp="1"/>
          </p:cNvSpPr>
          <p:nvPr>
            <p:ph sz="quarter" idx="1"/>
          </p:nvPr>
        </p:nvSpPr>
        <p:spPr>
          <a:xfrm>
            <a:off x="816864" y="1600200"/>
            <a:ext cx="10871200" cy="4925144"/>
          </a:xfrm>
          <a:ln>
            <a:solidFill>
              <a:schemeClr val="accent1"/>
            </a:solidFill>
          </a:ln>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Tree>
    <p:extLst>
      <p:ext uri="{BB962C8B-B14F-4D97-AF65-F5344CB8AC3E}">
        <p14:creationId xmlns:p14="http://schemas.microsoft.com/office/powerpoint/2010/main" val="3413768914"/>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secHead" preserve="1">
  <p:cSld name="1_节标题">
    <p:bg>
      <p:bgRef idx="1003">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828801" y="2743200"/>
            <a:ext cx="9497484" cy="1673225"/>
          </a:xfrm>
        </p:spPr>
        <p:txBody>
          <a:bodyPr anchor="t"/>
          <a:lstStyle>
            <a:lvl1pPr marL="514350" indent="-514350">
              <a:buFont typeface="+mj-lt"/>
              <a:buAutoNum type="arabicPeriod"/>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2" name="标题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kumimoji="0" lang="zh-CN" altLang="en-US"/>
              <a:t>单击此处编辑母版标题样式</a:t>
            </a:r>
            <a:endParaRPr kumimoji="0" lang="en-US"/>
          </a:p>
        </p:txBody>
      </p:sp>
    </p:spTree>
    <p:extLst>
      <p:ext uri="{BB962C8B-B14F-4D97-AF65-F5344CB8AC3E}">
        <p14:creationId xmlns:p14="http://schemas.microsoft.com/office/powerpoint/2010/main" val="313345607"/>
      </p:ext>
    </p:extLst>
  </p:cSld>
  <p:clrMapOvr>
    <a:overrideClrMapping bg1="lt1" tx1="dk1" bg2="lt2" tx2="dk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Tree>
    <p:extLst>
      <p:ext uri="{BB962C8B-B14F-4D97-AF65-F5344CB8AC3E}">
        <p14:creationId xmlns:p14="http://schemas.microsoft.com/office/powerpoint/2010/main" val="156262601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711200" y="273050"/>
            <a:ext cx="10871200" cy="869950"/>
          </a:xfrm>
        </p:spPr>
        <p:txBody>
          <a:bodyPr anchor="ctr"/>
          <a:lstStyle>
            <a:lvl1pPr>
              <a:defRPr/>
            </a:lvl1pPr>
          </a:lstStyle>
          <a:p>
            <a:r>
              <a:rPr kumimoji="0" lang="zh-CN" altLang="en-US"/>
              <a:t>单击此处编辑母版标题样式</a:t>
            </a:r>
            <a:endParaRPr kumimoji="0" lang="en-US"/>
          </a:p>
        </p:txBody>
      </p:sp>
      <p:sp>
        <p:nvSpPr>
          <p:cNvPr id="11" name="内容占位符 10"/>
          <p:cNvSpPr>
            <a:spLocks noGrp="1"/>
          </p:cNvSpPr>
          <p:nvPr>
            <p:ph sz="quarter" idx="2"/>
          </p:nvPr>
        </p:nvSpPr>
        <p:spPr>
          <a:xfrm>
            <a:off x="812800" y="2438400"/>
            <a:ext cx="5181600" cy="4158952"/>
          </a:xfrm>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13" name="内容占位符 12"/>
          <p:cNvSpPr>
            <a:spLocks noGrp="1"/>
          </p:cNvSpPr>
          <p:nvPr>
            <p:ph sz="quarter" idx="4"/>
          </p:nvPr>
        </p:nvSpPr>
        <p:spPr>
          <a:xfrm>
            <a:off x="6400800" y="2438400"/>
            <a:ext cx="5181600" cy="4158952"/>
          </a:xfrm>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16" name="文本占位符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
        <p:nvSpPr>
          <p:cNvPr id="15" name="文本占位符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Tree>
    <p:extLst>
      <p:ext uri="{BB962C8B-B14F-4D97-AF65-F5344CB8AC3E}">
        <p14:creationId xmlns:p14="http://schemas.microsoft.com/office/powerpoint/2010/main" val="292249092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44721164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7714342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64305200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2026/4/14</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4135850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2026/4/14</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0587676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37768360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3698963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17393735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12877768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11543442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3121289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16743578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5016301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75481777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4020774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51778979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407899402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83451545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6314520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626192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10" Type="http://schemas.openxmlformats.org/officeDocument/2006/relationships/theme" Target="../theme/theme2.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theme" Target="../theme/theme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7.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16999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089573559"/>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966430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766118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58"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BD20DCB-D3B3-149B-27FD-3054D60899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E2F6981-36A2-7BE9-2269-D6D548DE14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B62050-5C6C-A75F-FC7B-2AEA8722A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D62E01-43A6-484F-8DB8-44C5F907219B}"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75D0F5FE-152F-CFF4-BA7B-839DED2E6A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3B0E4A5-BA5F-450F-9A8C-84D6C5AEFB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41290592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26027278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73793157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50.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0.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0.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0.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0.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4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51.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0.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20.png"/><Relationship Id="rId2" Type="http://schemas.openxmlformats.org/officeDocument/2006/relationships/diagramData" Target="../diagrams/data6.xml"/><Relationship Id="rId1" Type="http://schemas.openxmlformats.org/officeDocument/2006/relationships/slideLayout" Target="../slideLayouts/slideLayout40.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1.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0.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0.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1.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0.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40.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8.xml"/><Relationship Id="rId1" Type="http://schemas.openxmlformats.org/officeDocument/2006/relationships/slideLayout" Target="../slideLayouts/slideLayout40.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0.xm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0.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0.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50.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0.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0.xml"/><Relationship Id="rId4" Type="http://schemas.openxmlformats.org/officeDocument/2006/relationships/image" Target="../media/image43.png"/></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0.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0.xml"/></Relationships>
</file>

<file path=ppt/slides/_rels/slide4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4">
            <a:extLst>
              <a:ext uri="{FF2B5EF4-FFF2-40B4-BE49-F238E27FC236}">
                <a16:creationId xmlns:a16="http://schemas.microsoft.com/office/drawing/2014/main" id="{BE3B49BE-CD15-77E2-9163-14D70F6E1084}"/>
              </a:ext>
            </a:extLst>
          </p:cNvPr>
          <p:cNvSpPr>
            <a:spLocks noGrp="1"/>
          </p:cNvSpPr>
          <p:nvPr>
            <p:ph type="subTitle" idx="1"/>
          </p:nvPr>
        </p:nvSpPr>
        <p:spPr/>
        <p:txBody>
          <a:bodyPr/>
          <a:lstStyle/>
          <a:p>
            <a:r>
              <a:rPr lang="en-US" altLang="zh-CN"/>
              <a:t>RESTful</a:t>
            </a:r>
            <a:r>
              <a:rPr lang="zh-CN" altLang="en-US"/>
              <a:t>风格的</a:t>
            </a:r>
            <a:r>
              <a:rPr lang="en-US" altLang="zh-CN"/>
              <a:t>API</a:t>
            </a:r>
            <a:r>
              <a:rPr lang="zh-CN" altLang="en-US"/>
              <a:t>设计</a:t>
            </a:r>
          </a:p>
        </p:txBody>
      </p:sp>
      <p:sp>
        <p:nvSpPr>
          <p:cNvPr id="3" name="标题 2"/>
          <p:cNvSpPr>
            <a:spLocks noGrp="1"/>
          </p:cNvSpPr>
          <p:nvPr>
            <p:ph type="ctrTitle"/>
          </p:nvPr>
        </p:nvSpPr>
        <p:spPr/>
        <p:txBody>
          <a:bodyPr/>
          <a:lstStyle/>
          <a:p>
            <a:r>
              <a:rPr lang="en-US" altLang="zh-CN" sz="4000"/>
              <a:t>252602 WEB</a:t>
            </a:r>
            <a:r>
              <a:rPr lang="zh-CN" altLang="en-US" sz="4000"/>
              <a:t>项目应用</a:t>
            </a:r>
          </a:p>
        </p:txBody>
      </p:sp>
      <p:sp>
        <p:nvSpPr>
          <p:cNvPr id="2" name="文本占位符 1"/>
          <p:cNvSpPr>
            <a:spLocks noGrp="1"/>
          </p:cNvSpPr>
          <p:nvPr>
            <p:ph type="body" sz="quarter" idx="10"/>
          </p:nvPr>
        </p:nvSpPr>
        <p:spPr/>
        <p:txBody>
          <a:bodyPr>
            <a:normAutofit fontScale="97500"/>
          </a:bodyPr>
          <a:lstStyle/>
          <a:p>
            <a:pPr lvl="0">
              <a:lnSpc>
                <a:spcPct val="100000"/>
              </a:lnSpc>
              <a:spcBef>
                <a:spcPct val="0"/>
              </a:spcBef>
              <a:spcAft>
                <a:spcPct val="15000"/>
              </a:spcAft>
            </a:pPr>
            <a:r>
              <a:rPr lang="en-US" altLang="zh-CN">
                <a:solidFill>
                  <a:schemeClr val="tx1"/>
                </a:solidFill>
                <a:latin typeface="+mn-ea"/>
              </a:rPr>
              <a:t>2026-4-11</a:t>
            </a:r>
            <a:endParaRPr lang="zh-CN" altLang="en-US">
              <a:solidFill>
                <a:srgbClr val="FFC000"/>
              </a:solidFill>
              <a:latin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79CA544-8678-E563-8725-0339EECD9050}"/>
              </a:ext>
            </a:extLst>
          </p:cNvPr>
          <p:cNvSpPr>
            <a:spLocks noGrp="1"/>
          </p:cNvSpPr>
          <p:nvPr>
            <p:ph type="body" sz="quarter" idx="18"/>
          </p:nvPr>
        </p:nvSpPr>
        <p:spPr/>
        <p:txBody>
          <a:bodyPr/>
          <a:lstStyle/>
          <a:p>
            <a:r>
              <a:rPr lang="zh-CN" altLang="en-US"/>
              <a:t>本次课内容</a:t>
            </a:r>
          </a:p>
        </p:txBody>
      </p:sp>
      <p:graphicFrame>
        <p:nvGraphicFramePr>
          <p:cNvPr id="4" name="内容占位符 3">
            <a:extLst>
              <a:ext uri="{FF2B5EF4-FFF2-40B4-BE49-F238E27FC236}">
                <a16:creationId xmlns:a16="http://schemas.microsoft.com/office/drawing/2014/main" id="{A28D2291-B642-93F4-2AEA-E43F1D6F7DE8}"/>
              </a:ext>
            </a:extLst>
          </p:cNvPr>
          <p:cNvGraphicFramePr>
            <a:graphicFrameLocks noGrp="1"/>
          </p:cNvGraphicFramePr>
          <p:nvPr>
            <p:ph sz="quarter" idx="19"/>
            <p:extLst>
              <p:ext uri="{D42A27DB-BD31-4B8C-83A1-F6EECF244321}">
                <p14:modId xmlns:p14="http://schemas.microsoft.com/office/powerpoint/2010/main" val="2612384571"/>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2915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F9E51-DCD5-9FA7-14F6-C4508794B346}"/>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33700A81-1FFA-F7BE-29F8-97CF898C63A3}"/>
              </a:ext>
            </a:extLst>
          </p:cNvPr>
          <p:cNvSpPr>
            <a:spLocks noGrp="1"/>
          </p:cNvSpPr>
          <p:nvPr>
            <p:ph type="body" sz="quarter" idx="10"/>
          </p:nvPr>
        </p:nvSpPr>
        <p:spPr/>
        <p:txBody>
          <a:bodyPr/>
          <a:lstStyle/>
          <a:p>
            <a:pPr lvl="0"/>
            <a:r>
              <a:rPr lang="zh-CN" altLang="en-US"/>
              <a:t>什么是</a:t>
            </a:r>
            <a:r>
              <a:rPr lang="en-US" altLang="zh-CN"/>
              <a:t>API</a:t>
            </a:r>
            <a:endParaRPr lang="zh-CN" altLang="en-US"/>
          </a:p>
          <a:p>
            <a:pPr lvl="0"/>
            <a:r>
              <a:rPr lang="en-US" altLang="zh-CN"/>
              <a:t>API</a:t>
            </a:r>
            <a:r>
              <a:rPr lang="zh-CN" altLang="en-US"/>
              <a:t>的核心价值</a:t>
            </a:r>
          </a:p>
          <a:p>
            <a:pPr lvl="0"/>
            <a:r>
              <a:rPr lang="en-US" altLang="zh-CN"/>
              <a:t>API</a:t>
            </a:r>
            <a:r>
              <a:rPr lang="zh-CN" altLang="en-US"/>
              <a:t>的组成</a:t>
            </a:r>
          </a:p>
        </p:txBody>
      </p:sp>
      <p:sp>
        <p:nvSpPr>
          <p:cNvPr id="5" name="文本占位符 4">
            <a:extLst>
              <a:ext uri="{FF2B5EF4-FFF2-40B4-BE49-F238E27FC236}">
                <a16:creationId xmlns:a16="http://schemas.microsoft.com/office/drawing/2014/main" id="{B779C91F-D455-B85D-808F-5F199360A025}"/>
              </a:ext>
            </a:extLst>
          </p:cNvPr>
          <p:cNvSpPr>
            <a:spLocks noGrp="1"/>
          </p:cNvSpPr>
          <p:nvPr>
            <p:ph type="body" sz="quarter" idx="12"/>
          </p:nvPr>
        </p:nvSpPr>
        <p:spPr/>
        <p:txBody>
          <a:bodyPr/>
          <a:lstStyle/>
          <a:p>
            <a:r>
              <a:rPr lang="en-US" altLang="zh-CN"/>
              <a:t>API</a:t>
            </a:r>
            <a:r>
              <a:rPr lang="zh-CN" altLang="en-US"/>
              <a:t>概述</a:t>
            </a:r>
          </a:p>
        </p:txBody>
      </p:sp>
    </p:spTree>
    <p:extLst>
      <p:ext uri="{BB962C8B-B14F-4D97-AF65-F5344CB8AC3E}">
        <p14:creationId xmlns:p14="http://schemas.microsoft.com/office/powerpoint/2010/main" val="378249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A1C4792E-E643-5F77-14B1-4F56BCE95875}"/>
              </a:ext>
            </a:extLst>
          </p:cNvPr>
          <p:cNvSpPr>
            <a:spLocks noGrp="1"/>
          </p:cNvSpPr>
          <p:nvPr>
            <p:ph type="body" sz="quarter" idx="18"/>
          </p:nvPr>
        </p:nvSpPr>
        <p:spPr/>
        <p:txBody>
          <a:bodyPr/>
          <a:lstStyle/>
          <a:p>
            <a:r>
              <a:rPr lang="zh-CN" altLang="en-US"/>
              <a:t>观察函数的注释</a:t>
            </a:r>
          </a:p>
        </p:txBody>
      </p:sp>
      <p:pic>
        <p:nvPicPr>
          <p:cNvPr id="7" name="内容占位符 6">
            <a:extLst>
              <a:ext uri="{FF2B5EF4-FFF2-40B4-BE49-F238E27FC236}">
                <a16:creationId xmlns:a16="http://schemas.microsoft.com/office/drawing/2014/main" id="{13FA7073-F6E7-5A54-9068-71818AE012EC}"/>
              </a:ext>
            </a:extLst>
          </p:cNvPr>
          <p:cNvPicPr>
            <a:picLocks noGrp="1" noChangeAspect="1"/>
          </p:cNvPicPr>
          <p:nvPr>
            <p:ph sz="quarter" idx="19"/>
          </p:nvPr>
        </p:nvPicPr>
        <p:blipFill>
          <a:blip r:embed="rId3"/>
          <a:stretch>
            <a:fillRect/>
          </a:stretch>
        </p:blipFill>
        <p:spPr>
          <a:xfrm>
            <a:off x="535057" y="836613"/>
            <a:ext cx="7695607" cy="5761037"/>
          </a:xfrm>
          <a:prstGeom prst="rect">
            <a:avLst/>
          </a:prstGeom>
          <a:ln>
            <a:solidFill>
              <a:schemeClr val="accent1"/>
            </a:solidFill>
          </a:ln>
        </p:spPr>
      </p:pic>
      <p:sp>
        <p:nvSpPr>
          <p:cNvPr id="8" name="标注: 线形 7">
            <a:extLst>
              <a:ext uri="{FF2B5EF4-FFF2-40B4-BE49-F238E27FC236}">
                <a16:creationId xmlns:a16="http://schemas.microsoft.com/office/drawing/2014/main" id="{334727BE-32D7-D35B-0C91-FE49F4DA823E}"/>
              </a:ext>
            </a:extLst>
          </p:cNvPr>
          <p:cNvSpPr/>
          <p:nvPr/>
        </p:nvSpPr>
        <p:spPr>
          <a:xfrm>
            <a:off x="8919029" y="994229"/>
            <a:ext cx="3018971" cy="1095828"/>
          </a:xfrm>
          <a:prstGeom prst="borderCallout1">
            <a:avLst>
              <a:gd name="adj1" fmla="val 18750"/>
              <a:gd name="adj2" fmla="val -8333"/>
              <a:gd name="adj3" fmla="val 78725"/>
              <a:gd name="adj4" fmla="val -41698"/>
            </a:avLst>
          </a:prstGeom>
          <a:solidFill>
            <a:srgbClr val="10AEFF"/>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zh-CN" altLang="en-US"/>
              <a:t>函数的功能说明</a:t>
            </a:r>
          </a:p>
        </p:txBody>
      </p:sp>
      <p:sp>
        <p:nvSpPr>
          <p:cNvPr id="9" name="标注: 线形 8">
            <a:extLst>
              <a:ext uri="{FF2B5EF4-FFF2-40B4-BE49-F238E27FC236}">
                <a16:creationId xmlns:a16="http://schemas.microsoft.com/office/drawing/2014/main" id="{DC7E80D9-F857-2A10-01EA-531B82EA8217}"/>
              </a:ext>
            </a:extLst>
          </p:cNvPr>
          <p:cNvSpPr/>
          <p:nvPr/>
        </p:nvSpPr>
        <p:spPr>
          <a:xfrm>
            <a:off x="8919028" y="2155372"/>
            <a:ext cx="3018971" cy="1095828"/>
          </a:xfrm>
          <a:prstGeom prst="borderCallout1">
            <a:avLst>
              <a:gd name="adj1" fmla="val 18750"/>
              <a:gd name="adj2" fmla="val -8333"/>
              <a:gd name="adj3" fmla="val 78725"/>
              <a:gd name="adj4" fmla="val -41698"/>
            </a:avLst>
          </a:prstGeom>
          <a:solidFill>
            <a:srgbClr val="91D3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zh-CN" altLang="en-US"/>
              <a:t>函数的参数说明</a:t>
            </a:r>
          </a:p>
        </p:txBody>
      </p:sp>
      <p:sp>
        <p:nvSpPr>
          <p:cNvPr id="10" name="标注: 线形 9">
            <a:extLst>
              <a:ext uri="{FF2B5EF4-FFF2-40B4-BE49-F238E27FC236}">
                <a16:creationId xmlns:a16="http://schemas.microsoft.com/office/drawing/2014/main" id="{10CCB1DD-FE59-31FF-842C-85A3A2BCBA9D}"/>
              </a:ext>
            </a:extLst>
          </p:cNvPr>
          <p:cNvSpPr/>
          <p:nvPr/>
        </p:nvSpPr>
        <p:spPr>
          <a:xfrm>
            <a:off x="8919027" y="3345544"/>
            <a:ext cx="3018971" cy="1095828"/>
          </a:xfrm>
          <a:prstGeom prst="borderCallout1">
            <a:avLst>
              <a:gd name="adj1" fmla="val 18750"/>
              <a:gd name="adj2" fmla="val -8333"/>
              <a:gd name="adj3" fmla="val 48261"/>
              <a:gd name="adj4" fmla="val -37611"/>
            </a:avLst>
          </a:prstGeom>
          <a:solidFill>
            <a:srgbClr val="FF0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zh-CN" altLang="en-US"/>
              <a:t>函数的异常抛出说明</a:t>
            </a:r>
          </a:p>
        </p:txBody>
      </p:sp>
      <p:sp>
        <p:nvSpPr>
          <p:cNvPr id="11" name="标注: 线形 10">
            <a:extLst>
              <a:ext uri="{FF2B5EF4-FFF2-40B4-BE49-F238E27FC236}">
                <a16:creationId xmlns:a16="http://schemas.microsoft.com/office/drawing/2014/main" id="{816A3D6B-1A35-E4AD-70A0-DC8ECDFCD3F1}"/>
              </a:ext>
            </a:extLst>
          </p:cNvPr>
          <p:cNvSpPr/>
          <p:nvPr/>
        </p:nvSpPr>
        <p:spPr>
          <a:xfrm>
            <a:off x="8919027" y="4506687"/>
            <a:ext cx="3018971" cy="1095828"/>
          </a:xfrm>
          <a:prstGeom prst="borderCallout1">
            <a:avLst>
              <a:gd name="adj1" fmla="val 18750"/>
              <a:gd name="adj2" fmla="val -8333"/>
              <a:gd name="adj3" fmla="val 1903"/>
              <a:gd name="adj4" fmla="val -35448"/>
            </a:avLst>
          </a:prstGeom>
          <a:solidFill>
            <a:srgbClr val="FFC3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zh-CN" altLang="en-US"/>
              <a:t>函数的返回值说明</a:t>
            </a:r>
          </a:p>
        </p:txBody>
      </p:sp>
    </p:spTree>
    <p:extLst>
      <p:ext uri="{BB962C8B-B14F-4D97-AF65-F5344CB8AC3E}">
        <p14:creationId xmlns:p14="http://schemas.microsoft.com/office/powerpoint/2010/main" val="1398645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down)">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down)">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down)">
                                      <p:cBhvr>
                                        <p:cTn id="2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9CB6A48-521E-ECB8-4F13-EBAE957A3C2C}"/>
              </a:ext>
            </a:extLst>
          </p:cNvPr>
          <p:cNvSpPr>
            <a:spLocks noGrp="1"/>
          </p:cNvSpPr>
          <p:nvPr>
            <p:ph type="body" idx="1"/>
          </p:nvPr>
        </p:nvSpPr>
        <p:spPr>
          <a:xfrm>
            <a:off x="588963" y="805042"/>
            <a:ext cx="4766808" cy="823912"/>
          </a:xfrm>
        </p:spPr>
        <p:txBody>
          <a:bodyPr/>
          <a:lstStyle/>
          <a:p>
            <a:r>
              <a:rPr lang="zh-CN" altLang="en-US"/>
              <a:t>不写注释</a:t>
            </a:r>
          </a:p>
        </p:txBody>
      </p:sp>
      <p:sp>
        <p:nvSpPr>
          <p:cNvPr id="4" name="文本占位符 3">
            <a:extLst>
              <a:ext uri="{FF2B5EF4-FFF2-40B4-BE49-F238E27FC236}">
                <a16:creationId xmlns:a16="http://schemas.microsoft.com/office/drawing/2014/main" id="{65A6AE3D-67CD-71F0-DA97-32FFBED948D5}"/>
              </a:ext>
            </a:extLst>
          </p:cNvPr>
          <p:cNvSpPr>
            <a:spLocks noGrp="1"/>
          </p:cNvSpPr>
          <p:nvPr>
            <p:ph type="body" sz="quarter" idx="3"/>
          </p:nvPr>
        </p:nvSpPr>
        <p:spPr/>
        <p:txBody>
          <a:bodyPr/>
          <a:lstStyle/>
          <a:p>
            <a:r>
              <a:rPr lang="zh-CN" altLang="en-US"/>
              <a:t>你可能遇到的麻烦</a:t>
            </a:r>
          </a:p>
        </p:txBody>
      </p:sp>
      <p:graphicFrame>
        <p:nvGraphicFramePr>
          <p:cNvPr id="13" name="内容占位符 12">
            <a:extLst>
              <a:ext uri="{FF2B5EF4-FFF2-40B4-BE49-F238E27FC236}">
                <a16:creationId xmlns:a16="http://schemas.microsoft.com/office/drawing/2014/main" id="{10747484-DD44-8FED-4671-316058C70BE7}"/>
              </a:ext>
            </a:extLst>
          </p:cNvPr>
          <p:cNvGraphicFramePr>
            <a:graphicFrameLocks noGrp="1"/>
          </p:cNvGraphicFramePr>
          <p:nvPr>
            <p:ph sz="quarter" idx="20"/>
            <p:extLst>
              <p:ext uri="{D42A27DB-BD31-4B8C-83A1-F6EECF244321}">
                <p14:modId xmlns:p14="http://schemas.microsoft.com/office/powerpoint/2010/main" val="1635576758"/>
              </p:ext>
            </p:extLst>
          </p:nvPr>
        </p:nvGraphicFramePr>
        <p:xfrm>
          <a:off x="5692775" y="1743740"/>
          <a:ext cx="5732236" cy="4866321"/>
        </p:xfrm>
        <a:graphic>
          <a:graphicData uri="http://schemas.openxmlformats.org/drawingml/2006/table">
            <a:tbl>
              <a:tblPr>
                <a:tableStyleId>{8799B23B-EC83-4686-B30A-512413B5E67A}</a:tableStyleId>
              </a:tblPr>
              <a:tblGrid>
                <a:gridCol w="976539">
                  <a:extLst>
                    <a:ext uri="{9D8B030D-6E8A-4147-A177-3AD203B41FA5}">
                      <a16:colId xmlns:a16="http://schemas.microsoft.com/office/drawing/2014/main" val="2197221727"/>
                    </a:ext>
                  </a:extLst>
                </a:gridCol>
                <a:gridCol w="4755697">
                  <a:extLst>
                    <a:ext uri="{9D8B030D-6E8A-4147-A177-3AD203B41FA5}">
                      <a16:colId xmlns:a16="http://schemas.microsoft.com/office/drawing/2014/main" val="531220492"/>
                    </a:ext>
                  </a:extLst>
                </a:gridCol>
              </a:tblGrid>
              <a:tr h="411408">
                <a:tc>
                  <a:txBody>
                    <a:bodyPr/>
                    <a:lstStyle/>
                    <a:p>
                      <a:pPr algn="ctr">
                        <a:lnSpc>
                          <a:spcPts val="1875"/>
                        </a:lnSpc>
                        <a:buNone/>
                      </a:pPr>
                      <a:r>
                        <a:rPr lang="zh-CN" altLang="en-US" sz="1400" b="0">
                          <a:effectLst/>
                        </a:rPr>
                        <a:t>维度</a:t>
                      </a:r>
                      <a:endParaRPr lang="zh-CN" altLang="en-US" sz="1400" b="0">
                        <a:effectLst/>
                        <a:latin typeface="quote-cjk-patch"/>
                      </a:endParaRPr>
                    </a:p>
                  </a:txBody>
                  <a:tcPr marL="61143" marR="50952" marT="31845" marB="31845" anchor="ctr"/>
                </a:tc>
                <a:tc>
                  <a:txBody>
                    <a:bodyPr/>
                    <a:lstStyle/>
                    <a:p>
                      <a:pPr algn="ctr">
                        <a:lnSpc>
                          <a:spcPts val="1875"/>
                        </a:lnSpc>
                        <a:buNone/>
                      </a:pPr>
                      <a:r>
                        <a:rPr lang="zh-CN" altLang="en-US" sz="1400" b="0">
                          <a:effectLst/>
                        </a:rPr>
                        <a:t>体验描述</a:t>
                      </a:r>
                      <a:endParaRPr lang="zh-CN" altLang="en-US" sz="1400" b="0">
                        <a:effectLst/>
                        <a:latin typeface="quote-cjk-patch"/>
                      </a:endParaRPr>
                    </a:p>
                  </a:txBody>
                  <a:tcPr marL="50952" marR="50952" marT="31845" marB="31845" anchor="ctr"/>
                </a:tc>
                <a:extLst>
                  <a:ext uri="{0D108BD9-81ED-4DB2-BD59-A6C34878D82A}">
                    <a16:rowId xmlns:a16="http://schemas.microsoft.com/office/drawing/2014/main" val="2816363728"/>
                  </a:ext>
                </a:extLst>
              </a:tr>
              <a:tr h="1510730">
                <a:tc>
                  <a:txBody>
                    <a:bodyPr/>
                    <a:lstStyle/>
                    <a:p>
                      <a:pPr algn="ctr">
                        <a:lnSpc>
                          <a:spcPts val="1875"/>
                        </a:lnSpc>
                        <a:buNone/>
                      </a:pPr>
                      <a:r>
                        <a:rPr lang="zh-CN" altLang="en-US" sz="1400" b="1">
                          <a:effectLst/>
                        </a:rPr>
                        <a:t>调用时</a:t>
                      </a:r>
                      <a:endParaRPr lang="zh-CN" altLang="en-US" sz="1400" b="0">
                        <a:effectLst/>
                        <a:latin typeface="quote-cjk-patch"/>
                      </a:endParaRPr>
                    </a:p>
                  </a:txBody>
                  <a:tcPr marL="61143" marR="50952" marT="31845" marB="31845" anchor="ctr"/>
                </a:tc>
                <a:tc>
                  <a:txBody>
                    <a:bodyPr/>
                    <a:lstStyle/>
                    <a:p>
                      <a:pPr algn="l">
                        <a:lnSpc>
                          <a:spcPts val="1650"/>
                        </a:lnSpc>
                        <a:buNone/>
                      </a:pPr>
                      <a:r>
                        <a:rPr lang="zh-CN" altLang="en-US" sz="1400" b="0">
                          <a:effectLst/>
                        </a:rPr>
                        <a:t>输入 </a:t>
                      </a:r>
                      <a:r>
                        <a:rPr lang="en-US" sz="1400" b="0">
                          <a:effectLst/>
                        </a:rPr>
                        <a:t>calc( </a:t>
                      </a:r>
                      <a:r>
                        <a:rPr lang="zh-CN" altLang="en-US" sz="1400" b="0">
                          <a:effectLst/>
                        </a:rPr>
                        <a:t>后，</a:t>
                      </a:r>
                      <a:r>
                        <a:rPr lang="en-US" sz="1400" b="0">
                          <a:effectLst/>
                        </a:rPr>
                        <a:t>IDE </a:t>
                      </a:r>
                      <a:r>
                        <a:rPr lang="zh-CN" altLang="en-US" sz="1400" b="0">
                          <a:effectLst/>
                        </a:rPr>
                        <a:t>提示只有 </a:t>
                      </a:r>
                      <a:r>
                        <a:rPr lang="en-US" sz="1400" b="0">
                          <a:effectLst/>
                        </a:rPr>
                        <a:t>mixed calc(mixed $a, mixed $b, mixed $c)，</a:t>
                      </a:r>
                      <a:r>
                        <a:rPr lang="zh-CN" altLang="en-US" sz="1400" b="0">
                          <a:effectLst/>
                        </a:rPr>
                        <a:t>你完全不知道 </a:t>
                      </a:r>
                      <a:r>
                        <a:rPr lang="en-US" altLang="zh-CN" sz="1400" b="0">
                          <a:effectLst/>
                        </a:rPr>
                        <a:t>$</a:t>
                      </a:r>
                      <a:r>
                        <a:rPr lang="en-US" sz="1400" b="0">
                          <a:effectLst/>
                        </a:rPr>
                        <a:t>a </a:t>
                      </a:r>
                      <a:r>
                        <a:rPr lang="zh-CN" altLang="en-US" sz="1400" b="0">
                          <a:effectLst/>
                        </a:rPr>
                        <a:t>是单价还是数量，</a:t>
                      </a:r>
                      <a:r>
                        <a:rPr lang="en-US" altLang="zh-CN" sz="1400" b="0">
                          <a:effectLst/>
                        </a:rPr>
                        <a:t>$</a:t>
                      </a:r>
                      <a:r>
                        <a:rPr lang="en-US" sz="1400" b="0">
                          <a:effectLst/>
                        </a:rPr>
                        <a:t>c </a:t>
                      </a:r>
                      <a:r>
                        <a:rPr lang="zh-CN" altLang="en-US" sz="1400" b="0">
                          <a:effectLst/>
                        </a:rPr>
                        <a:t>是 </a:t>
                      </a:r>
                      <a:r>
                        <a:rPr lang="en-US" sz="1400" b="0">
                          <a:effectLst/>
                        </a:rPr>
                        <a:t>true </a:t>
                      </a:r>
                      <a:r>
                        <a:rPr lang="zh-CN" altLang="en-US" sz="1400" b="0">
                          <a:effectLst/>
                        </a:rPr>
                        <a:t>还是 </a:t>
                      </a:r>
                      <a:r>
                        <a:rPr lang="en-US" sz="1400" b="0">
                          <a:effectLst/>
                        </a:rPr>
                        <a:t>false </a:t>
                      </a:r>
                      <a:r>
                        <a:rPr lang="zh-CN" altLang="en-US" sz="1400" b="0">
                          <a:effectLst/>
                        </a:rPr>
                        <a:t>代表什么。</a:t>
                      </a:r>
                      <a:endParaRPr lang="zh-CN" altLang="en-US" sz="1400" b="0">
                        <a:effectLst/>
                        <a:latin typeface="quote-cjk-patch"/>
                      </a:endParaRPr>
                    </a:p>
                  </a:txBody>
                  <a:tcPr marL="50952" marR="61143" marT="31845" marB="31845" anchor="ctr"/>
                </a:tc>
                <a:extLst>
                  <a:ext uri="{0D108BD9-81ED-4DB2-BD59-A6C34878D82A}">
                    <a16:rowId xmlns:a16="http://schemas.microsoft.com/office/drawing/2014/main" val="4090212253"/>
                  </a:ext>
                </a:extLst>
              </a:tr>
              <a:tr h="933273">
                <a:tc>
                  <a:txBody>
                    <a:bodyPr/>
                    <a:lstStyle/>
                    <a:p>
                      <a:pPr algn="ctr">
                        <a:lnSpc>
                          <a:spcPts val="1875"/>
                        </a:lnSpc>
                        <a:buNone/>
                      </a:pPr>
                      <a:r>
                        <a:rPr lang="zh-CN" altLang="en-US" sz="1400" b="1">
                          <a:effectLst/>
                        </a:rPr>
                        <a:t>看源码时</a:t>
                      </a:r>
                      <a:endParaRPr lang="zh-CN" altLang="en-US" sz="1400" b="0">
                        <a:effectLst/>
                        <a:latin typeface="quote-cjk-patch"/>
                      </a:endParaRPr>
                    </a:p>
                  </a:txBody>
                  <a:tcPr marL="61143" marR="50952" marT="31845" marB="31845" anchor="ctr"/>
                </a:tc>
                <a:tc>
                  <a:txBody>
                    <a:bodyPr/>
                    <a:lstStyle/>
                    <a:p>
                      <a:pPr algn="l">
                        <a:lnSpc>
                          <a:spcPts val="1650"/>
                        </a:lnSpc>
                        <a:buNone/>
                      </a:pPr>
                      <a:r>
                        <a:rPr lang="zh-CN" altLang="en-US" sz="1400" b="0">
                          <a:effectLst/>
                        </a:rPr>
                        <a:t>必须从头到尾通读 </a:t>
                      </a:r>
                      <a:r>
                        <a:rPr lang="en-US" altLang="zh-CN" sz="1400" b="0">
                          <a:effectLst/>
                        </a:rPr>
                        <a:t>if ($c)</a:t>
                      </a:r>
                      <a:r>
                        <a:rPr lang="zh-CN" altLang="en-US" sz="1400" b="0">
                          <a:effectLst/>
                        </a:rPr>
                        <a:t> 里面的逻辑，才能反推出 </a:t>
                      </a:r>
                      <a:r>
                        <a:rPr lang="en-US" altLang="zh-CN" sz="1400" b="0">
                          <a:effectLst/>
                        </a:rPr>
                        <a:t>$c</a:t>
                      </a:r>
                      <a:r>
                        <a:rPr lang="zh-CN" altLang="en-US" sz="1400" b="0">
                          <a:effectLst/>
                        </a:rPr>
                        <a:t> 是一个“是否打折”的布尔值。</a:t>
                      </a:r>
                      <a:endParaRPr lang="zh-CN" altLang="en-US" sz="1400" b="0">
                        <a:effectLst/>
                        <a:latin typeface="quote-cjk-patch"/>
                      </a:endParaRPr>
                    </a:p>
                  </a:txBody>
                  <a:tcPr marL="50952" marR="61143" marT="31845" marB="31845" anchor="ctr"/>
                </a:tc>
                <a:extLst>
                  <a:ext uri="{0D108BD9-81ED-4DB2-BD59-A6C34878D82A}">
                    <a16:rowId xmlns:a16="http://schemas.microsoft.com/office/drawing/2014/main" val="1324392018"/>
                  </a:ext>
                </a:extLst>
              </a:tr>
              <a:tr h="1077637">
                <a:tc>
                  <a:txBody>
                    <a:bodyPr/>
                    <a:lstStyle/>
                    <a:p>
                      <a:pPr algn="ctr">
                        <a:lnSpc>
                          <a:spcPts val="1875"/>
                        </a:lnSpc>
                        <a:buNone/>
                      </a:pPr>
                      <a:r>
                        <a:rPr lang="zh-CN" altLang="en-US" sz="1400" b="1">
                          <a:effectLst/>
                        </a:rPr>
                        <a:t>维护时</a:t>
                      </a:r>
                      <a:endParaRPr lang="zh-CN" altLang="en-US" sz="1400" b="0">
                        <a:effectLst/>
                        <a:latin typeface="quote-cjk-patch"/>
                      </a:endParaRPr>
                    </a:p>
                  </a:txBody>
                  <a:tcPr marL="61143" marR="50952" marT="31845" marB="31845" anchor="ctr"/>
                </a:tc>
                <a:tc>
                  <a:txBody>
                    <a:bodyPr/>
                    <a:lstStyle/>
                    <a:p>
                      <a:pPr algn="l">
                        <a:lnSpc>
                          <a:spcPts val="1650"/>
                        </a:lnSpc>
                        <a:buNone/>
                      </a:pPr>
                      <a:r>
                        <a:rPr lang="zh-CN" altLang="en-US" sz="1400" b="0">
                          <a:effectLst/>
                        </a:rPr>
                        <a:t>三个月后老板说 </a:t>
                      </a:r>
                      <a:r>
                        <a:rPr lang="en-US" altLang="zh-CN" sz="1400" b="0">
                          <a:effectLst/>
                        </a:rPr>
                        <a:t>VIP </a:t>
                      </a:r>
                      <a:r>
                        <a:rPr lang="zh-CN" altLang="en-US" sz="1400" b="0">
                          <a:effectLst/>
                        </a:rPr>
                        <a:t>打 </a:t>
                      </a:r>
                      <a:r>
                        <a:rPr lang="en-US" altLang="zh-CN" sz="1400" b="0">
                          <a:effectLst/>
                        </a:rPr>
                        <a:t>8 </a:t>
                      </a:r>
                      <a:r>
                        <a:rPr lang="zh-CN" altLang="en-US" sz="1400" b="0">
                          <a:effectLst/>
                        </a:rPr>
                        <a:t>折，你不敢直接改 </a:t>
                      </a:r>
                      <a:r>
                        <a:rPr lang="en-US" altLang="zh-CN" sz="1400" b="0">
                          <a:effectLst/>
                        </a:rPr>
                        <a:t>0.9</a:t>
                      </a:r>
                      <a:r>
                        <a:rPr lang="zh-CN" altLang="en-US" sz="1400" b="0">
                          <a:effectLst/>
                        </a:rPr>
                        <a:t>，因为你不知道这个函数是不是还在</a:t>
                      </a:r>
                      <a:r>
                        <a:rPr lang="zh-CN" altLang="en-US" sz="1400" b="1">
                          <a:effectLst/>
                        </a:rPr>
                        <a:t>积分兑换</a:t>
                      </a:r>
                      <a:r>
                        <a:rPr lang="zh-CN" altLang="en-US" sz="1400" b="0">
                          <a:effectLst/>
                        </a:rPr>
                        <a:t>的场景里被调用了。</a:t>
                      </a:r>
                      <a:endParaRPr lang="zh-CN" altLang="en-US" sz="1400" b="0">
                        <a:effectLst/>
                        <a:latin typeface="quote-cjk-patch"/>
                      </a:endParaRPr>
                    </a:p>
                  </a:txBody>
                  <a:tcPr marL="50952" marR="61143" marT="31845" marB="31845" anchor="ctr"/>
                </a:tc>
                <a:extLst>
                  <a:ext uri="{0D108BD9-81ED-4DB2-BD59-A6C34878D82A}">
                    <a16:rowId xmlns:a16="http://schemas.microsoft.com/office/drawing/2014/main" val="2713878557"/>
                  </a:ext>
                </a:extLst>
              </a:tr>
              <a:tr h="933273">
                <a:tc>
                  <a:txBody>
                    <a:bodyPr/>
                    <a:lstStyle/>
                    <a:p>
                      <a:pPr algn="ctr">
                        <a:lnSpc>
                          <a:spcPts val="1875"/>
                        </a:lnSpc>
                        <a:buNone/>
                      </a:pPr>
                      <a:r>
                        <a:rPr lang="zh-CN" altLang="en-US" sz="1400" b="1">
                          <a:effectLst/>
                        </a:rPr>
                        <a:t>类型风险</a:t>
                      </a:r>
                      <a:endParaRPr lang="zh-CN" altLang="en-US" sz="1400" b="0">
                        <a:effectLst/>
                        <a:latin typeface="quote-cjk-patch"/>
                      </a:endParaRPr>
                    </a:p>
                  </a:txBody>
                  <a:tcPr marL="61143" marR="50952" marT="31845" marB="31845" anchor="ctr"/>
                </a:tc>
                <a:tc>
                  <a:txBody>
                    <a:bodyPr/>
                    <a:lstStyle/>
                    <a:p>
                      <a:pPr algn="l">
                        <a:lnSpc>
                          <a:spcPts val="1650"/>
                        </a:lnSpc>
                        <a:buNone/>
                      </a:pPr>
                      <a:r>
                        <a:rPr lang="zh-CN" altLang="en-US" sz="1400" b="0">
                          <a:effectLst/>
                        </a:rPr>
                        <a:t>万一同事传了字符串 </a:t>
                      </a:r>
                      <a:r>
                        <a:rPr lang="en-US" altLang="zh-CN" sz="1400" b="0">
                          <a:effectLst/>
                        </a:rPr>
                        <a:t>"abc"</a:t>
                      </a:r>
                      <a:r>
                        <a:rPr lang="zh-CN" altLang="en-US" sz="1400" b="0">
                          <a:effectLst/>
                        </a:rPr>
                        <a:t> 进去做乘法，</a:t>
                      </a:r>
                      <a:r>
                        <a:rPr lang="en-US" altLang="zh-CN" sz="1400" b="0">
                          <a:effectLst/>
                        </a:rPr>
                        <a:t>PHP </a:t>
                      </a:r>
                      <a:r>
                        <a:rPr lang="zh-CN" altLang="en-US" sz="1400" b="0">
                          <a:effectLst/>
                        </a:rPr>
                        <a:t>只会在运行时报 </a:t>
                      </a:r>
                      <a:r>
                        <a:rPr lang="en-US" altLang="zh-CN" sz="1400" b="0">
                          <a:effectLst/>
                        </a:rPr>
                        <a:t>Warning</a:t>
                      </a:r>
                      <a:r>
                        <a:rPr lang="zh-CN" altLang="en-US" sz="1400" b="0">
                          <a:effectLst/>
                        </a:rPr>
                        <a:t>，不会提前报错。</a:t>
                      </a:r>
                      <a:endParaRPr lang="zh-CN" altLang="en-US" sz="1400" b="0">
                        <a:effectLst/>
                        <a:latin typeface="quote-cjk-patch"/>
                      </a:endParaRPr>
                    </a:p>
                  </a:txBody>
                  <a:tcPr marL="50952" marR="61143" marT="31845" marB="31845" anchor="ctr"/>
                </a:tc>
                <a:extLst>
                  <a:ext uri="{0D108BD9-81ED-4DB2-BD59-A6C34878D82A}">
                    <a16:rowId xmlns:a16="http://schemas.microsoft.com/office/drawing/2014/main" val="1729703647"/>
                  </a:ext>
                </a:extLst>
              </a:tr>
            </a:tbl>
          </a:graphicData>
        </a:graphic>
      </p:graphicFrame>
      <p:sp>
        <p:nvSpPr>
          <p:cNvPr id="5" name="文本占位符 4">
            <a:extLst>
              <a:ext uri="{FF2B5EF4-FFF2-40B4-BE49-F238E27FC236}">
                <a16:creationId xmlns:a16="http://schemas.microsoft.com/office/drawing/2014/main" id="{0CE51415-6B31-4DC1-0FD4-EBDECC01895E}"/>
              </a:ext>
            </a:extLst>
          </p:cNvPr>
          <p:cNvSpPr>
            <a:spLocks noGrp="1"/>
          </p:cNvSpPr>
          <p:nvPr>
            <p:ph type="body" sz="quarter" idx="18"/>
          </p:nvPr>
        </p:nvSpPr>
        <p:spPr/>
        <p:txBody>
          <a:bodyPr/>
          <a:lstStyle/>
          <a:p>
            <a:r>
              <a:rPr lang="zh-CN" altLang="en-US"/>
              <a:t>写注释，还是不写注释？</a:t>
            </a:r>
          </a:p>
          <a:p>
            <a:endParaRPr lang="zh-CN" altLang="en-US"/>
          </a:p>
        </p:txBody>
      </p:sp>
      <p:pic>
        <p:nvPicPr>
          <p:cNvPr id="14" name="内容占位符 8">
            <a:extLst>
              <a:ext uri="{FF2B5EF4-FFF2-40B4-BE49-F238E27FC236}">
                <a16:creationId xmlns:a16="http://schemas.microsoft.com/office/drawing/2014/main" id="{6D4ABC3F-542D-B345-F0B6-83A66B60BD52}"/>
              </a:ext>
            </a:extLst>
          </p:cNvPr>
          <p:cNvPicPr>
            <a:picLocks noGrp="1" noChangeAspect="1"/>
          </p:cNvPicPr>
          <p:nvPr>
            <p:ph sz="quarter" idx="19"/>
          </p:nvPr>
        </p:nvPicPr>
        <p:blipFill>
          <a:blip r:embed="rId3"/>
          <a:stretch>
            <a:fillRect/>
          </a:stretch>
        </p:blipFill>
        <p:spPr>
          <a:xfrm>
            <a:off x="496434" y="1779781"/>
            <a:ext cx="4859337" cy="3110712"/>
          </a:xfrm>
          <a:prstGeom prst="rect">
            <a:avLst/>
          </a:prstGeom>
          <a:ln>
            <a:solidFill>
              <a:schemeClr val="accent1"/>
            </a:solidFill>
          </a:ln>
        </p:spPr>
      </p:pic>
    </p:spTree>
    <p:extLst>
      <p:ext uri="{BB962C8B-B14F-4D97-AF65-F5344CB8AC3E}">
        <p14:creationId xmlns:p14="http://schemas.microsoft.com/office/powerpoint/2010/main" val="2862442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500" fill="hold"/>
                                        <p:tgtEl>
                                          <p:spTgt spid="13"/>
                                        </p:tgtEl>
                                        <p:attrNameLst>
                                          <p:attrName>ppt_x</p:attrName>
                                        </p:attrNameLst>
                                      </p:cBhvr>
                                      <p:tavLst>
                                        <p:tav tm="0">
                                          <p:val>
                                            <p:strVal val="#ppt_x"/>
                                          </p:val>
                                        </p:tav>
                                        <p:tav tm="100000">
                                          <p:val>
                                            <p:strVal val="#ppt_x"/>
                                          </p:val>
                                        </p:tav>
                                      </p:tavLst>
                                    </p:anim>
                                    <p:anim calcmode="lin" valueType="num">
                                      <p:cBhvr additive="base">
                                        <p:cTn id="1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95D4B-2659-7324-5A97-FD6CE87F6D9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42051456-2B02-4E92-3597-4C47EE17EC48}"/>
              </a:ext>
            </a:extLst>
          </p:cNvPr>
          <p:cNvSpPr>
            <a:spLocks noGrp="1"/>
          </p:cNvSpPr>
          <p:nvPr>
            <p:ph type="body" idx="1"/>
          </p:nvPr>
        </p:nvSpPr>
        <p:spPr>
          <a:xfrm>
            <a:off x="588963" y="805042"/>
            <a:ext cx="4766808" cy="823912"/>
          </a:xfrm>
        </p:spPr>
        <p:txBody>
          <a:bodyPr/>
          <a:lstStyle/>
          <a:p>
            <a:r>
              <a:rPr lang="zh-CN" altLang="en-US"/>
              <a:t>写注释</a:t>
            </a:r>
          </a:p>
        </p:txBody>
      </p:sp>
      <p:sp>
        <p:nvSpPr>
          <p:cNvPr id="4" name="文本占位符 3">
            <a:extLst>
              <a:ext uri="{FF2B5EF4-FFF2-40B4-BE49-F238E27FC236}">
                <a16:creationId xmlns:a16="http://schemas.microsoft.com/office/drawing/2014/main" id="{04F3E136-6BF6-1676-29EB-818E6B653825}"/>
              </a:ext>
            </a:extLst>
          </p:cNvPr>
          <p:cNvSpPr>
            <a:spLocks noGrp="1"/>
          </p:cNvSpPr>
          <p:nvPr>
            <p:ph type="body" sz="quarter" idx="3"/>
          </p:nvPr>
        </p:nvSpPr>
        <p:spPr/>
        <p:txBody>
          <a:bodyPr/>
          <a:lstStyle/>
          <a:p>
            <a:r>
              <a:rPr lang="zh-CN" altLang="en-US"/>
              <a:t>你将获得的收益</a:t>
            </a:r>
          </a:p>
        </p:txBody>
      </p:sp>
      <p:graphicFrame>
        <p:nvGraphicFramePr>
          <p:cNvPr id="13" name="内容占位符 12">
            <a:extLst>
              <a:ext uri="{FF2B5EF4-FFF2-40B4-BE49-F238E27FC236}">
                <a16:creationId xmlns:a16="http://schemas.microsoft.com/office/drawing/2014/main" id="{708BC17B-1FF8-B0FF-D4C6-695FA181B5F4}"/>
              </a:ext>
            </a:extLst>
          </p:cNvPr>
          <p:cNvGraphicFramePr>
            <a:graphicFrameLocks noGrp="1"/>
          </p:cNvGraphicFramePr>
          <p:nvPr>
            <p:ph sz="quarter" idx="20"/>
            <p:extLst>
              <p:ext uri="{D42A27DB-BD31-4B8C-83A1-F6EECF244321}">
                <p14:modId xmlns:p14="http://schemas.microsoft.com/office/powerpoint/2010/main" val="3738450185"/>
              </p:ext>
            </p:extLst>
          </p:nvPr>
        </p:nvGraphicFramePr>
        <p:xfrm>
          <a:off x="5692775" y="1743740"/>
          <a:ext cx="5732236" cy="4866321"/>
        </p:xfrm>
        <a:graphic>
          <a:graphicData uri="http://schemas.openxmlformats.org/drawingml/2006/table">
            <a:tbl>
              <a:tblPr>
                <a:tableStyleId>{8799B23B-EC83-4686-B30A-512413B5E67A}</a:tableStyleId>
              </a:tblPr>
              <a:tblGrid>
                <a:gridCol w="976539">
                  <a:extLst>
                    <a:ext uri="{9D8B030D-6E8A-4147-A177-3AD203B41FA5}">
                      <a16:colId xmlns:a16="http://schemas.microsoft.com/office/drawing/2014/main" val="2197221727"/>
                    </a:ext>
                  </a:extLst>
                </a:gridCol>
                <a:gridCol w="4755697">
                  <a:extLst>
                    <a:ext uri="{9D8B030D-6E8A-4147-A177-3AD203B41FA5}">
                      <a16:colId xmlns:a16="http://schemas.microsoft.com/office/drawing/2014/main" val="531220492"/>
                    </a:ext>
                  </a:extLst>
                </a:gridCol>
              </a:tblGrid>
              <a:tr h="411408">
                <a:tc>
                  <a:txBody>
                    <a:bodyPr/>
                    <a:lstStyle/>
                    <a:p>
                      <a:pPr algn="ctr">
                        <a:lnSpc>
                          <a:spcPts val="1875"/>
                        </a:lnSpc>
                        <a:buNone/>
                      </a:pPr>
                      <a:r>
                        <a:rPr lang="zh-CN" altLang="en-US" sz="1400" b="0">
                          <a:effectLst/>
                        </a:rPr>
                        <a:t>维度</a:t>
                      </a:r>
                      <a:endParaRPr lang="zh-CN" altLang="en-US" sz="1400" b="0">
                        <a:effectLst/>
                        <a:latin typeface="quote-cjk-patch"/>
                      </a:endParaRPr>
                    </a:p>
                  </a:txBody>
                  <a:tcPr marL="61143" marR="50952" marT="31845" marB="31845" anchor="ctr"/>
                </a:tc>
                <a:tc>
                  <a:txBody>
                    <a:bodyPr/>
                    <a:lstStyle/>
                    <a:p>
                      <a:pPr algn="ctr">
                        <a:lnSpc>
                          <a:spcPts val="1875"/>
                        </a:lnSpc>
                        <a:buNone/>
                      </a:pPr>
                      <a:r>
                        <a:rPr lang="zh-CN" altLang="en-US" sz="1400" b="0">
                          <a:effectLst/>
                        </a:rPr>
                        <a:t>体验描述</a:t>
                      </a:r>
                      <a:endParaRPr lang="zh-CN" altLang="en-US" sz="1400" b="0">
                        <a:effectLst/>
                        <a:latin typeface="quote-cjk-patch"/>
                      </a:endParaRPr>
                    </a:p>
                  </a:txBody>
                  <a:tcPr marL="50952" marR="50952" marT="31845" marB="31845" anchor="ctr"/>
                </a:tc>
                <a:extLst>
                  <a:ext uri="{0D108BD9-81ED-4DB2-BD59-A6C34878D82A}">
                    <a16:rowId xmlns:a16="http://schemas.microsoft.com/office/drawing/2014/main" val="2816363728"/>
                  </a:ext>
                </a:extLst>
              </a:tr>
              <a:tr h="1510730">
                <a:tc>
                  <a:txBody>
                    <a:bodyPr/>
                    <a:lstStyle/>
                    <a:p>
                      <a:pPr algn="ctr">
                        <a:lnSpc>
                          <a:spcPts val="1875"/>
                        </a:lnSpc>
                        <a:buNone/>
                      </a:pPr>
                      <a:r>
                        <a:rPr lang="zh-CN" altLang="en-US" sz="1600" b="1">
                          <a:effectLst/>
                          <a:latin typeface="quote-cjk-patch"/>
                        </a:rPr>
                        <a:t>调用时（智能感知）</a:t>
                      </a:r>
                      <a:endParaRPr lang="zh-CN" altLang="en-US" sz="1600" b="0">
                        <a:effectLst/>
                        <a:latin typeface="quote-cjk-patch"/>
                      </a:endParaRPr>
                    </a:p>
                  </a:txBody>
                  <a:tcPr marR="76200" marT="47625" marB="47625" anchor="ctr"/>
                </a:tc>
                <a:tc>
                  <a:txBody>
                    <a:bodyPr/>
                    <a:lstStyle/>
                    <a:p>
                      <a:pPr>
                        <a:lnSpc>
                          <a:spcPts val="1650"/>
                        </a:lnSpc>
                        <a:buNone/>
                      </a:pPr>
                      <a:r>
                        <a:rPr lang="zh-CN" altLang="en-US" sz="1600" b="0">
                          <a:effectLst/>
                          <a:latin typeface="quote-cjk-patch"/>
                        </a:rPr>
                        <a:t>输入 </a:t>
                      </a:r>
                      <a:r>
                        <a:rPr lang="en-US" sz="1600" b="0">
                          <a:effectLst/>
                          <a:latin typeface="Menlo"/>
                        </a:rPr>
                        <a:t>calculateOrderLineTotal(</a:t>
                      </a:r>
                      <a:r>
                        <a:rPr lang="en-US" sz="1600" b="0">
                          <a:effectLst/>
                          <a:latin typeface="quote-cjk-patch"/>
                        </a:rPr>
                        <a:t> </a:t>
                      </a:r>
                      <a:r>
                        <a:rPr lang="zh-CN" altLang="en-US" sz="1600" b="0">
                          <a:effectLst/>
                          <a:latin typeface="quote-cjk-patch"/>
                        </a:rPr>
                        <a:t>后，</a:t>
                      </a:r>
                      <a:r>
                        <a:rPr lang="en-US" sz="1600" b="0">
                          <a:effectLst/>
                          <a:latin typeface="quote-cjk-patch"/>
                        </a:rPr>
                        <a:t>IDE </a:t>
                      </a:r>
                      <a:r>
                        <a:rPr lang="zh-CN" altLang="en-US" sz="1600" b="0">
                          <a:effectLst/>
                          <a:latin typeface="quote-cjk-patch"/>
                        </a:rPr>
                        <a:t>直接弹出浮窗：</a:t>
                      </a:r>
                      <a:br>
                        <a:rPr lang="zh-CN" altLang="en-US" sz="1600" b="0">
                          <a:effectLst/>
                          <a:latin typeface="quote-cjk-patch"/>
                        </a:rPr>
                      </a:br>
                      <a:r>
                        <a:rPr lang="en-US" altLang="zh-CN" sz="1600" b="0">
                          <a:effectLst/>
                          <a:latin typeface="quote-cjk-patch"/>
                        </a:rPr>
                        <a:t>1. </a:t>
                      </a:r>
                      <a:r>
                        <a:rPr lang="zh-CN" altLang="en-US" sz="1600" b="0">
                          <a:effectLst/>
                          <a:latin typeface="quote-cjk-patch"/>
                        </a:rPr>
                        <a:t>参数一叫 </a:t>
                      </a:r>
                      <a:r>
                        <a:rPr lang="en-US" altLang="zh-CN" sz="1600" b="0">
                          <a:effectLst/>
                          <a:latin typeface="Menlo"/>
                        </a:rPr>
                        <a:t>$</a:t>
                      </a:r>
                      <a:r>
                        <a:rPr lang="en-US" sz="1600" b="0">
                          <a:effectLst/>
                          <a:latin typeface="Menlo"/>
                        </a:rPr>
                        <a:t>price</a:t>
                      </a:r>
                      <a:r>
                        <a:rPr lang="en-US" sz="1600" b="0">
                          <a:effectLst/>
                          <a:latin typeface="quote-cjk-patch"/>
                        </a:rPr>
                        <a:t> </a:t>
                      </a:r>
                      <a:r>
                        <a:rPr lang="zh-CN" altLang="en-US" sz="1600" b="0">
                          <a:effectLst/>
                          <a:latin typeface="quote-cjk-patch"/>
                        </a:rPr>
                        <a:t>是 </a:t>
                      </a:r>
                      <a:r>
                        <a:rPr lang="en-US" sz="1600" b="0">
                          <a:effectLst/>
                          <a:latin typeface="quote-cjk-patch"/>
                        </a:rPr>
                        <a:t>float</a:t>
                      </a:r>
                      <a:br>
                        <a:rPr lang="en-US" sz="1600" b="0">
                          <a:effectLst/>
                          <a:latin typeface="quote-cjk-patch"/>
                        </a:rPr>
                      </a:br>
                      <a:r>
                        <a:rPr lang="en-US" sz="1600" b="0">
                          <a:effectLst/>
                          <a:latin typeface="quote-cjk-patch"/>
                        </a:rPr>
                        <a:t>2. </a:t>
                      </a:r>
                      <a:r>
                        <a:rPr lang="zh-CN" altLang="en-US" sz="1600" b="0">
                          <a:effectLst/>
                          <a:latin typeface="quote-cjk-patch"/>
                        </a:rPr>
                        <a:t>参数三叫 </a:t>
                      </a:r>
                      <a:r>
                        <a:rPr lang="en-US" altLang="zh-CN" sz="1600" b="0">
                          <a:effectLst/>
                          <a:latin typeface="Menlo"/>
                        </a:rPr>
                        <a:t>$</a:t>
                      </a:r>
                      <a:r>
                        <a:rPr lang="en-US" sz="1600" b="0">
                          <a:effectLst/>
                          <a:latin typeface="Menlo"/>
                        </a:rPr>
                        <a:t>isVipMember</a:t>
                      </a:r>
                      <a:r>
                        <a:rPr lang="en-US" sz="1600" b="0">
                          <a:effectLst/>
                          <a:latin typeface="quote-cjk-patch"/>
                        </a:rPr>
                        <a:t> </a:t>
                      </a:r>
                      <a:r>
                        <a:rPr lang="zh-CN" altLang="en-US" sz="1600" b="0">
                          <a:effectLst/>
                          <a:latin typeface="quote-cjk-patch"/>
                        </a:rPr>
                        <a:t>是 </a:t>
                      </a:r>
                      <a:r>
                        <a:rPr lang="en-US" sz="1600" b="0">
                          <a:effectLst/>
                          <a:latin typeface="quote-cjk-patch"/>
                        </a:rPr>
                        <a:t>bool</a:t>
                      </a:r>
                      <a:br>
                        <a:rPr lang="en-US" sz="1600" b="0">
                          <a:effectLst/>
                          <a:latin typeface="quote-cjk-patch"/>
                        </a:rPr>
                      </a:br>
                      <a:r>
                        <a:rPr lang="zh-CN" altLang="en-US" sz="1600" b="1">
                          <a:effectLst/>
                          <a:highlight>
                            <a:srgbClr val="FFFF00"/>
                          </a:highlight>
                          <a:latin typeface="quote-cjk-patch"/>
                        </a:rPr>
                        <a:t>你连源码文件都不用打开就知道怎么传参</a:t>
                      </a:r>
                      <a:r>
                        <a:rPr lang="zh-CN" altLang="en-US" sz="1600" b="1">
                          <a:effectLst/>
                          <a:latin typeface="quote-cjk-patch"/>
                        </a:rPr>
                        <a:t>。</a:t>
                      </a:r>
                      <a:endParaRPr lang="zh-CN" altLang="en-US" sz="1600" b="0">
                        <a:effectLst/>
                        <a:latin typeface="quote-cjk-patch"/>
                      </a:endParaRPr>
                    </a:p>
                  </a:txBody>
                  <a:tcPr marL="76200" marT="47625" marB="47625" anchor="ctr"/>
                </a:tc>
                <a:extLst>
                  <a:ext uri="{0D108BD9-81ED-4DB2-BD59-A6C34878D82A}">
                    <a16:rowId xmlns:a16="http://schemas.microsoft.com/office/drawing/2014/main" val="4090212253"/>
                  </a:ext>
                </a:extLst>
              </a:tr>
              <a:tr h="933273">
                <a:tc>
                  <a:txBody>
                    <a:bodyPr/>
                    <a:lstStyle/>
                    <a:p>
                      <a:pPr algn="ctr">
                        <a:lnSpc>
                          <a:spcPts val="1875"/>
                        </a:lnSpc>
                        <a:buNone/>
                      </a:pPr>
                      <a:r>
                        <a:rPr lang="zh-CN" altLang="en-US" sz="1600" b="1">
                          <a:effectLst/>
                          <a:latin typeface="quote-cjk-patch"/>
                        </a:rPr>
                        <a:t>类型安全</a:t>
                      </a:r>
                      <a:endParaRPr lang="zh-CN" altLang="en-US" sz="1600" b="0">
                        <a:effectLst/>
                        <a:latin typeface="quote-cjk-patch"/>
                      </a:endParaRPr>
                    </a:p>
                  </a:txBody>
                  <a:tcPr marR="76200" marT="47625" marB="47625" anchor="ctr"/>
                </a:tc>
                <a:tc>
                  <a:txBody>
                    <a:bodyPr/>
                    <a:lstStyle/>
                    <a:p>
                      <a:pPr>
                        <a:lnSpc>
                          <a:spcPts val="1650"/>
                        </a:lnSpc>
                        <a:buNone/>
                      </a:pPr>
                      <a:r>
                        <a:rPr lang="zh-CN" altLang="en-US" sz="1600" b="0">
                          <a:effectLst/>
                          <a:latin typeface="quote-cjk-patch"/>
                        </a:rPr>
                        <a:t>如果你试图传一个数组 </a:t>
                      </a:r>
                      <a:r>
                        <a:rPr lang="en-US" altLang="zh-CN" sz="1600" b="0">
                          <a:effectLst/>
                          <a:latin typeface="Menlo"/>
                        </a:rPr>
                        <a:t>calculateOrderLineTotal([])</a:t>
                      </a:r>
                      <a:r>
                        <a:rPr lang="zh-CN" altLang="en-US" sz="1600" b="0">
                          <a:effectLst/>
                          <a:latin typeface="quote-cjk-patch"/>
                        </a:rPr>
                        <a:t> ，</a:t>
                      </a:r>
                      <a:r>
                        <a:rPr lang="en-US" altLang="zh-CN" sz="1600" b="0">
                          <a:effectLst/>
                          <a:latin typeface="quote-cjk-patch"/>
                        </a:rPr>
                        <a:t>IDE </a:t>
                      </a:r>
                      <a:r>
                        <a:rPr lang="zh-CN" altLang="en-US" sz="1600" b="0">
                          <a:effectLst/>
                          <a:latin typeface="quote-cjk-patch"/>
                        </a:rPr>
                        <a:t>会在你</a:t>
                      </a:r>
                      <a:r>
                        <a:rPr lang="zh-CN" altLang="en-US" sz="1600" b="1">
                          <a:effectLst/>
                          <a:latin typeface="quote-cjk-patch"/>
                        </a:rPr>
                        <a:t>按下运行键之前</a:t>
                      </a:r>
                      <a:r>
                        <a:rPr lang="zh-CN" altLang="en-US" sz="1600" b="0">
                          <a:effectLst/>
                          <a:latin typeface="quote-cjk-patch"/>
                        </a:rPr>
                        <a:t>就用红色波浪线</a:t>
                      </a:r>
                      <a:r>
                        <a:rPr lang="zh-CN" altLang="en-US" sz="1600" b="0">
                          <a:effectLst/>
                          <a:highlight>
                            <a:srgbClr val="FFFF00"/>
                          </a:highlight>
                          <a:latin typeface="quote-cjk-patch"/>
                        </a:rPr>
                        <a:t>警告你类型错误</a:t>
                      </a:r>
                      <a:r>
                        <a:rPr lang="zh-CN" altLang="en-US" sz="1600" b="0">
                          <a:effectLst/>
                          <a:latin typeface="quote-cjk-patch"/>
                        </a:rPr>
                        <a:t>。</a:t>
                      </a:r>
                    </a:p>
                  </a:txBody>
                  <a:tcPr marL="76200" marT="47625" marB="47625" anchor="ctr"/>
                </a:tc>
                <a:extLst>
                  <a:ext uri="{0D108BD9-81ED-4DB2-BD59-A6C34878D82A}">
                    <a16:rowId xmlns:a16="http://schemas.microsoft.com/office/drawing/2014/main" val="1324392018"/>
                  </a:ext>
                </a:extLst>
              </a:tr>
              <a:tr h="1077637">
                <a:tc>
                  <a:txBody>
                    <a:bodyPr/>
                    <a:lstStyle/>
                    <a:p>
                      <a:pPr algn="ctr">
                        <a:lnSpc>
                          <a:spcPts val="1875"/>
                        </a:lnSpc>
                        <a:buNone/>
                      </a:pPr>
                      <a:r>
                        <a:rPr lang="zh-CN" altLang="en-US" sz="1600" b="1">
                          <a:effectLst/>
                          <a:latin typeface="quote-cjk-patch"/>
                        </a:rPr>
                        <a:t>维护重构</a:t>
                      </a:r>
                      <a:endParaRPr lang="zh-CN" altLang="en-US" sz="1600" b="0">
                        <a:effectLst/>
                        <a:latin typeface="quote-cjk-patch"/>
                      </a:endParaRPr>
                    </a:p>
                  </a:txBody>
                  <a:tcPr marR="76200" marT="47625" marB="47625" anchor="ctr"/>
                </a:tc>
                <a:tc>
                  <a:txBody>
                    <a:bodyPr/>
                    <a:lstStyle/>
                    <a:p>
                      <a:pPr>
                        <a:lnSpc>
                          <a:spcPts val="1650"/>
                        </a:lnSpc>
                        <a:buNone/>
                      </a:pPr>
                      <a:r>
                        <a:rPr lang="zh-CN" altLang="en-US" sz="1600" b="0">
                          <a:effectLst/>
                          <a:latin typeface="quote-cjk-patch"/>
                        </a:rPr>
                        <a:t>想要改成 </a:t>
                      </a:r>
                      <a:r>
                        <a:rPr lang="en-US" sz="1600" b="0">
                          <a:effectLst/>
                          <a:latin typeface="quote-cjk-patch"/>
                        </a:rPr>
                        <a:t>VIP </a:t>
                      </a:r>
                      <a:r>
                        <a:rPr lang="zh-CN" altLang="en-US" sz="1600" b="0">
                          <a:effectLst/>
                          <a:latin typeface="quote-cjk-patch"/>
                        </a:rPr>
                        <a:t>打 </a:t>
                      </a:r>
                      <a:r>
                        <a:rPr lang="en-US" altLang="zh-CN" sz="1600" b="0">
                          <a:effectLst/>
                          <a:latin typeface="quote-cjk-patch"/>
                        </a:rPr>
                        <a:t>8 </a:t>
                      </a:r>
                      <a:r>
                        <a:rPr lang="zh-CN" altLang="en-US" sz="1600" b="0">
                          <a:effectLst/>
                          <a:latin typeface="quote-cjk-patch"/>
                        </a:rPr>
                        <a:t>折？你可以在 </a:t>
                      </a:r>
                      <a:r>
                        <a:rPr lang="en-US" sz="1600" b="0">
                          <a:effectLst/>
                          <a:latin typeface="quote-cjk-patch"/>
                        </a:rPr>
                        <a:t>IDE </a:t>
                      </a:r>
                      <a:r>
                        <a:rPr lang="zh-CN" altLang="en-US" sz="1600" b="0">
                          <a:effectLst/>
                          <a:latin typeface="quote-cjk-patch"/>
                        </a:rPr>
                        <a:t>里右键 </a:t>
                      </a:r>
                      <a:r>
                        <a:rPr lang="en-US" altLang="zh-CN" sz="1600" b="0">
                          <a:effectLst/>
                          <a:latin typeface="quote-cjk-patch"/>
                        </a:rPr>
                        <a:t>-&gt; </a:t>
                      </a:r>
                      <a:r>
                        <a:rPr lang="en-US" sz="1600" b="0">
                          <a:effectLst/>
                          <a:latin typeface="Menlo"/>
                        </a:rPr>
                        <a:t>Find Usages</a:t>
                      </a:r>
                      <a:r>
                        <a:rPr lang="en-US" sz="1600" b="0">
                          <a:effectLst/>
                          <a:latin typeface="quote-cjk-patch"/>
                        </a:rPr>
                        <a:t> </a:t>
                      </a:r>
                      <a:r>
                        <a:rPr lang="zh-CN" altLang="en-US" sz="1600" b="0">
                          <a:effectLst/>
                          <a:latin typeface="quote-cjk-patch"/>
                        </a:rPr>
                        <a:t>查出所有调用处，评估影响面后再改。</a:t>
                      </a:r>
                    </a:p>
                  </a:txBody>
                  <a:tcPr marL="76200" marT="47625" marB="47625" anchor="ctr"/>
                </a:tc>
                <a:extLst>
                  <a:ext uri="{0D108BD9-81ED-4DB2-BD59-A6C34878D82A}">
                    <a16:rowId xmlns:a16="http://schemas.microsoft.com/office/drawing/2014/main" val="2713878557"/>
                  </a:ext>
                </a:extLst>
              </a:tr>
              <a:tr h="933273">
                <a:tc>
                  <a:txBody>
                    <a:bodyPr/>
                    <a:lstStyle/>
                    <a:p>
                      <a:pPr algn="ctr">
                        <a:lnSpc>
                          <a:spcPts val="1875"/>
                        </a:lnSpc>
                        <a:buNone/>
                      </a:pPr>
                      <a:r>
                        <a:rPr lang="zh-CN" altLang="en-US" sz="1600" b="1">
                          <a:effectLst/>
                          <a:latin typeface="quote-cjk-patch"/>
                        </a:rPr>
                        <a:t>生成文档</a:t>
                      </a:r>
                      <a:endParaRPr lang="zh-CN" altLang="en-US" sz="1600" b="0">
                        <a:effectLst/>
                        <a:latin typeface="quote-cjk-patch"/>
                      </a:endParaRPr>
                    </a:p>
                  </a:txBody>
                  <a:tcPr marR="76200" marT="47625" marB="47625" anchor="ctr"/>
                </a:tc>
                <a:tc>
                  <a:txBody>
                    <a:bodyPr/>
                    <a:lstStyle/>
                    <a:p>
                      <a:pPr>
                        <a:lnSpc>
                          <a:spcPts val="1650"/>
                        </a:lnSpc>
                        <a:buNone/>
                      </a:pPr>
                      <a:r>
                        <a:rPr lang="zh-CN" altLang="en-US" sz="1600" b="0">
                          <a:effectLst/>
                          <a:latin typeface="quote-cjk-patch"/>
                        </a:rPr>
                        <a:t>运行 </a:t>
                      </a:r>
                      <a:r>
                        <a:rPr lang="en-US" sz="1600" b="0">
                          <a:effectLst/>
                          <a:latin typeface="Menlo"/>
                        </a:rPr>
                        <a:t>phpDocumentor</a:t>
                      </a:r>
                      <a:r>
                        <a:rPr lang="en-US" sz="1600" b="0">
                          <a:effectLst/>
                          <a:latin typeface="quote-cjk-patch"/>
                        </a:rPr>
                        <a:t>，</a:t>
                      </a:r>
                      <a:r>
                        <a:rPr lang="zh-CN" altLang="en-US" sz="1600" b="0">
                          <a:effectLst/>
                          <a:latin typeface="quote-cjk-patch"/>
                        </a:rPr>
                        <a:t>这一段注释会自动变成网页上的一页 </a:t>
                      </a:r>
                      <a:r>
                        <a:rPr lang="en-US" sz="1600" b="1">
                          <a:effectLst/>
                          <a:latin typeface="quote-cjk-patch"/>
                        </a:rPr>
                        <a:t>API Reference</a:t>
                      </a:r>
                      <a:r>
                        <a:rPr lang="en-US" sz="1600" b="0">
                          <a:effectLst/>
                          <a:latin typeface="quote-cjk-patch"/>
                        </a:rPr>
                        <a:t>，</a:t>
                      </a:r>
                      <a:r>
                        <a:rPr lang="zh-CN" altLang="en-US" sz="1600" b="0">
                          <a:effectLst/>
                          <a:latin typeface="quote-cjk-patch"/>
                        </a:rPr>
                        <a:t>新人或前端同事可以直接看网页，不用读 </a:t>
                      </a:r>
                      <a:r>
                        <a:rPr lang="en-US" sz="1600" b="0">
                          <a:effectLst/>
                          <a:latin typeface="quote-cjk-patch"/>
                        </a:rPr>
                        <a:t>PHP </a:t>
                      </a:r>
                      <a:r>
                        <a:rPr lang="zh-CN" altLang="en-US" sz="1600" b="0">
                          <a:effectLst/>
                          <a:latin typeface="quote-cjk-patch"/>
                        </a:rPr>
                        <a:t>源码。</a:t>
                      </a:r>
                    </a:p>
                  </a:txBody>
                  <a:tcPr marL="76200" marT="47625" marB="47625" anchor="ctr"/>
                </a:tc>
                <a:extLst>
                  <a:ext uri="{0D108BD9-81ED-4DB2-BD59-A6C34878D82A}">
                    <a16:rowId xmlns:a16="http://schemas.microsoft.com/office/drawing/2014/main" val="1729703647"/>
                  </a:ext>
                </a:extLst>
              </a:tr>
            </a:tbl>
          </a:graphicData>
        </a:graphic>
      </p:graphicFrame>
      <p:sp>
        <p:nvSpPr>
          <p:cNvPr id="5" name="文本占位符 4">
            <a:extLst>
              <a:ext uri="{FF2B5EF4-FFF2-40B4-BE49-F238E27FC236}">
                <a16:creationId xmlns:a16="http://schemas.microsoft.com/office/drawing/2014/main" id="{ABF8255C-4E3F-AF5B-5E9D-3B05D1BA3F50}"/>
              </a:ext>
            </a:extLst>
          </p:cNvPr>
          <p:cNvSpPr>
            <a:spLocks noGrp="1"/>
          </p:cNvSpPr>
          <p:nvPr>
            <p:ph type="body" sz="quarter" idx="18"/>
          </p:nvPr>
        </p:nvSpPr>
        <p:spPr/>
        <p:txBody>
          <a:bodyPr/>
          <a:lstStyle/>
          <a:p>
            <a:r>
              <a:rPr lang="zh-CN" altLang="en-US"/>
              <a:t>写注释，还是不写注释？</a:t>
            </a:r>
          </a:p>
          <a:p>
            <a:endParaRPr lang="zh-CN" altLang="en-US"/>
          </a:p>
        </p:txBody>
      </p:sp>
      <p:pic>
        <p:nvPicPr>
          <p:cNvPr id="6" name="内容占位符 5">
            <a:extLst>
              <a:ext uri="{FF2B5EF4-FFF2-40B4-BE49-F238E27FC236}">
                <a16:creationId xmlns:a16="http://schemas.microsoft.com/office/drawing/2014/main" id="{8D13DEAA-764F-3BFC-3C54-053553808A6F}"/>
              </a:ext>
            </a:extLst>
          </p:cNvPr>
          <p:cNvPicPr>
            <a:picLocks noGrp="1" noChangeAspect="1"/>
          </p:cNvPicPr>
          <p:nvPr>
            <p:ph sz="quarter" idx="19"/>
          </p:nvPr>
        </p:nvPicPr>
        <p:blipFill>
          <a:blip r:embed="rId3"/>
          <a:stretch>
            <a:fillRect/>
          </a:stretch>
        </p:blipFill>
        <p:spPr>
          <a:xfrm>
            <a:off x="588963" y="1825973"/>
            <a:ext cx="4859337" cy="4574479"/>
          </a:xfrm>
          <a:prstGeom prst="rect">
            <a:avLst/>
          </a:prstGeom>
          <a:ln>
            <a:solidFill>
              <a:schemeClr val="accent1"/>
            </a:solidFill>
          </a:ln>
        </p:spPr>
      </p:pic>
      <p:sp>
        <p:nvSpPr>
          <p:cNvPr id="7" name="卷形: 水平 6">
            <a:extLst>
              <a:ext uri="{FF2B5EF4-FFF2-40B4-BE49-F238E27FC236}">
                <a16:creationId xmlns:a16="http://schemas.microsoft.com/office/drawing/2014/main" id="{1D615FFA-5FCE-B1EC-2D27-10C12DF35ECD}"/>
              </a:ext>
            </a:extLst>
          </p:cNvPr>
          <p:cNvSpPr/>
          <p:nvPr/>
        </p:nvSpPr>
        <p:spPr>
          <a:xfrm>
            <a:off x="5957404" y="0"/>
            <a:ext cx="4572710" cy="1066800"/>
          </a:xfrm>
          <a:prstGeom prst="horizontalScroll">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2400" b="1">
                <a:solidFill>
                  <a:schemeClr val="tx2">
                    <a:lumMod val="50000"/>
                  </a:schemeClr>
                </a:solidFill>
              </a:rPr>
              <a:t>结论：写注释好处多多！</a:t>
            </a:r>
          </a:p>
        </p:txBody>
      </p:sp>
    </p:spTree>
    <p:extLst>
      <p:ext uri="{BB962C8B-B14F-4D97-AF65-F5344CB8AC3E}">
        <p14:creationId xmlns:p14="http://schemas.microsoft.com/office/powerpoint/2010/main" val="390722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F8D93E93-54F9-5576-85AC-6C9C8FC75155}"/>
              </a:ext>
            </a:extLst>
          </p:cNvPr>
          <p:cNvSpPr>
            <a:spLocks noGrp="1"/>
          </p:cNvSpPr>
          <p:nvPr>
            <p:ph type="body" idx="1"/>
          </p:nvPr>
        </p:nvSpPr>
        <p:spPr>
          <a:xfrm>
            <a:off x="588963" y="805042"/>
            <a:ext cx="4859337" cy="823912"/>
          </a:xfrm>
          <a:prstGeom prst="rect">
            <a:avLst/>
          </a:prstGeom>
        </p:spPr>
        <p:txBody>
          <a:bodyPr/>
          <a:lstStyle/>
          <a:p>
            <a:r>
              <a:rPr lang="zh-CN" altLang="en-US"/>
              <a:t>注释</a:t>
            </a:r>
          </a:p>
        </p:txBody>
      </p:sp>
      <p:sp>
        <p:nvSpPr>
          <p:cNvPr id="8" name="文本占位符 7">
            <a:extLst>
              <a:ext uri="{FF2B5EF4-FFF2-40B4-BE49-F238E27FC236}">
                <a16:creationId xmlns:a16="http://schemas.microsoft.com/office/drawing/2014/main" id="{B60D48E9-E503-4EB2-D08E-D195E6F3B7E1}"/>
              </a:ext>
            </a:extLst>
          </p:cNvPr>
          <p:cNvSpPr>
            <a:spLocks noGrp="1"/>
          </p:cNvSpPr>
          <p:nvPr>
            <p:ph type="body" sz="quarter" idx="3"/>
          </p:nvPr>
        </p:nvSpPr>
        <p:spPr>
          <a:xfrm>
            <a:off x="6676571" y="805042"/>
            <a:ext cx="5113853" cy="823912"/>
          </a:xfrm>
        </p:spPr>
        <p:txBody>
          <a:bodyPr/>
          <a:lstStyle/>
          <a:p>
            <a:r>
              <a:rPr lang="en-US" altLang="zh-CN"/>
              <a:t>API</a:t>
            </a:r>
            <a:endParaRPr lang="zh-CN" altLang="en-US"/>
          </a:p>
        </p:txBody>
      </p:sp>
      <p:sp>
        <p:nvSpPr>
          <p:cNvPr id="11" name="内容占位符 10">
            <a:extLst>
              <a:ext uri="{FF2B5EF4-FFF2-40B4-BE49-F238E27FC236}">
                <a16:creationId xmlns:a16="http://schemas.microsoft.com/office/drawing/2014/main" id="{4A2CAE0B-1FD5-4513-BEDE-072EAD082B6E}"/>
              </a:ext>
            </a:extLst>
          </p:cNvPr>
          <p:cNvSpPr>
            <a:spLocks noGrp="1"/>
          </p:cNvSpPr>
          <p:nvPr>
            <p:ph sz="quarter" idx="20"/>
          </p:nvPr>
        </p:nvSpPr>
        <p:spPr>
          <a:xfrm>
            <a:off x="6502400" y="1773238"/>
            <a:ext cx="4711700" cy="4679950"/>
          </a:xfrm>
        </p:spPr>
        <p:txBody>
          <a:bodyPr/>
          <a:lstStyle/>
          <a:p>
            <a:r>
              <a:rPr lang="zh-CN" altLang="en-US"/>
              <a:t>你能请求什么？</a:t>
            </a:r>
            <a:endParaRPr lang="en-US" altLang="zh-CN"/>
          </a:p>
          <a:p>
            <a:r>
              <a:rPr lang="zh-CN" altLang="en-US"/>
              <a:t>你需要提供什么？</a:t>
            </a:r>
            <a:endParaRPr lang="en-US" altLang="zh-CN"/>
          </a:p>
          <a:p>
            <a:r>
              <a:rPr lang="zh-CN" altLang="en-US"/>
              <a:t>你会得到什么？</a:t>
            </a:r>
          </a:p>
        </p:txBody>
      </p:sp>
      <p:sp>
        <p:nvSpPr>
          <p:cNvPr id="9" name="文本占位符 8">
            <a:extLst>
              <a:ext uri="{FF2B5EF4-FFF2-40B4-BE49-F238E27FC236}">
                <a16:creationId xmlns:a16="http://schemas.microsoft.com/office/drawing/2014/main" id="{885FD1EA-1CB9-D20C-37A0-AB8635BA5B67}"/>
              </a:ext>
            </a:extLst>
          </p:cNvPr>
          <p:cNvSpPr>
            <a:spLocks noGrp="1"/>
          </p:cNvSpPr>
          <p:nvPr>
            <p:ph type="body" sz="quarter" idx="18"/>
          </p:nvPr>
        </p:nvSpPr>
        <p:spPr/>
        <p:txBody>
          <a:bodyPr/>
          <a:lstStyle/>
          <a:p>
            <a:r>
              <a:rPr lang="zh-CN" altLang="en-US"/>
              <a:t>什么是</a:t>
            </a:r>
            <a:r>
              <a:rPr lang="en-US" altLang="zh-CN"/>
              <a:t>API</a:t>
            </a:r>
            <a:endParaRPr lang="zh-CN" altLang="en-US"/>
          </a:p>
        </p:txBody>
      </p:sp>
      <p:pic>
        <p:nvPicPr>
          <p:cNvPr id="12" name="内容占位符 5">
            <a:extLst>
              <a:ext uri="{FF2B5EF4-FFF2-40B4-BE49-F238E27FC236}">
                <a16:creationId xmlns:a16="http://schemas.microsoft.com/office/drawing/2014/main" id="{4C3965DD-2AA9-D94D-18A9-C805B44E9634}"/>
              </a:ext>
            </a:extLst>
          </p:cNvPr>
          <p:cNvPicPr>
            <a:picLocks noGrp="1" noChangeAspect="1"/>
          </p:cNvPicPr>
          <p:nvPr>
            <p:ph sz="quarter" idx="19"/>
          </p:nvPr>
        </p:nvPicPr>
        <p:blipFill>
          <a:blip r:embed="rId2"/>
          <a:srcRect r="-70" b="48133"/>
          <a:stretch>
            <a:fillRect/>
          </a:stretch>
        </p:blipFill>
        <p:spPr>
          <a:xfrm>
            <a:off x="380934" y="1855002"/>
            <a:ext cx="5508875" cy="2687969"/>
          </a:xfrm>
          <a:prstGeom prst="rect">
            <a:avLst/>
          </a:prstGeom>
          <a:ln>
            <a:solidFill>
              <a:schemeClr val="accent1"/>
            </a:solidFill>
          </a:ln>
        </p:spPr>
      </p:pic>
      <p:cxnSp>
        <p:nvCxnSpPr>
          <p:cNvPr id="14" name="直接箭头连接符 13">
            <a:extLst>
              <a:ext uri="{FF2B5EF4-FFF2-40B4-BE49-F238E27FC236}">
                <a16:creationId xmlns:a16="http://schemas.microsoft.com/office/drawing/2014/main" id="{B14BD42C-0294-30B3-F4FD-2F8548D04533}"/>
              </a:ext>
            </a:extLst>
          </p:cNvPr>
          <p:cNvCxnSpPr/>
          <p:nvPr/>
        </p:nvCxnSpPr>
        <p:spPr>
          <a:xfrm flipV="1">
            <a:off x="2554514" y="1995714"/>
            <a:ext cx="3541486" cy="1741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 name="直接箭头连接符 14">
            <a:extLst>
              <a:ext uri="{FF2B5EF4-FFF2-40B4-BE49-F238E27FC236}">
                <a16:creationId xmlns:a16="http://schemas.microsoft.com/office/drawing/2014/main" id="{33E99C83-31CF-66EB-5EE3-EBF2FEA2CFE0}"/>
              </a:ext>
            </a:extLst>
          </p:cNvPr>
          <p:cNvCxnSpPr>
            <a:cxnSpLocks/>
          </p:cNvCxnSpPr>
          <p:nvPr/>
        </p:nvCxnSpPr>
        <p:spPr>
          <a:xfrm flipV="1">
            <a:off x="3018631" y="2536646"/>
            <a:ext cx="3077369" cy="38018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直接箭头连接符 16">
            <a:extLst>
              <a:ext uri="{FF2B5EF4-FFF2-40B4-BE49-F238E27FC236}">
                <a16:creationId xmlns:a16="http://schemas.microsoft.com/office/drawing/2014/main" id="{AE6184C7-BED5-EA58-82AA-3AD388AA575F}"/>
              </a:ext>
            </a:extLst>
          </p:cNvPr>
          <p:cNvCxnSpPr>
            <a:cxnSpLocks/>
          </p:cNvCxnSpPr>
          <p:nvPr/>
        </p:nvCxnSpPr>
        <p:spPr>
          <a:xfrm flipV="1">
            <a:off x="3976573" y="3061111"/>
            <a:ext cx="2119427" cy="6026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 name="标注: 上箭头 18">
            <a:extLst>
              <a:ext uri="{FF2B5EF4-FFF2-40B4-BE49-F238E27FC236}">
                <a16:creationId xmlns:a16="http://schemas.microsoft.com/office/drawing/2014/main" id="{1F3E8468-40BA-FB64-A8A5-F8B1A9CBC53A}"/>
              </a:ext>
            </a:extLst>
          </p:cNvPr>
          <p:cNvSpPr/>
          <p:nvPr/>
        </p:nvSpPr>
        <p:spPr>
          <a:xfrm>
            <a:off x="929481" y="4608285"/>
            <a:ext cx="4178300" cy="1509486"/>
          </a:xfrm>
          <a:prstGeom prst="up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函数或类之间通信</a:t>
            </a:r>
          </a:p>
        </p:txBody>
      </p:sp>
      <p:sp>
        <p:nvSpPr>
          <p:cNvPr id="20" name="标注: 上箭头 19">
            <a:extLst>
              <a:ext uri="{FF2B5EF4-FFF2-40B4-BE49-F238E27FC236}">
                <a16:creationId xmlns:a16="http://schemas.microsoft.com/office/drawing/2014/main" id="{940CBBA6-BDCE-C37E-5F08-6B35983986DC}"/>
              </a:ext>
            </a:extLst>
          </p:cNvPr>
          <p:cNvSpPr/>
          <p:nvPr/>
        </p:nvSpPr>
        <p:spPr>
          <a:xfrm>
            <a:off x="6614270" y="3606800"/>
            <a:ext cx="4178300" cy="2510971"/>
          </a:xfrm>
          <a:prstGeom prst="upArrowCallout">
            <a:avLst>
              <a:gd name="adj1" fmla="val 25000"/>
              <a:gd name="adj2" fmla="val 25000"/>
              <a:gd name="adj3" fmla="val 25000"/>
              <a:gd name="adj4" fmla="val 40501"/>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a:t>软件之间通信</a:t>
            </a:r>
          </a:p>
        </p:txBody>
      </p:sp>
    </p:spTree>
    <p:extLst>
      <p:ext uri="{BB962C8B-B14F-4D97-AF65-F5344CB8AC3E}">
        <p14:creationId xmlns:p14="http://schemas.microsoft.com/office/powerpoint/2010/main" val="3992350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wipe(down)">
                                      <p:cBhvr>
                                        <p:cTn id="14" dur="50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anim calcmode="lin" valueType="num">
                                      <p:cBhvr additive="base">
                                        <p:cTn id="19"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down)">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1">
                                            <p:txEl>
                                              <p:pRg st="1" end="1"/>
                                            </p:txEl>
                                          </p:spTgt>
                                        </p:tgtEl>
                                        <p:attrNameLst>
                                          <p:attrName>style.visibility</p:attrName>
                                        </p:attrNameLst>
                                      </p:cBhvr>
                                      <p:to>
                                        <p:strVal val="visible"/>
                                      </p:to>
                                    </p:set>
                                    <p:anim calcmode="lin" valueType="num">
                                      <p:cBhvr additive="base">
                                        <p:cTn id="30"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down)">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1">
                                            <p:txEl>
                                              <p:pRg st="2" end="2"/>
                                            </p:txEl>
                                          </p:spTgt>
                                        </p:tgtEl>
                                        <p:attrNameLst>
                                          <p:attrName>style.visibility</p:attrName>
                                        </p:attrNameLst>
                                      </p:cBhvr>
                                      <p:to>
                                        <p:strVal val="visible"/>
                                      </p:to>
                                    </p:set>
                                    <p:anim calcmode="lin" valueType="num">
                                      <p:cBhvr additive="base">
                                        <p:cTn id="41"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500" fill="hold"/>
                                        <p:tgtEl>
                                          <p:spTgt spid="19"/>
                                        </p:tgtEl>
                                        <p:attrNameLst>
                                          <p:attrName>ppt_x</p:attrName>
                                        </p:attrNameLst>
                                      </p:cBhvr>
                                      <p:tavLst>
                                        <p:tav tm="0">
                                          <p:val>
                                            <p:strVal val="#ppt_x"/>
                                          </p:val>
                                        </p:tav>
                                        <p:tav tm="100000">
                                          <p:val>
                                            <p:strVal val="#ppt_x"/>
                                          </p:val>
                                        </p:tav>
                                      </p:tavLst>
                                    </p:anim>
                                    <p:anim calcmode="lin" valueType="num">
                                      <p:cBhvr additive="base">
                                        <p:cTn id="4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fill="hold"/>
                                        <p:tgtEl>
                                          <p:spTgt spid="20"/>
                                        </p:tgtEl>
                                        <p:attrNameLst>
                                          <p:attrName>ppt_x</p:attrName>
                                        </p:attrNameLst>
                                      </p:cBhvr>
                                      <p:tavLst>
                                        <p:tav tm="0">
                                          <p:val>
                                            <p:strVal val="#ppt_x"/>
                                          </p:val>
                                        </p:tav>
                                        <p:tav tm="100000">
                                          <p:val>
                                            <p:strVal val="#ppt_x"/>
                                          </p:val>
                                        </p:tav>
                                      </p:tavLst>
                                    </p:anim>
                                    <p:anim calcmode="lin" valueType="num">
                                      <p:cBhvr additive="base">
                                        <p:cTn id="5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A7BE533D-AC7A-7828-5858-6823B70318C4}"/>
              </a:ext>
            </a:extLst>
          </p:cNvPr>
          <p:cNvSpPr>
            <a:spLocks noGrp="1"/>
          </p:cNvSpPr>
          <p:nvPr>
            <p:ph type="body" sz="quarter" idx="18"/>
          </p:nvPr>
        </p:nvSpPr>
        <p:spPr>
          <a:prstGeom prst="rect">
            <a:avLst/>
          </a:prstGeom>
        </p:spPr>
        <p:txBody>
          <a:bodyPr/>
          <a:lstStyle/>
          <a:p>
            <a:r>
              <a:rPr lang="en-US" altLang="zh-CN"/>
              <a:t>API</a:t>
            </a:r>
            <a:r>
              <a:rPr lang="zh-CN" altLang="en-US"/>
              <a:t>产生的驱动力</a:t>
            </a:r>
          </a:p>
        </p:txBody>
      </p:sp>
      <p:graphicFrame>
        <p:nvGraphicFramePr>
          <p:cNvPr id="8" name="内容占位符 7">
            <a:extLst>
              <a:ext uri="{FF2B5EF4-FFF2-40B4-BE49-F238E27FC236}">
                <a16:creationId xmlns:a16="http://schemas.microsoft.com/office/drawing/2014/main" id="{90BA88D7-638C-8796-9B0B-B65B41AE581E}"/>
              </a:ext>
            </a:extLst>
          </p:cNvPr>
          <p:cNvGraphicFramePr>
            <a:graphicFrameLocks noGrp="1"/>
          </p:cNvGraphicFramePr>
          <p:nvPr>
            <p:ph sz="quarter" idx="19"/>
            <p:extLst>
              <p:ext uri="{D42A27DB-BD31-4B8C-83A1-F6EECF244321}">
                <p14:modId xmlns:p14="http://schemas.microsoft.com/office/powerpoint/2010/main" val="3113628271"/>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6264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80B167CC-386E-46FB-55D8-EF8964FA511E}"/>
              </a:ext>
            </a:extLst>
          </p:cNvPr>
          <p:cNvSpPr>
            <a:spLocks noGrp="1"/>
          </p:cNvSpPr>
          <p:nvPr>
            <p:ph type="body" sz="quarter" idx="18"/>
          </p:nvPr>
        </p:nvSpPr>
        <p:spPr>
          <a:prstGeom prst="rect">
            <a:avLst/>
          </a:prstGeom>
        </p:spPr>
        <p:txBody>
          <a:bodyPr/>
          <a:lstStyle/>
          <a:p>
            <a:r>
              <a:rPr lang="en-US" altLang="zh-CN"/>
              <a:t>API</a:t>
            </a:r>
            <a:r>
              <a:rPr lang="zh-CN" altLang="zh-CN"/>
              <a:t>的主要类型</a:t>
            </a:r>
            <a:endParaRPr lang="zh-CN" altLang="en-US"/>
          </a:p>
        </p:txBody>
      </p:sp>
      <p:pic>
        <p:nvPicPr>
          <p:cNvPr id="9" name="内容占位符 8">
            <a:extLst>
              <a:ext uri="{FF2B5EF4-FFF2-40B4-BE49-F238E27FC236}">
                <a16:creationId xmlns:a16="http://schemas.microsoft.com/office/drawing/2014/main" id="{BFD4F715-FDBA-7843-E518-61FC9CB13041}"/>
              </a:ext>
            </a:extLst>
          </p:cNvPr>
          <p:cNvPicPr>
            <a:picLocks noGrp="1" noChangeAspect="1"/>
          </p:cNvPicPr>
          <p:nvPr>
            <p:ph sz="quarter" idx="19"/>
          </p:nvPr>
        </p:nvPicPr>
        <p:blipFill>
          <a:blip r:embed="rId2"/>
          <a:stretch>
            <a:fillRect/>
          </a:stretch>
        </p:blipFill>
        <p:spPr>
          <a:xfrm>
            <a:off x="850256" y="1181381"/>
            <a:ext cx="10095238" cy="4495238"/>
          </a:xfrm>
          <a:prstGeom prst="rect">
            <a:avLst/>
          </a:prstGeom>
        </p:spPr>
      </p:pic>
    </p:spTree>
    <p:extLst>
      <p:ext uri="{BB962C8B-B14F-4D97-AF65-F5344CB8AC3E}">
        <p14:creationId xmlns:p14="http://schemas.microsoft.com/office/powerpoint/2010/main" val="634729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内容占位符 8">
            <a:extLst>
              <a:ext uri="{FF2B5EF4-FFF2-40B4-BE49-F238E27FC236}">
                <a16:creationId xmlns:a16="http://schemas.microsoft.com/office/drawing/2014/main" id="{3EBB0EE0-2823-F449-E79E-B564D810BB44}"/>
              </a:ext>
            </a:extLst>
          </p:cNvPr>
          <p:cNvPicPr>
            <a:picLocks noGrp="1" noChangeAspect="1"/>
          </p:cNvPicPr>
          <p:nvPr>
            <p:ph sz="quarter" idx="19"/>
          </p:nvPr>
        </p:nvPicPr>
        <p:blipFill>
          <a:blip r:embed="rId2"/>
          <a:srcRect b="77523"/>
          <a:stretch>
            <a:fillRect/>
          </a:stretch>
        </p:blipFill>
        <p:spPr>
          <a:xfrm>
            <a:off x="850900" y="1159182"/>
            <a:ext cx="10213975" cy="1149910"/>
          </a:xfrm>
          <a:prstGeom prst="rect">
            <a:avLst/>
          </a:prstGeom>
        </p:spPr>
      </p:pic>
      <p:pic>
        <p:nvPicPr>
          <p:cNvPr id="7" name="内容占位符 6">
            <a:extLst>
              <a:ext uri="{FF2B5EF4-FFF2-40B4-BE49-F238E27FC236}">
                <a16:creationId xmlns:a16="http://schemas.microsoft.com/office/drawing/2014/main" id="{DEFC0FA0-FA6A-94C4-4A69-72621D81971E}"/>
              </a:ext>
            </a:extLst>
          </p:cNvPr>
          <p:cNvPicPr>
            <a:picLocks noGrp="1" noChangeAspect="1"/>
          </p:cNvPicPr>
          <p:nvPr>
            <p:ph sz="quarter" idx="20"/>
          </p:nvPr>
        </p:nvPicPr>
        <p:blipFill>
          <a:blip r:embed="rId3"/>
          <a:stretch>
            <a:fillRect/>
          </a:stretch>
        </p:blipFill>
        <p:spPr>
          <a:xfrm>
            <a:off x="1596244" y="2492796"/>
            <a:ext cx="8545284" cy="3252309"/>
          </a:xfrm>
          <a:prstGeom prst="rect">
            <a:avLst/>
          </a:prstGeom>
        </p:spPr>
      </p:pic>
      <p:sp>
        <p:nvSpPr>
          <p:cNvPr id="2" name="文本占位符 1">
            <a:extLst>
              <a:ext uri="{FF2B5EF4-FFF2-40B4-BE49-F238E27FC236}">
                <a16:creationId xmlns:a16="http://schemas.microsoft.com/office/drawing/2014/main" id="{E5EE0751-A534-2600-B3B2-44D8E60243B7}"/>
              </a:ext>
            </a:extLst>
          </p:cNvPr>
          <p:cNvSpPr>
            <a:spLocks noGrp="1"/>
          </p:cNvSpPr>
          <p:nvPr>
            <p:ph type="body" sz="quarter" idx="18"/>
          </p:nvPr>
        </p:nvSpPr>
        <p:spPr/>
        <p:txBody>
          <a:bodyPr/>
          <a:lstStyle/>
          <a:p>
            <a:r>
              <a:rPr lang="zh-CN" altLang="en-US"/>
              <a:t>作业一</a:t>
            </a:r>
          </a:p>
        </p:txBody>
      </p:sp>
    </p:spTree>
    <p:extLst>
      <p:ext uri="{BB962C8B-B14F-4D97-AF65-F5344CB8AC3E}">
        <p14:creationId xmlns:p14="http://schemas.microsoft.com/office/powerpoint/2010/main" val="4059543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C17D3839-2FC3-E9B5-75AD-020CC57CD0C7}"/>
              </a:ext>
            </a:extLst>
          </p:cNvPr>
          <p:cNvSpPr>
            <a:spLocks noGrp="1"/>
          </p:cNvSpPr>
          <p:nvPr>
            <p:ph type="body" sz="quarter" idx="18"/>
          </p:nvPr>
        </p:nvSpPr>
        <p:spPr/>
        <p:txBody>
          <a:bodyPr/>
          <a:lstStyle/>
          <a:p>
            <a:r>
              <a:rPr lang="en-US" altLang="zh-CN"/>
              <a:t>API</a:t>
            </a:r>
            <a:r>
              <a:rPr lang="zh-CN" altLang="en-US"/>
              <a:t>的核心价值</a:t>
            </a:r>
          </a:p>
        </p:txBody>
      </p:sp>
      <p:graphicFrame>
        <p:nvGraphicFramePr>
          <p:cNvPr id="6" name="内容占位符 5">
            <a:extLst>
              <a:ext uri="{FF2B5EF4-FFF2-40B4-BE49-F238E27FC236}">
                <a16:creationId xmlns:a16="http://schemas.microsoft.com/office/drawing/2014/main" id="{B935C2E8-3BFD-7D60-E9D5-6E13614C61B0}"/>
              </a:ext>
            </a:extLst>
          </p:cNvPr>
          <p:cNvGraphicFramePr>
            <a:graphicFrameLocks noGrp="1"/>
          </p:cNvGraphicFramePr>
          <p:nvPr>
            <p:ph sz="quarter" idx="19"/>
            <p:extLst>
              <p:ext uri="{D42A27DB-BD31-4B8C-83A1-F6EECF244321}">
                <p14:modId xmlns:p14="http://schemas.microsoft.com/office/powerpoint/2010/main" val="2481847798"/>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5836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graphicEl>
                                              <a:dgm id="{DF38785B-2C58-4E77-92C4-B7371774ABA5}"/>
                                            </p:graphicEl>
                                          </p:spTgt>
                                        </p:tgtEl>
                                        <p:attrNameLst>
                                          <p:attrName>style.visibility</p:attrName>
                                        </p:attrNameLst>
                                      </p:cBhvr>
                                      <p:to>
                                        <p:strVal val="visible"/>
                                      </p:to>
                                    </p:set>
                                    <p:anim calcmode="lin" valueType="num">
                                      <p:cBhvr additive="base">
                                        <p:cTn id="7" dur="500" fill="hold"/>
                                        <p:tgtEl>
                                          <p:spTgt spid="6">
                                            <p:graphicEl>
                                              <a:dgm id="{DF38785B-2C58-4E77-92C4-B7371774ABA5}"/>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graphicEl>
                                              <a:dgm id="{DF38785B-2C58-4E77-92C4-B7371774ABA5}"/>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graphicEl>
                                              <a:dgm id="{3140A71E-6F51-4093-86AF-FED95C7B1617}"/>
                                            </p:graphicEl>
                                          </p:spTgt>
                                        </p:tgtEl>
                                        <p:attrNameLst>
                                          <p:attrName>style.visibility</p:attrName>
                                        </p:attrNameLst>
                                      </p:cBhvr>
                                      <p:to>
                                        <p:strVal val="visible"/>
                                      </p:to>
                                    </p:set>
                                    <p:anim calcmode="lin" valueType="num">
                                      <p:cBhvr additive="base">
                                        <p:cTn id="13" dur="500" fill="hold"/>
                                        <p:tgtEl>
                                          <p:spTgt spid="6">
                                            <p:graphicEl>
                                              <a:dgm id="{3140A71E-6F51-4093-86AF-FED95C7B1617}"/>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graphicEl>
                                              <a:dgm id="{3140A71E-6F51-4093-86AF-FED95C7B1617}"/>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graphicEl>
                                              <a:dgm id="{25A26311-1587-4288-8931-AF51829FD219}"/>
                                            </p:graphicEl>
                                          </p:spTgt>
                                        </p:tgtEl>
                                        <p:attrNameLst>
                                          <p:attrName>style.visibility</p:attrName>
                                        </p:attrNameLst>
                                      </p:cBhvr>
                                      <p:to>
                                        <p:strVal val="visible"/>
                                      </p:to>
                                    </p:set>
                                    <p:anim calcmode="lin" valueType="num">
                                      <p:cBhvr additive="base">
                                        <p:cTn id="19" dur="500" fill="hold"/>
                                        <p:tgtEl>
                                          <p:spTgt spid="6">
                                            <p:graphicEl>
                                              <a:dgm id="{25A26311-1587-4288-8931-AF51829FD219}"/>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graphicEl>
                                              <a:dgm id="{25A26311-1587-4288-8931-AF51829FD219}"/>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graphicEl>
                                              <a:dgm id="{0CC048B3-21F0-45CF-B2D9-6A77B4D861EE}"/>
                                            </p:graphicEl>
                                          </p:spTgt>
                                        </p:tgtEl>
                                        <p:attrNameLst>
                                          <p:attrName>style.visibility</p:attrName>
                                        </p:attrNameLst>
                                      </p:cBhvr>
                                      <p:to>
                                        <p:strVal val="visible"/>
                                      </p:to>
                                    </p:set>
                                    <p:anim calcmode="lin" valueType="num">
                                      <p:cBhvr additive="base">
                                        <p:cTn id="25" dur="500" fill="hold"/>
                                        <p:tgtEl>
                                          <p:spTgt spid="6">
                                            <p:graphicEl>
                                              <a:dgm id="{0CC048B3-21F0-45CF-B2D9-6A77B4D861EE}"/>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graphicEl>
                                              <a:dgm id="{0CC048B3-21F0-45CF-B2D9-6A77B4D861EE}"/>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57506-9A6C-DF1B-F5EE-D5742028D318}"/>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396EC0AE-9A1E-BE12-60F4-CA801D118D2D}"/>
              </a:ext>
            </a:extLst>
          </p:cNvPr>
          <p:cNvSpPr>
            <a:spLocks noGrp="1"/>
          </p:cNvSpPr>
          <p:nvPr>
            <p:ph type="body" sz="quarter" idx="18"/>
          </p:nvPr>
        </p:nvSpPr>
        <p:spPr/>
        <p:txBody>
          <a:bodyPr/>
          <a:lstStyle/>
          <a:p>
            <a:r>
              <a:rPr lang="en-US" altLang="zh-CN"/>
              <a:t>API</a:t>
            </a:r>
            <a:r>
              <a:rPr lang="zh-CN" altLang="en-US"/>
              <a:t>的核心价值</a:t>
            </a:r>
          </a:p>
        </p:txBody>
      </p:sp>
      <p:graphicFrame>
        <p:nvGraphicFramePr>
          <p:cNvPr id="6" name="内容占位符 5">
            <a:extLst>
              <a:ext uri="{FF2B5EF4-FFF2-40B4-BE49-F238E27FC236}">
                <a16:creationId xmlns:a16="http://schemas.microsoft.com/office/drawing/2014/main" id="{3DFA87CF-6219-2115-E8EE-7D3DA161C6AA}"/>
              </a:ext>
            </a:extLst>
          </p:cNvPr>
          <p:cNvGraphicFramePr>
            <a:graphicFrameLocks noGrp="1"/>
          </p:cNvGraphicFramePr>
          <p:nvPr>
            <p:ph sz="quarter" idx="19"/>
            <p:extLst>
              <p:ext uri="{D42A27DB-BD31-4B8C-83A1-F6EECF244321}">
                <p14:modId xmlns:p14="http://schemas.microsoft.com/office/powerpoint/2010/main" val="863895968"/>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4610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graphicEl>
                                              <a:dgm id="{DF38785B-2C58-4E77-92C4-B7371774ABA5}"/>
                                            </p:graphicEl>
                                          </p:spTgt>
                                        </p:tgtEl>
                                        <p:attrNameLst>
                                          <p:attrName>style.visibility</p:attrName>
                                        </p:attrNameLst>
                                      </p:cBhvr>
                                      <p:to>
                                        <p:strVal val="visible"/>
                                      </p:to>
                                    </p:set>
                                    <p:anim calcmode="lin" valueType="num">
                                      <p:cBhvr additive="base">
                                        <p:cTn id="7" dur="500" fill="hold"/>
                                        <p:tgtEl>
                                          <p:spTgt spid="6">
                                            <p:graphicEl>
                                              <a:dgm id="{DF38785B-2C58-4E77-92C4-B7371774ABA5}"/>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graphicEl>
                                              <a:dgm id="{DF38785B-2C58-4E77-92C4-B7371774ABA5}"/>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graphicEl>
                                              <a:dgm id="{3140A71E-6F51-4093-86AF-FED95C7B1617}"/>
                                            </p:graphicEl>
                                          </p:spTgt>
                                        </p:tgtEl>
                                        <p:attrNameLst>
                                          <p:attrName>style.visibility</p:attrName>
                                        </p:attrNameLst>
                                      </p:cBhvr>
                                      <p:to>
                                        <p:strVal val="visible"/>
                                      </p:to>
                                    </p:set>
                                    <p:anim calcmode="lin" valueType="num">
                                      <p:cBhvr additive="base">
                                        <p:cTn id="13" dur="500" fill="hold"/>
                                        <p:tgtEl>
                                          <p:spTgt spid="6">
                                            <p:graphicEl>
                                              <a:dgm id="{3140A71E-6F51-4093-86AF-FED95C7B1617}"/>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graphicEl>
                                              <a:dgm id="{3140A71E-6F51-4093-86AF-FED95C7B1617}"/>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graphicEl>
                                              <a:dgm id="{25A26311-1587-4288-8931-AF51829FD219}"/>
                                            </p:graphicEl>
                                          </p:spTgt>
                                        </p:tgtEl>
                                        <p:attrNameLst>
                                          <p:attrName>style.visibility</p:attrName>
                                        </p:attrNameLst>
                                      </p:cBhvr>
                                      <p:to>
                                        <p:strVal val="visible"/>
                                      </p:to>
                                    </p:set>
                                    <p:anim calcmode="lin" valueType="num">
                                      <p:cBhvr additive="base">
                                        <p:cTn id="19" dur="500" fill="hold"/>
                                        <p:tgtEl>
                                          <p:spTgt spid="6">
                                            <p:graphicEl>
                                              <a:dgm id="{25A26311-1587-4288-8931-AF51829FD219}"/>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graphicEl>
                                              <a:dgm id="{25A26311-1587-4288-8931-AF51829FD219}"/>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graphicEl>
                                              <a:dgm id="{0CC048B3-21F0-45CF-B2D9-6A77B4D861EE}"/>
                                            </p:graphicEl>
                                          </p:spTgt>
                                        </p:tgtEl>
                                        <p:attrNameLst>
                                          <p:attrName>style.visibility</p:attrName>
                                        </p:attrNameLst>
                                      </p:cBhvr>
                                      <p:to>
                                        <p:strVal val="visible"/>
                                      </p:to>
                                    </p:set>
                                    <p:anim calcmode="lin" valueType="num">
                                      <p:cBhvr additive="base">
                                        <p:cTn id="25" dur="500" fill="hold"/>
                                        <p:tgtEl>
                                          <p:spTgt spid="6">
                                            <p:graphicEl>
                                              <a:dgm id="{0CC048B3-21F0-45CF-B2D9-6A77B4D861EE}"/>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graphicEl>
                                              <a:dgm id="{0CC048B3-21F0-45CF-B2D9-6A77B4D861EE}"/>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D88A03A-2043-7490-4F5F-FC6A2D45BFBE}"/>
              </a:ext>
            </a:extLst>
          </p:cNvPr>
          <p:cNvSpPr>
            <a:spLocks noGrp="1"/>
          </p:cNvSpPr>
          <p:nvPr>
            <p:ph type="body" sz="quarter" idx="18"/>
          </p:nvPr>
        </p:nvSpPr>
        <p:spPr/>
        <p:txBody>
          <a:bodyPr/>
          <a:lstStyle/>
          <a:p>
            <a:r>
              <a:rPr lang="en-US" altLang="zh-CN"/>
              <a:t>API</a:t>
            </a:r>
            <a:r>
              <a:rPr lang="zh-CN" altLang="en-US"/>
              <a:t>的组成：请求和响应</a:t>
            </a:r>
          </a:p>
        </p:txBody>
      </p:sp>
      <p:pic>
        <p:nvPicPr>
          <p:cNvPr id="10" name="内容占位符 9">
            <a:extLst>
              <a:ext uri="{FF2B5EF4-FFF2-40B4-BE49-F238E27FC236}">
                <a16:creationId xmlns:a16="http://schemas.microsoft.com/office/drawing/2014/main" id="{38E36184-6A3B-93D1-96E2-5BBDB2892328}"/>
              </a:ext>
            </a:extLst>
          </p:cNvPr>
          <p:cNvPicPr>
            <a:picLocks noGrp="1" noChangeAspect="1"/>
          </p:cNvPicPr>
          <p:nvPr>
            <p:ph sz="quarter" idx="19"/>
          </p:nvPr>
        </p:nvPicPr>
        <p:blipFill>
          <a:blip r:embed="rId2"/>
          <a:stretch>
            <a:fillRect/>
          </a:stretch>
        </p:blipFill>
        <p:spPr>
          <a:xfrm>
            <a:off x="1245183" y="2374750"/>
            <a:ext cx="9352381" cy="3047619"/>
          </a:xfrm>
          <a:prstGeom prst="rect">
            <a:avLst/>
          </a:prstGeom>
        </p:spPr>
      </p:pic>
      <p:pic>
        <p:nvPicPr>
          <p:cNvPr id="8" name="内容占位符 4">
            <a:extLst>
              <a:ext uri="{FF2B5EF4-FFF2-40B4-BE49-F238E27FC236}">
                <a16:creationId xmlns:a16="http://schemas.microsoft.com/office/drawing/2014/main" id="{066A4870-220C-1F4F-ECFB-71CB8701772A}"/>
              </a:ext>
            </a:extLst>
          </p:cNvPr>
          <p:cNvPicPr>
            <a:picLocks noChangeAspect="1"/>
          </p:cNvPicPr>
          <p:nvPr/>
        </p:nvPicPr>
        <p:blipFill>
          <a:blip r:embed="rId3"/>
          <a:srcRect t="3907"/>
          <a:stretch>
            <a:fillRect/>
          </a:stretch>
        </p:blipFill>
        <p:spPr>
          <a:xfrm>
            <a:off x="1245184" y="979714"/>
            <a:ext cx="9352381" cy="1500884"/>
          </a:xfrm>
          <a:prstGeom prst="rect">
            <a:avLst/>
          </a:prstGeom>
        </p:spPr>
      </p:pic>
    </p:spTree>
    <p:extLst>
      <p:ext uri="{BB962C8B-B14F-4D97-AF65-F5344CB8AC3E}">
        <p14:creationId xmlns:p14="http://schemas.microsoft.com/office/powerpoint/2010/main" val="3796209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7FFC4BD-42DF-A616-DA93-CA5DD28B9F69}"/>
              </a:ext>
            </a:extLst>
          </p:cNvPr>
          <p:cNvSpPr>
            <a:spLocks noGrp="1"/>
          </p:cNvSpPr>
          <p:nvPr>
            <p:ph type="body" sz="quarter" idx="18"/>
          </p:nvPr>
        </p:nvSpPr>
        <p:spPr/>
        <p:txBody>
          <a:bodyPr/>
          <a:lstStyle/>
          <a:p>
            <a:r>
              <a:rPr lang="zh-CN" altLang="en-US"/>
              <a:t>案例分析：</a:t>
            </a:r>
          </a:p>
        </p:txBody>
      </p:sp>
      <p:pic>
        <p:nvPicPr>
          <p:cNvPr id="10" name="内容占位符 9">
            <a:extLst>
              <a:ext uri="{FF2B5EF4-FFF2-40B4-BE49-F238E27FC236}">
                <a16:creationId xmlns:a16="http://schemas.microsoft.com/office/drawing/2014/main" id="{3183BBF2-07F2-6D84-27F7-F38B98DA1B8B}"/>
              </a:ext>
            </a:extLst>
          </p:cNvPr>
          <p:cNvPicPr>
            <a:picLocks noGrp="1" noChangeAspect="1"/>
          </p:cNvPicPr>
          <p:nvPr>
            <p:ph sz="quarter" idx="19"/>
          </p:nvPr>
        </p:nvPicPr>
        <p:blipFill>
          <a:blip r:embed="rId2"/>
          <a:stretch>
            <a:fillRect/>
          </a:stretch>
        </p:blipFill>
        <p:spPr>
          <a:xfrm>
            <a:off x="1122727" y="3633232"/>
            <a:ext cx="9428571" cy="1961905"/>
          </a:xfrm>
          <a:prstGeom prst="rect">
            <a:avLst/>
          </a:prstGeom>
        </p:spPr>
      </p:pic>
      <p:pic>
        <p:nvPicPr>
          <p:cNvPr id="8" name="内容占位符 4">
            <a:extLst>
              <a:ext uri="{FF2B5EF4-FFF2-40B4-BE49-F238E27FC236}">
                <a16:creationId xmlns:a16="http://schemas.microsoft.com/office/drawing/2014/main" id="{27760BA2-A8D7-C4CF-FEFD-5D054D1B879B}"/>
              </a:ext>
            </a:extLst>
          </p:cNvPr>
          <p:cNvPicPr>
            <a:picLocks noChangeAspect="1"/>
          </p:cNvPicPr>
          <p:nvPr/>
        </p:nvPicPr>
        <p:blipFill>
          <a:blip r:embed="rId3"/>
          <a:stretch>
            <a:fillRect/>
          </a:stretch>
        </p:blipFill>
        <p:spPr>
          <a:xfrm>
            <a:off x="1122727" y="981819"/>
            <a:ext cx="9466667" cy="2323809"/>
          </a:xfrm>
          <a:prstGeom prst="rect">
            <a:avLst/>
          </a:prstGeom>
        </p:spPr>
      </p:pic>
    </p:spTree>
    <p:extLst>
      <p:ext uri="{BB962C8B-B14F-4D97-AF65-F5344CB8AC3E}">
        <p14:creationId xmlns:p14="http://schemas.microsoft.com/office/powerpoint/2010/main" val="82400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8644E-677A-75E7-DE1A-C1368D5C70D0}"/>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E5AE0C55-458E-AAFC-4577-1B36ED2CD6F4}"/>
              </a:ext>
            </a:extLst>
          </p:cNvPr>
          <p:cNvSpPr>
            <a:spLocks noGrp="1"/>
          </p:cNvSpPr>
          <p:nvPr>
            <p:ph type="body" sz="quarter" idx="18"/>
          </p:nvPr>
        </p:nvSpPr>
        <p:spPr/>
        <p:txBody>
          <a:bodyPr/>
          <a:lstStyle/>
          <a:p>
            <a:r>
              <a:rPr lang="zh-CN" altLang="en-US"/>
              <a:t>案例分析：</a:t>
            </a:r>
          </a:p>
        </p:txBody>
      </p:sp>
      <p:pic>
        <p:nvPicPr>
          <p:cNvPr id="9" name="内容占位符 8">
            <a:extLst>
              <a:ext uri="{FF2B5EF4-FFF2-40B4-BE49-F238E27FC236}">
                <a16:creationId xmlns:a16="http://schemas.microsoft.com/office/drawing/2014/main" id="{E0D2C1A0-2FCA-F094-4726-15F9D8E0B6A3}"/>
              </a:ext>
            </a:extLst>
          </p:cNvPr>
          <p:cNvPicPr>
            <a:picLocks noGrp="1" noChangeAspect="1"/>
          </p:cNvPicPr>
          <p:nvPr>
            <p:ph sz="quarter" idx="19"/>
          </p:nvPr>
        </p:nvPicPr>
        <p:blipFill>
          <a:blip r:embed="rId2"/>
          <a:stretch>
            <a:fillRect/>
          </a:stretch>
        </p:blipFill>
        <p:spPr>
          <a:xfrm>
            <a:off x="991642" y="1386827"/>
            <a:ext cx="9409524" cy="2323809"/>
          </a:xfrm>
          <a:prstGeom prst="rect">
            <a:avLst/>
          </a:prstGeom>
        </p:spPr>
      </p:pic>
    </p:spTree>
    <p:extLst>
      <p:ext uri="{BB962C8B-B14F-4D97-AF65-F5344CB8AC3E}">
        <p14:creationId xmlns:p14="http://schemas.microsoft.com/office/powerpoint/2010/main" val="3403594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a:extLst>
              <a:ext uri="{FF2B5EF4-FFF2-40B4-BE49-F238E27FC236}">
                <a16:creationId xmlns:a16="http://schemas.microsoft.com/office/drawing/2014/main" id="{7323AA54-F282-15B0-EF50-8F5275CF77DA}"/>
              </a:ext>
            </a:extLst>
          </p:cNvPr>
          <p:cNvPicPr>
            <a:picLocks noGrp="1" noChangeAspect="1"/>
          </p:cNvPicPr>
          <p:nvPr>
            <p:ph sz="quarter" idx="19"/>
          </p:nvPr>
        </p:nvPicPr>
        <p:blipFill>
          <a:blip r:embed="rId3"/>
          <a:stretch>
            <a:fillRect/>
          </a:stretch>
        </p:blipFill>
        <p:spPr>
          <a:xfrm>
            <a:off x="302170" y="782112"/>
            <a:ext cx="7308979" cy="5761037"/>
          </a:xfrm>
          <a:prstGeom prst="rect">
            <a:avLst/>
          </a:prstGeom>
        </p:spPr>
      </p:pic>
      <p:sp>
        <p:nvSpPr>
          <p:cNvPr id="2" name="文本占位符 1">
            <a:extLst>
              <a:ext uri="{FF2B5EF4-FFF2-40B4-BE49-F238E27FC236}">
                <a16:creationId xmlns:a16="http://schemas.microsoft.com/office/drawing/2014/main" id="{680D0E98-AB08-0FD3-F8E8-E0E71D139044}"/>
              </a:ext>
            </a:extLst>
          </p:cNvPr>
          <p:cNvSpPr>
            <a:spLocks noGrp="1"/>
          </p:cNvSpPr>
          <p:nvPr>
            <p:ph type="body" sz="quarter" idx="18"/>
          </p:nvPr>
        </p:nvSpPr>
        <p:spPr/>
        <p:txBody>
          <a:bodyPr/>
          <a:lstStyle/>
          <a:p>
            <a:r>
              <a:rPr lang="zh-CN" altLang="en-US"/>
              <a:t>作业二</a:t>
            </a:r>
          </a:p>
        </p:txBody>
      </p:sp>
      <p:graphicFrame>
        <p:nvGraphicFramePr>
          <p:cNvPr id="6" name="表格 5">
            <a:extLst>
              <a:ext uri="{FF2B5EF4-FFF2-40B4-BE49-F238E27FC236}">
                <a16:creationId xmlns:a16="http://schemas.microsoft.com/office/drawing/2014/main" id="{5C858878-011C-926D-AC34-B51BCD2E9931}"/>
              </a:ext>
            </a:extLst>
          </p:cNvPr>
          <p:cNvGraphicFramePr>
            <a:graphicFrameLocks noGrp="1"/>
          </p:cNvGraphicFramePr>
          <p:nvPr>
            <p:extLst>
              <p:ext uri="{D42A27DB-BD31-4B8C-83A1-F6EECF244321}">
                <p14:modId xmlns:p14="http://schemas.microsoft.com/office/powerpoint/2010/main" val="478899976"/>
              </p:ext>
            </p:extLst>
          </p:nvPr>
        </p:nvGraphicFramePr>
        <p:xfrm>
          <a:off x="4896502" y="3311896"/>
          <a:ext cx="6905171" cy="2213428"/>
        </p:xfrm>
        <a:graphic>
          <a:graphicData uri="http://schemas.openxmlformats.org/drawingml/2006/table">
            <a:tbl>
              <a:tblPr firstRow="1" firstCol="1" bandRow="1">
                <a:tableStyleId>{8799B23B-EC83-4686-B30A-512413B5E67A}</a:tableStyleId>
              </a:tblPr>
              <a:tblGrid>
                <a:gridCol w="3820885">
                  <a:extLst>
                    <a:ext uri="{9D8B030D-6E8A-4147-A177-3AD203B41FA5}">
                      <a16:colId xmlns:a16="http://schemas.microsoft.com/office/drawing/2014/main" val="2229603840"/>
                    </a:ext>
                  </a:extLst>
                </a:gridCol>
                <a:gridCol w="3084286">
                  <a:extLst>
                    <a:ext uri="{9D8B030D-6E8A-4147-A177-3AD203B41FA5}">
                      <a16:colId xmlns:a16="http://schemas.microsoft.com/office/drawing/2014/main" val="356914842"/>
                    </a:ext>
                  </a:extLst>
                </a:gridCol>
              </a:tblGrid>
              <a:tr h="553357">
                <a:tc>
                  <a:txBody>
                    <a:bodyPr/>
                    <a:lstStyle/>
                    <a:p>
                      <a:pPr indent="304800" algn="ctr">
                        <a:lnSpc>
                          <a:spcPts val="1600"/>
                        </a:lnSpc>
                        <a:buNone/>
                      </a:pPr>
                      <a:r>
                        <a:rPr lang="zh-CN" sz="1400" kern="100">
                          <a:effectLst/>
                        </a:rPr>
                        <a:t>问题</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zh-CN" sz="1400" kern="100">
                          <a:effectLst/>
                        </a:rPr>
                        <a:t>答案</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219573732"/>
                  </a:ext>
                </a:extLst>
              </a:tr>
              <a:tr h="553357">
                <a:tc>
                  <a:txBody>
                    <a:bodyPr/>
                    <a:lstStyle/>
                    <a:p>
                      <a:pPr algn="ctr">
                        <a:lnSpc>
                          <a:spcPts val="1600"/>
                        </a:lnSpc>
                        <a:buNone/>
                      </a:pPr>
                      <a:r>
                        <a:rPr lang="zh-CN" sz="1400" kern="100">
                          <a:effectLst/>
                        </a:rPr>
                        <a:t>如何请求深圳的天气？</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en-US" sz="1400" kern="100">
                          <a:effectLst/>
                        </a:rPr>
                        <a:t> </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81263455"/>
                  </a:ext>
                </a:extLst>
              </a:tr>
              <a:tr h="553357">
                <a:tc>
                  <a:txBody>
                    <a:bodyPr/>
                    <a:lstStyle/>
                    <a:p>
                      <a:pPr indent="304800" algn="ctr">
                        <a:lnSpc>
                          <a:spcPts val="1600"/>
                        </a:lnSpc>
                        <a:buNone/>
                      </a:pPr>
                      <a:r>
                        <a:rPr lang="zh-CN" sz="1400" kern="100">
                          <a:effectLst/>
                        </a:rPr>
                        <a:t>如何请求以华氏度显示的广州天气？</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en-US" sz="1400" kern="100">
                          <a:effectLst/>
                        </a:rPr>
                        <a:t> </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568825861"/>
                  </a:ext>
                </a:extLst>
              </a:tr>
              <a:tr h="553357">
                <a:tc>
                  <a:txBody>
                    <a:bodyPr/>
                    <a:lstStyle/>
                    <a:p>
                      <a:pPr indent="304800" algn="ctr">
                        <a:lnSpc>
                          <a:spcPts val="1600"/>
                        </a:lnSpc>
                        <a:buNone/>
                      </a:pPr>
                      <a:r>
                        <a:rPr lang="zh-CN" sz="1400" kern="100">
                          <a:effectLst/>
                        </a:rPr>
                        <a:t>请求成功时返回什么状态码？</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en-US" sz="1400" kern="100">
                          <a:effectLst/>
                        </a:rPr>
                        <a:t> </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48385872"/>
                  </a:ext>
                </a:extLst>
              </a:tr>
            </a:tbl>
          </a:graphicData>
        </a:graphic>
      </p:graphicFrame>
    </p:spTree>
    <p:extLst>
      <p:ext uri="{BB962C8B-B14F-4D97-AF65-F5344CB8AC3E}">
        <p14:creationId xmlns:p14="http://schemas.microsoft.com/office/powerpoint/2010/main" val="2000097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F53B4FA-C590-56AE-75DB-9B75AAA70282}"/>
              </a:ext>
            </a:extLst>
          </p:cNvPr>
          <p:cNvSpPr>
            <a:spLocks noGrp="1"/>
          </p:cNvSpPr>
          <p:nvPr>
            <p:ph type="body" sz="quarter" idx="10"/>
          </p:nvPr>
        </p:nvSpPr>
        <p:spPr/>
        <p:txBody>
          <a:bodyPr/>
          <a:lstStyle/>
          <a:p>
            <a:pPr lvl="0"/>
            <a:r>
              <a:rPr lang="en-US" altLang="zh-CN"/>
              <a:t>RESTful</a:t>
            </a:r>
            <a:r>
              <a:rPr lang="zh-CN" altLang="en-US"/>
              <a:t>规范的核心原则</a:t>
            </a:r>
          </a:p>
          <a:p>
            <a:pPr lvl="0"/>
            <a:r>
              <a:rPr lang="zh-CN" altLang="en-US"/>
              <a:t>统一接口的四个子约束</a:t>
            </a:r>
          </a:p>
          <a:p>
            <a:endParaRPr lang="zh-CN" altLang="en-US"/>
          </a:p>
        </p:txBody>
      </p:sp>
      <p:sp>
        <p:nvSpPr>
          <p:cNvPr id="3" name="文本占位符 2">
            <a:extLst>
              <a:ext uri="{FF2B5EF4-FFF2-40B4-BE49-F238E27FC236}">
                <a16:creationId xmlns:a16="http://schemas.microsoft.com/office/drawing/2014/main" id="{9B8EDDCE-4384-AD29-C785-E29691E04F62}"/>
              </a:ext>
            </a:extLst>
          </p:cNvPr>
          <p:cNvSpPr>
            <a:spLocks noGrp="1"/>
          </p:cNvSpPr>
          <p:nvPr>
            <p:ph type="body" sz="quarter" idx="12"/>
          </p:nvPr>
        </p:nvSpPr>
        <p:spPr/>
        <p:txBody>
          <a:bodyPr/>
          <a:lstStyle/>
          <a:p>
            <a:r>
              <a:rPr lang="en-US" altLang="zh-CN"/>
              <a:t>RESTful</a:t>
            </a:r>
            <a:r>
              <a:rPr lang="zh-CN" altLang="en-US"/>
              <a:t>规范</a:t>
            </a:r>
          </a:p>
        </p:txBody>
      </p:sp>
    </p:spTree>
    <p:extLst>
      <p:ext uri="{BB962C8B-B14F-4D97-AF65-F5344CB8AC3E}">
        <p14:creationId xmlns:p14="http://schemas.microsoft.com/office/powerpoint/2010/main" val="37812982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6A07133-A6E2-CB80-FBE0-9C4E6F3183A9}"/>
              </a:ext>
            </a:extLst>
          </p:cNvPr>
          <p:cNvSpPr>
            <a:spLocks noGrp="1"/>
          </p:cNvSpPr>
          <p:nvPr>
            <p:ph type="body" sz="quarter" idx="18"/>
          </p:nvPr>
        </p:nvSpPr>
        <p:spPr/>
        <p:txBody>
          <a:bodyPr/>
          <a:lstStyle/>
          <a:p>
            <a:r>
              <a:rPr lang="zh-CN" altLang="en-US"/>
              <a:t>何为</a:t>
            </a:r>
            <a:r>
              <a:rPr lang="en-US" altLang="zh-CN"/>
              <a:t>RESTful</a:t>
            </a:r>
            <a:endParaRPr lang="zh-CN" altLang="en-US"/>
          </a:p>
        </p:txBody>
      </p:sp>
      <p:graphicFrame>
        <p:nvGraphicFramePr>
          <p:cNvPr id="4" name="内容占位符 3">
            <a:extLst>
              <a:ext uri="{FF2B5EF4-FFF2-40B4-BE49-F238E27FC236}">
                <a16:creationId xmlns:a16="http://schemas.microsoft.com/office/drawing/2014/main" id="{74512BE2-886B-7997-176D-16268545EB19}"/>
              </a:ext>
            </a:extLst>
          </p:cNvPr>
          <p:cNvGraphicFramePr>
            <a:graphicFrameLocks noGrp="1"/>
          </p:cNvGraphicFramePr>
          <p:nvPr>
            <p:ph sz="quarter" idx="19"/>
            <p:extLst>
              <p:ext uri="{D42A27DB-BD31-4B8C-83A1-F6EECF244321}">
                <p14:modId xmlns:p14="http://schemas.microsoft.com/office/powerpoint/2010/main" val="2178893449"/>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8681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D58F3C72-9F50-BE36-C498-CFE9E95CBAE9}"/>
              </a:ext>
            </a:extLst>
          </p:cNvPr>
          <p:cNvSpPr>
            <a:spLocks noGrp="1"/>
          </p:cNvSpPr>
          <p:nvPr>
            <p:ph type="body" sz="quarter" idx="18"/>
          </p:nvPr>
        </p:nvSpPr>
        <p:spPr/>
        <p:txBody>
          <a:bodyPr/>
          <a:lstStyle/>
          <a:p>
            <a:r>
              <a:rPr lang="en-US" altLang="zh-CN"/>
              <a:t>RESTful </a:t>
            </a:r>
            <a:r>
              <a:rPr lang="zh-CN" altLang="en-US"/>
              <a:t>的 </a:t>
            </a:r>
            <a:r>
              <a:rPr lang="en-US" altLang="zh-CN"/>
              <a:t>6 </a:t>
            </a:r>
            <a:r>
              <a:rPr lang="zh-CN" altLang="en-US"/>
              <a:t>大核心原则</a:t>
            </a:r>
          </a:p>
        </p:txBody>
      </p:sp>
      <p:pic>
        <p:nvPicPr>
          <p:cNvPr id="7" name="内容占位符 6">
            <a:extLst>
              <a:ext uri="{FF2B5EF4-FFF2-40B4-BE49-F238E27FC236}">
                <a16:creationId xmlns:a16="http://schemas.microsoft.com/office/drawing/2014/main" id="{4FEF2EE8-8EB3-C8CA-BD13-242ACCC009DB}"/>
              </a:ext>
            </a:extLst>
          </p:cNvPr>
          <p:cNvPicPr>
            <a:picLocks noGrp="1" noChangeAspect="1"/>
          </p:cNvPicPr>
          <p:nvPr>
            <p:ph sz="quarter" idx="19"/>
          </p:nvPr>
        </p:nvPicPr>
        <p:blipFill>
          <a:blip r:embed="rId2"/>
          <a:stretch>
            <a:fillRect/>
          </a:stretch>
        </p:blipFill>
        <p:spPr>
          <a:xfrm>
            <a:off x="1019813" y="1040941"/>
            <a:ext cx="10209524" cy="5352381"/>
          </a:xfrm>
          <a:prstGeom prst="rect">
            <a:avLst/>
          </a:prstGeom>
        </p:spPr>
      </p:pic>
      <p:sp>
        <p:nvSpPr>
          <p:cNvPr id="8" name="矩形 7">
            <a:extLst>
              <a:ext uri="{FF2B5EF4-FFF2-40B4-BE49-F238E27FC236}">
                <a16:creationId xmlns:a16="http://schemas.microsoft.com/office/drawing/2014/main" id="{64BF60CC-99F8-E13B-7898-A8EC29C64D37}"/>
              </a:ext>
            </a:extLst>
          </p:cNvPr>
          <p:cNvSpPr/>
          <p:nvPr/>
        </p:nvSpPr>
        <p:spPr>
          <a:xfrm>
            <a:off x="1284514" y="3556000"/>
            <a:ext cx="9768115" cy="682171"/>
          </a:xfrm>
          <a:prstGeom prst="rect">
            <a:avLst/>
          </a:prstGeom>
          <a:solidFill>
            <a:srgbClr val="0BB863">
              <a:alpha val="47843"/>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49860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1D8DB718-88BE-9D7F-C149-B02F0CB6B20B}"/>
              </a:ext>
            </a:extLst>
          </p:cNvPr>
          <p:cNvSpPr>
            <a:spLocks noGrp="1"/>
          </p:cNvSpPr>
          <p:nvPr>
            <p:ph sz="quarter" idx="19"/>
          </p:nvPr>
        </p:nvSpPr>
        <p:spPr>
          <a:xfrm>
            <a:off x="850900" y="1052514"/>
            <a:ext cx="10213652" cy="2002744"/>
          </a:xfrm>
        </p:spPr>
        <p:txBody>
          <a:bodyPr/>
          <a:lstStyle/>
          <a:p>
            <a:r>
              <a:rPr lang="en-US" altLang="zh-CN"/>
              <a:t>URI </a:t>
            </a:r>
            <a:r>
              <a:rPr lang="zh-CN" altLang="en-US"/>
              <a:t>资源识别原则： </a:t>
            </a:r>
            <a:endParaRPr lang="en-US" altLang="zh-CN"/>
          </a:p>
          <a:p>
            <a:pPr lvl="1"/>
            <a:r>
              <a:rPr lang="zh-CN" altLang="en-US"/>
              <a:t>使用复数名词：</a:t>
            </a:r>
            <a:r>
              <a:rPr lang="en-US" altLang="zh-CN"/>
              <a:t>/users </a:t>
            </a:r>
            <a:r>
              <a:rPr lang="zh-CN" altLang="en-US"/>
              <a:t>而非 </a:t>
            </a:r>
            <a:r>
              <a:rPr lang="en-US" altLang="zh-CN"/>
              <a:t>/user </a:t>
            </a:r>
          </a:p>
          <a:p>
            <a:pPr lvl="1"/>
            <a:r>
              <a:rPr lang="zh-CN" altLang="en-US"/>
              <a:t>使用小写字母 </a:t>
            </a:r>
            <a:r>
              <a:rPr lang="en-US" altLang="zh-CN"/>
              <a:t>+ </a:t>
            </a:r>
            <a:r>
              <a:rPr lang="zh-CN" altLang="en-US"/>
              <a:t>连字符：</a:t>
            </a:r>
            <a:r>
              <a:rPr lang="en-US" altLang="zh-CN"/>
              <a:t>/order-items </a:t>
            </a:r>
            <a:r>
              <a:rPr lang="zh-CN" altLang="en-US"/>
              <a:t>而非 </a:t>
            </a:r>
            <a:r>
              <a:rPr lang="en-US" altLang="zh-CN"/>
              <a:t>/orderItems </a:t>
            </a:r>
          </a:p>
          <a:p>
            <a:pPr lvl="1"/>
            <a:r>
              <a:rPr lang="zh-CN" altLang="en-US"/>
              <a:t>多级资源：</a:t>
            </a:r>
            <a:r>
              <a:rPr lang="en-US" altLang="zh-CN"/>
              <a:t>/users/123/orders</a:t>
            </a:r>
            <a:r>
              <a:rPr lang="zh-CN" altLang="en-US"/>
              <a:t>（用户 </a:t>
            </a:r>
            <a:r>
              <a:rPr lang="en-US" altLang="zh-CN"/>
              <a:t>123 </a:t>
            </a:r>
            <a:r>
              <a:rPr lang="zh-CN" altLang="en-US"/>
              <a:t>的订单）</a:t>
            </a:r>
          </a:p>
        </p:txBody>
      </p:sp>
      <p:sp>
        <p:nvSpPr>
          <p:cNvPr id="2" name="文本占位符 1">
            <a:extLst>
              <a:ext uri="{FF2B5EF4-FFF2-40B4-BE49-F238E27FC236}">
                <a16:creationId xmlns:a16="http://schemas.microsoft.com/office/drawing/2014/main" id="{1C5E2996-038C-88A8-8B02-BC091C487B53}"/>
              </a:ext>
            </a:extLst>
          </p:cNvPr>
          <p:cNvSpPr>
            <a:spLocks noGrp="1"/>
          </p:cNvSpPr>
          <p:nvPr>
            <p:ph type="body" sz="quarter" idx="18"/>
          </p:nvPr>
        </p:nvSpPr>
        <p:spPr/>
        <p:txBody>
          <a:bodyPr/>
          <a:lstStyle/>
          <a:p>
            <a:r>
              <a:rPr lang="zh-CN" altLang="en-US"/>
              <a:t>统一接口的 </a:t>
            </a:r>
            <a:r>
              <a:rPr lang="en-US" altLang="zh-CN"/>
              <a:t>4 </a:t>
            </a:r>
            <a:r>
              <a:rPr lang="zh-CN" altLang="en-US"/>
              <a:t>个子约束</a:t>
            </a:r>
            <a:r>
              <a:rPr lang="en-US" altLang="zh-CN"/>
              <a:t>——</a:t>
            </a:r>
            <a:r>
              <a:rPr lang="zh-CN" altLang="en-US"/>
              <a:t>资源识别（</a:t>
            </a:r>
            <a:r>
              <a:rPr lang="en-US" altLang="zh-CN"/>
              <a:t>URI </a:t>
            </a:r>
            <a:r>
              <a:rPr lang="zh-CN" altLang="en-US"/>
              <a:t>表示资源）</a:t>
            </a:r>
          </a:p>
        </p:txBody>
      </p:sp>
      <p:pic>
        <p:nvPicPr>
          <p:cNvPr id="7" name="图片 6">
            <a:extLst>
              <a:ext uri="{FF2B5EF4-FFF2-40B4-BE49-F238E27FC236}">
                <a16:creationId xmlns:a16="http://schemas.microsoft.com/office/drawing/2014/main" id="{A654AE82-C1A1-0983-1C6D-E1A6DA2B67B1}"/>
              </a:ext>
            </a:extLst>
          </p:cNvPr>
          <p:cNvPicPr>
            <a:picLocks noChangeAspect="1"/>
          </p:cNvPicPr>
          <p:nvPr/>
        </p:nvPicPr>
        <p:blipFill>
          <a:blip r:embed="rId3"/>
          <a:stretch>
            <a:fillRect/>
          </a:stretch>
        </p:blipFill>
        <p:spPr>
          <a:xfrm>
            <a:off x="739133" y="3055258"/>
            <a:ext cx="10171428" cy="2571429"/>
          </a:xfrm>
          <a:prstGeom prst="rect">
            <a:avLst/>
          </a:prstGeom>
        </p:spPr>
      </p:pic>
      <p:sp>
        <p:nvSpPr>
          <p:cNvPr id="3" name="任意多边形: 形状 2">
            <a:extLst>
              <a:ext uri="{FF2B5EF4-FFF2-40B4-BE49-F238E27FC236}">
                <a16:creationId xmlns:a16="http://schemas.microsoft.com/office/drawing/2014/main" id="{0C8B556F-07D8-0A2A-42BA-05B293B40320}"/>
              </a:ext>
            </a:extLst>
          </p:cNvPr>
          <p:cNvSpPr/>
          <p:nvPr/>
        </p:nvSpPr>
        <p:spPr>
          <a:xfrm>
            <a:off x="7215353" y="3941379"/>
            <a:ext cx="2176301" cy="1692166"/>
          </a:xfrm>
          <a:custGeom>
            <a:avLst/>
            <a:gdLst>
              <a:gd name="csX0" fmla="*/ 693681 w 2176301"/>
              <a:gd name="csY0" fmla="*/ 68318 h 1692166"/>
              <a:gd name="csX1" fmla="*/ 651640 w 2176301"/>
              <a:gd name="csY1" fmla="*/ 78828 h 1692166"/>
              <a:gd name="csX2" fmla="*/ 609599 w 2176301"/>
              <a:gd name="csY2" fmla="*/ 110359 h 1692166"/>
              <a:gd name="csX3" fmla="*/ 567557 w 2176301"/>
              <a:gd name="csY3" fmla="*/ 141890 h 1692166"/>
              <a:gd name="csX4" fmla="*/ 551792 w 2176301"/>
              <a:gd name="csY4" fmla="*/ 173421 h 1692166"/>
              <a:gd name="csX5" fmla="*/ 530771 w 2176301"/>
              <a:gd name="csY5" fmla="*/ 194442 h 1692166"/>
              <a:gd name="csX6" fmla="*/ 504495 w 2176301"/>
              <a:gd name="csY6" fmla="*/ 246993 h 1692166"/>
              <a:gd name="csX7" fmla="*/ 509750 w 2176301"/>
              <a:gd name="csY7" fmla="*/ 331076 h 1692166"/>
              <a:gd name="csX8" fmla="*/ 530771 w 2176301"/>
              <a:gd name="csY8" fmla="*/ 378373 h 1692166"/>
              <a:gd name="csX9" fmla="*/ 536026 w 2176301"/>
              <a:gd name="csY9" fmla="*/ 399393 h 1692166"/>
              <a:gd name="csX10" fmla="*/ 557047 w 2176301"/>
              <a:gd name="csY10" fmla="*/ 420414 h 1692166"/>
              <a:gd name="csX11" fmla="*/ 572813 w 2176301"/>
              <a:gd name="csY11" fmla="*/ 451945 h 1692166"/>
              <a:gd name="csX12" fmla="*/ 604344 w 2176301"/>
              <a:gd name="csY12" fmla="*/ 483476 h 1692166"/>
              <a:gd name="csX13" fmla="*/ 614854 w 2176301"/>
              <a:gd name="csY13" fmla="*/ 493987 h 1692166"/>
              <a:gd name="csX14" fmla="*/ 635875 w 2176301"/>
              <a:gd name="csY14" fmla="*/ 499242 h 1692166"/>
              <a:gd name="csX15" fmla="*/ 662150 w 2176301"/>
              <a:gd name="csY15" fmla="*/ 525518 h 1692166"/>
              <a:gd name="csX16" fmla="*/ 677916 w 2176301"/>
              <a:gd name="csY16" fmla="*/ 530773 h 1692166"/>
              <a:gd name="csX17" fmla="*/ 735723 w 2176301"/>
              <a:gd name="csY17" fmla="*/ 578069 h 1692166"/>
              <a:gd name="csX18" fmla="*/ 767254 w 2176301"/>
              <a:gd name="csY18" fmla="*/ 609600 h 1692166"/>
              <a:gd name="csX19" fmla="*/ 777764 w 2176301"/>
              <a:gd name="csY19" fmla="*/ 630621 h 1692166"/>
              <a:gd name="csX20" fmla="*/ 793530 w 2176301"/>
              <a:gd name="csY20" fmla="*/ 683173 h 1692166"/>
              <a:gd name="csX21" fmla="*/ 793530 w 2176301"/>
              <a:gd name="csY21" fmla="*/ 825062 h 1692166"/>
              <a:gd name="csX22" fmla="*/ 804040 w 2176301"/>
              <a:gd name="csY22" fmla="*/ 835573 h 1692166"/>
              <a:gd name="csX23" fmla="*/ 798785 w 2176301"/>
              <a:gd name="csY23" fmla="*/ 1019504 h 1692166"/>
              <a:gd name="csX24" fmla="*/ 793530 w 2176301"/>
              <a:gd name="csY24" fmla="*/ 1093076 h 1692166"/>
              <a:gd name="csX25" fmla="*/ 777764 w 2176301"/>
              <a:gd name="csY25" fmla="*/ 1119352 h 1692166"/>
              <a:gd name="csX26" fmla="*/ 709447 w 2176301"/>
              <a:gd name="csY26" fmla="*/ 1161393 h 1692166"/>
              <a:gd name="csX27" fmla="*/ 578068 w 2176301"/>
              <a:gd name="csY27" fmla="*/ 1198180 h 1692166"/>
              <a:gd name="csX28" fmla="*/ 536026 w 2176301"/>
              <a:gd name="csY28" fmla="*/ 1208690 h 1692166"/>
              <a:gd name="csX29" fmla="*/ 373116 w 2176301"/>
              <a:gd name="csY29" fmla="*/ 1213945 h 1692166"/>
              <a:gd name="csX30" fmla="*/ 241737 w 2176301"/>
              <a:gd name="csY30" fmla="*/ 1219200 h 1692166"/>
              <a:gd name="csX31" fmla="*/ 204950 w 2176301"/>
              <a:gd name="csY31" fmla="*/ 1224455 h 1692166"/>
              <a:gd name="csX32" fmla="*/ 152399 w 2176301"/>
              <a:gd name="csY32" fmla="*/ 1234966 h 1692166"/>
              <a:gd name="csX33" fmla="*/ 110357 w 2176301"/>
              <a:gd name="csY33" fmla="*/ 1250731 h 1692166"/>
              <a:gd name="csX34" fmla="*/ 84081 w 2176301"/>
              <a:gd name="csY34" fmla="*/ 1255987 h 1692166"/>
              <a:gd name="csX35" fmla="*/ 47295 w 2176301"/>
              <a:gd name="csY35" fmla="*/ 1292773 h 1692166"/>
              <a:gd name="csX36" fmla="*/ 42040 w 2176301"/>
              <a:gd name="csY36" fmla="*/ 1313793 h 1692166"/>
              <a:gd name="csX37" fmla="*/ 26275 w 2176301"/>
              <a:gd name="csY37" fmla="*/ 1366345 h 1692166"/>
              <a:gd name="csX38" fmla="*/ 15764 w 2176301"/>
              <a:gd name="csY38" fmla="*/ 1424152 h 1692166"/>
              <a:gd name="csX39" fmla="*/ 5254 w 2176301"/>
              <a:gd name="csY39" fmla="*/ 1439918 h 1692166"/>
              <a:gd name="csX40" fmla="*/ 21019 w 2176301"/>
              <a:gd name="csY40" fmla="*/ 1555531 h 1692166"/>
              <a:gd name="csX41" fmla="*/ 57806 w 2176301"/>
              <a:gd name="csY41" fmla="*/ 1592318 h 1692166"/>
              <a:gd name="csX42" fmla="*/ 141888 w 2176301"/>
              <a:gd name="csY42" fmla="*/ 1608083 h 1692166"/>
              <a:gd name="csX43" fmla="*/ 204950 w 2176301"/>
              <a:gd name="csY43" fmla="*/ 1634359 h 1692166"/>
              <a:gd name="csX44" fmla="*/ 257502 w 2176301"/>
              <a:gd name="csY44" fmla="*/ 1644869 h 1692166"/>
              <a:gd name="csX45" fmla="*/ 320564 w 2176301"/>
              <a:gd name="csY45" fmla="*/ 1660635 h 1692166"/>
              <a:gd name="csX46" fmla="*/ 399392 w 2176301"/>
              <a:gd name="csY46" fmla="*/ 1671145 h 1692166"/>
              <a:gd name="csX47" fmla="*/ 472964 w 2176301"/>
              <a:gd name="csY47" fmla="*/ 1681655 h 1692166"/>
              <a:gd name="csX48" fmla="*/ 509750 w 2176301"/>
              <a:gd name="csY48" fmla="*/ 1686911 h 1692166"/>
              <a:gd name="csX49" fmla="*/ 551792 w 2176301"/>
              <a:gd name="csY49" fmla="*/ 1692166 h 1692166"/>
              <a:gd name="csX50" fmla="*/ 846081 w 2176301"/>
              <a:gd name="csY50" fmla="*/ 1681655 h 1692166"/>
              <a:gd name="csX51" fmla="*/ 903888 w 2176301"/>
              <a:gd name="csY51" fmla="*/ 1671145 h 1692166"/>
              <a:gd name="csX52" fmla="*/ 935419 w 2176301"/>
              <a:gd name="csY52" fmla="*/ 1665890 h 1692166"/>
              <a:gd name="csX53" fmla="*/ 982716 w 2176301"/>
              <a:gd name="csY53" fmla="*/ 1655380 h 1692166"/>
              <a:gd name="csX54" fmla="*/ 1003737 w 2176301"/>
              <a:gd name="csY54" fmla="*/ 1650124 h 1692166"/>
              <a:gd name="csX55" fmla="*/ 1040523 w 2176301"/>
              <a:gd name="csY55" fmla="*/ 1644869 h 1692166"/>
              <a:gd name="csX56" fmla="*/ 1072054 w 2176301"/>
              <a:gd name="csY56" fmla="*/ 1634359 h 1692166"/>
              <a:gd name="csX57" fmla="*/ 1114095 w 2176301"/>
              <a:gd name="csY57" fmla="*/ 1618593 h 1692166"/>
              <a:gd name="csX58" fmla="*/ 1198178 w 2176301"/>
              <a:gd name="csY58" fmla="*/ 1587062 h 1692166"/>
              <a:gd name="csX59" fmla="*/ 1219199 w 2176301"/>
              <a:gd name="csY59" fmla="*/ 1566042 h 1692166"/>
              <a:gd name="csX60" fmla="*/ 1229709 w 2176301"/>
              <a:gd name="csY60" fmla="*/ 1545021 h 1692166"/>
              <a:gd name="csX61" fmla="*/ 1240219 w 2176301"/>
              <a:gd name="csY61" fmla="*/ 1518745 h 1692166"/>
              <a:gd name="csX62" fmla="*/ 1261240 w 2176301"/>
              <a:gd name="csY62" fmla="*/ 1487214 h 1692166"/>
              <a:gd name="csX63" fmla="*/ 1277006 w 2176301"/>
              <a:gd name="csY63" fmla="*/ 1445173 h 1692166"/>
              <a:gd name="csX64" fmla="*/ 1287516 w 2176301"/>
              <a:gd name="csY64" fmla="*/ 1413642 h 1692166"/>
              <a:gd name="csX65" fmla="*/ 1292771 w 2176301"/>
              <a:gd name="csY65" fmla="*/ 1371600 h 1692166"/>
              <a:gd name="csX66" fmla="*/ 1303281 w 2176301"/>
              <a:gd name="csY66" fmla="*/ 1266497 h 1692166"/>
              <a:gd name="csX67" fmla="*/ 1324302 w 2176301"/>
              <a:gd name="csY67" fmla="*/ 1234966 h 1692166"/>
              <a:gd name="csX68" fmla="*/ 1334813 w 2176301"/>
              <a:gd name="csY68" fmla="*/ 1224455 h 1692166"/>
              <a:gd name="csX69" fmla="*/ 1355833 w 2176301"/>
              <a:gd name="csY69" fmla="*/ 1219200 h 1692166"/>
              <a:gd name="csX70" fmla="*/ 1371599 w 2176301"/>
              <a:gd name="csY70" fmla="*/ 1208690 h 1692166"/>
              <a:gd name="csX71" fmla="*/ 1397875 w 2176301"/>
              <a:gd name="csY71" fmla="*/ 1203435 h 1692166"/>
              <a:gd name="csX72" fmla="*/ 1418895 w 2176301"/>
              <a:gd name="csY72" fmla="*/ 1198180 h 1692166"/>
              <a:gd name="csX73" fmla="*/ 1471447 w 2176301"/>
              <a:gd name="csY73" fmla="*/ 1182414 h 1692166"/>
              <a:gd name="csX74" fmla="*/ 1502978 w 2176301"/>
              <a:gd name="csY74" fmla="*/ 1171904 h 1692166"/>
              <a:gd name="csX75" fmla="*/ 1576550 w 2176301"/>
              <a:gd name="csY75" fmla="*/ 1161393 h 1692166"/>
              <a:gd name="csX76" fmla="*/ 1650123 w 2176301"/>
              <a:gd name="csY76" fmla="*/ 1135118 h 1692166"/>
              <a:gd name="csX77" fmla="*/ 1707930 w 2176301"/>
              <a:gd name="csY77" fmla="*/ 1108842 h 1692166"/>
              <a:gd name="csX78" fmla="*/ 1749971 w 2176301"/>
              <a:gd name="csY78" fmla="*/ 1093076 h 1692166"/>
              <a:gd name="csX79" fmla="*/ 1860330 w 2176301"/>
              <a:gd name="csY79" fmla="*/ 1024759 h 1692166"/>
              <a:gd name="csX80" fmla="*/ 1907626 w 2176301"/>
              <a:gd name="csY80" fmla="*/ 987973 h 1692166"/>
              <a:gd name="csX81" fmla="*/ 2007475 w 2176301"/>
              <a:gd name="csY81" fmla="*/ 861849 h 1692166"/>
              <a:gd name="csX82" fmla="*/ 2054771 w 2176301"/>
              <a:gd name="csY82" fmla="*/ 809297 h 1692166"/>
              <a:gd name="csX83" fmla="*/ 2091557 w 2176301"/>
              <a:gd name="csY83" fmla="*/ 735724 h 1692166"/>
              <a:gd name="csX84" fmla="*/ 2128344 w 2176301"/>
              <a:gd name="csY84" fmla="*/ 677918 h 1692166"/>
              <a:gd name="csX85" fmla="*/ 2175640 w 2176301"/>
              <a:gd name="csY85" fmla="*/ 520262 h 1692166"/>
              <a:gd name="csX86" fmla="*/ 2149364 w 2176301"/>
              <a:gd name="csY86" fmla="*/ 225973 h 1692166"/>
              <a:gd name="csX87" fmla="*/ 2091557 w 2176301"/>
              <a:gd name="csY87" fmla="*/ 99849 h 1692166"/>
              <a:gd name="csX88" fmla="*/ 2044261 w 2176301"/>
              <a:gd name="csY88" fmla="*/ 57807 h 1692166"/>
              <a:gd name="csX89" fmla="*/ 1886606 w 2176301"/>
              <a:gd name="csY89" fmla="*/ 10511 h 1692166"/>
              <a:gd name="csX90" fmla="*/ 1786757 w 2176301"/>
              <a:gd name="csY90" fmla="*/ 0 h 1692166"/>
              <a:gd name="csX91" fmla="*/ 1560785 w 2176301"/>
              <a:gd name="csY91" fmla="*/ 5255 h 1692166"/>
              <a:gd name="csX92" fmla="*/ 1455681 w 2176301"/>
              <a:gd name="csY92" fmla="*/ 15766 h 1692166"/>
              <a:gd name="csX93" fmla="*/ 1345323 w 2176301"/>
              <a:gd name="csY93" fmla="*/ 26276 h 1692166"/>
              <a:gd name="csX94" fmla="*/ 1203433 w 2176301"/>
              <a:gd name="csY94" fmla="*/ 42042 h 1692166"/>
              <a:gd name="csX95" fmla="*/ 1045778 w 2176301"/>
              <a:gd name="csY95" fmla="*/ 47297 h 1692166"/>
              <a:gd name="csX96" fmla="*/ 693681 w 2176301"/>
              <a:gd name="csY96" fmla="*/ 68318 h 16921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Lst>
            <a:rect l="l" t="t" r="r" b="b"/>
            <a:pathLst>
              <a:path w="2176301" h="1692166">
                <a:moveTo>
                  <a:pt x="693681" y="68318"/>
                </a:moveTo>
                <a:cubicBezTo>
                  <a:pt x="679667" y="71821"/>
                  <a:pt x="665122" y="73643"/>
                  <a:pt x="651640" y="78828"/>
                </a:cubicBezTo>
                <a:cubicBezTo>
                  <a:pt x="625274" y="88968"/>
                  <a:pt x="628015" y="94245"/>
                  <a:pt x="609599" y="110359"/>
                </a:cubicBezTo>
                <a:cubicBezTo>
                  <a:pt x="589625" y="127837"/>
                  <a:pt x="586330" y="129375"/>
                  <a:pt x="567557" y="141890"/>
                </a:cubicBezTo>
                <a:cubicBezTo>
                  <a:pt x="562302" y="152400"/>
                  <a:pt x="558531" y="163794"/>
                  <a:pt x="551792" y="173421"/>
                </a:cubicBezTo>
                <a:cubicBezTo>
                  <a:pt x="546109" y="181539"/>
                  <a:pt x="536130" y="186106"/>
                  <a:pt x="530771" y="194442"/>
                </a:cubicBezTo>
                <a:cubicBezTo>
                  <a:pt x="520180" y="210916"/>
                  <a:pt x="504495" y="246993"/>
                  <a:pt x="504495" y="246993"/>
                </a:cubicBezTo>
                <a:cubicBezTo>
                  <a:pt x="506247" y="275021"/>
                  <a:pt x="505778" y="303276"/>
                  <a:pt x="509750" y="331076"/>
                </a:cubicBezTo>
                <a:cubicBezTo>
                  <a:pt x="511962" y="346558"/>
                  <a:pt x="525351" y="363919"/>
                  <a:pt x="530771" y="378373"/>
                </a:cubicBezTo>
                <a:cubicBezTo>
                  <a:pt x="533307" y="385135"/>
                  <a:pt x="532198" y="393269"/>
                  <a:pt x="536026" y="399393"/>
                </a:cubicBezTo>
                <a:cubicBezTo>
                  <a:pt x="541278" y="407796"/>
                  <a:pt x="551364" y="412296"/>
                  <a:pt x="557047" y="420414"/>
                </a:cubicBezTo>
                <a:cubicBezTo>
                  <a:pt x="563786" y="430041"/>
                  <a:pt x="565762" y="442544"/>
                  <a:pt x="572813" y="451945"/>
                </a:cubicBezTo>
                <a:cubicBezTo>
                  <a:pt x="581731" y="463836"/>
                  <a:pt x="593834" y="472966"/>
                  <a:pt x="604344" y="483476"/>
                </a:cubicBezTo>
                <a:cubicBezTo>
                  <a:pt x="607847" y="486980"/>
                  <a:pt x="610047" y="492785"/>
                  <a:pt x="614854" y="493987"/>
                </a:cubicBezTo>
                <a:lnTo>
                  <a:pt x="635875" y="499242"/>
                </a:lnTo>
                <a:cubicBezTo>
                  <a:pt x="644633" y="508001"/>
                  <a:pt x="652241" y="518086"/>
                  <a:pt x="662150" y="525518"/>
                </a:cubicBezTo>
                <a:cubicBezTo>
                  <a:pt x="666582" y="528842"/>
                  <a:pt x="673629" y="527265"/>
                  <a:pt x="677916" y="530773"/>
                </a:cubicBezTo>
                <a:cubicBezTo>
                  <a:pt x="741109" y="582476"/>
                  <a:pt x="696338" y="564942"/>
                  <a:pt x="735723" y="578069"/>
                </a:cubicBezTo>
                <a:cubicBezTo>
                  <a:pt x="774589" y="636371"/>
                  <a:pt x="708595" y="541165"/>
                  <a:pt x="767254" y="609600"/>
                </a:cubicBezTo>
                <a:cubicBezTo>
                  <a:pt x="772352" y="615548"/>
                  <a:pt x="774855" y="623347"/>
                  <a:pt x="777764" y="630621"/>
                </a:cubicBezTo>
                <a:cubicBezTo>
                  <a:pt x="786296" y="651951"/>
                  <a:pt x="788367" y="662521"/>
                  <a:pt x="793530" y="683173"/>
                </a:cubicBezTo>
                <a:cubicBezTo>
                  <a:pt x="791679" y="716487"/>
                  <a:pt x="782636" y="785115"/>
                  <a:pt x="793530" y="825062"/>
                </a:cubicBezTo>
                <a:cubicBezTo>
                  <a:pt x="794834" y="829842"/>
                  <a:pt x="800537" y="832069"/>
                  <a:pt x="804040" y="835573"/>
                </a:cubicBezTo>
                <a:cubicBezTo>
                  <a:pt x="802288" y="896883"/>
                  <a:pt x="801286" y="958220"/>
                  <a:pt x="798785" y="1019504"/>
                </a:cubicBezTo>
                <a:cubicBezTo>
                  <a:pt x="797782" y="1044070"/>
                  <a:pt x="798595" y="1069017"/>
                  <a:pt x="793530" y="1093076"/>
                </a:cubicBezTo>
                <a:cubicBezTo>
                  <a:pt x="791426" y="1103071"/>
                  <a:pt x="784490" y="1111665"/>
                  <a:pt x="777764" y="1119352"/>
                </a:cubicBezTo>
                <a:cubicBezTo>
                  <a:pt x="766625" y="1132083"/>
                  <a:pt x="714346" y="1159397"/>
                  <a:pt x="709447" y="1161393"/>
                </a:cubicBezTo>
                <a:cubicBezTo>
                  <a:pt x="589576" y="1210228"/>
                  <a:pt x="652798" y="1183234"/>
                  <a:pt x="578068" y="1198180"/>
                </a:cubicBezTo>
                <a:cubicBezTo>
                  <a:pt x="563903" y="1201013"/>
                  <a:pt x="550429" y="1207582"/>
                  <a:pt x="536026" y="1208690"/>
                </a:cubicBezTo>
                <a:cubicBezTo>
                  <a:pt x="481854" y="1212857"/>
                  <a:pt x="427413" y="1212006"/>
                  <a:pt x="373116" y="1213945"/>
                </a:cubicBezTo>
                <a:lnTo>
                  <a:pt x="241737" y="1219200"/>
                </a:lnTo>
                <a:lnTo>
                  <a:pt x="204950" y="1224455"/>
                </a:lnTo>
                <a:cubicBezTo>
                  <a:pt x="190539" y="1226672"/>
                  <a:pt x="167323" y="1229991"/>
                  <a:pt x="152399" y="1234966"/>
                </a:cubicBezTo>
                <a:cubicBezTo>
                  <a:pt x="137922" y="1239792"/>
                  <a:pt x="125123" y="1247039"/>
                  <a:pt x="110357" y="1250731"/>
                </a:cubicBezTo>
                <a:cubicBezTo>
                  <a:pt x="101692" y="1252897"/>
                  <a:pt x="92840" y="1254235"/>
                  <a:pt x="84081" y="1255987"/>
                </a:cubicBezTo>
                <a:cubicBezTo>
                  <a:pt x="71819" y="1268249"/>
                  <a:pt x="51501" y="1275950"/>
                  <a:pt x="47295" y="1292773"/>
                </a:cubicBezTo>
                <a:cubicBezTo>
                  <a:pt x="45543" y="1299780"/>
                  <a:pt x="44115" y="1306875"/>
                  <a:pt x="42040" y="1313793"/>
                </a:cubicBezTo>
                <a:cubicBezTo>
                  <a:pt x="33994" y="1340612"/>
                  <a:pt x="31121" y="1342115"/>
                  <a:pt x="26275" y="1366345"/>
                </a:cubicBezTo>
                <a:cubicBezTo>
                  <a:pt x="25433" y="1370554"/>
                  <a:pt x="18177" y="1417716"/>
                  <a:pt x="15764" y="1424152"/>
                </a:cubicBezTo>
                <a:cubicBezTo>
                  <a:pt x="13546" y="1430066"/>
                  <a:pt x="8757" y="1434663"/>
                  <a:pt x="5254" y="1439918"/>
                </a:cubicBezTo>
                <a:cubicBezTo>
                  <a:pt x="87" y="1491591"/>
                  <a:pt x="-8453" y="1504624"/>
                  <a:pt x="21019" y="1555531"/>
                </a:cubicBezTo>
                <a:cubicBezTo>
                  <a:pt x="29708" y="1570539"/>
                  <a:pt x="40598" y="1590167"/>
                  <a:pt x="57806" y="1592318"/>
                </a:cubicBezTo>
                <a:cubicBezTo>
                  <a:pt x="77849" y="1594823"/>
                  <a:pt x="123307" y="1598793"/>
                  <a:pt x="141888" y="1608083"/>
                </a:cubicBezTo>
                <a:cubicBezTo>
                  <a:pt x="164986" y="1619631"/>
                  <a:pt x="177181" y="1626645"/>
                  <a:pt x="204950" y="1634359"/>
                </a:cubicBezTo>
                <a:cubicBezTo>
                  <a:pt x="222162" y="1639140"/>
                  <a:pt x="240082" y="1640910"/>
                  <a:pt x="257502" y="1644869"/>
                </a:cubicBezTo>
                <a:cubicBezTo>
                  <a:pt x="278631" y="1649671"/>
                  <a:pt x="299361" y="1656171"/>
                  <a:pt x="320564" y="1660635"/>
                </a:cubicBezTo>
                <a:cubicBezTo>
                  <a:pt x="332311" y="1663108"/>
                  <a:pt x="389550" y="1669803"/>
                  <a:pt x="399392" y="1671145"/>
                </a:cubicBezTo>
                <a:lnTo>
                  <a:pt x="472964" y="1681655"/>
                </a:lnTo>
                <a:lnTo>
                  <a:pt x="509750" y="1686911"/>
                </a:lnTo>
                <a:lnTo>
                  <a:pt x="551792" y="1692166"/>
                </a:lnTo>
                <a:cubicBezTo>
                  <a:pt x="643469" y="1690082"/>
                  <a:pt x="750141" y="1692316"/>
                  <a:pt x="846081" y="1681655"/>
                </a:cubicBezTo>
                <a:cubicBezTo>
                  <a:pt x="866000" y="1679442"/>
                  <a:pt x="884283" y="1674709"/>
                  <a:pt x="903888" y="1671145"/>
                </a:cubicBezTo>
                <a:cubicBezTo>
                  <a:pt x="914371" y="1669239"/>
                  <a:pt x="924971" y="1667980"/>
                  <a:pt x="935419" y="1665890"/>
                </a:cubicBezTo>
                <a:cubicBezTo>
                  <a:pt x="951256" y="1662723"/>
                  <a:pt x="966979" y="1659012"/>
                  <a:pt x="982716" y="1655380"/>
                </a:cubicBezTo>
                <a:cubicBezTo>
                  <a:pt x="989754" y="1653756"/>
                  <a:pt x="996631" y="1651416"/>
                  <a:pt x="1003737" y="1650124"/>
                </a:cubicBezTo>
                <a:cubicBezTo>
                  <a:pt x="1015924" y="1647908"/>
                  <a:pt x="1028261" y="1646621"/>
                  <a:pt x="1040523" y="1644869"/>
                </a:cubicBezTo>
                <a:cubicBezTo>
                  <a:pt x="1051033" y="1641366"/>
                  <a:pt x="1061621" y="1638085"/>
                  <a:pt x="1072054" y="1634359"/>
                </a:cubicBezTo>
                <a:cubicBezTo>
                  <a:pt x="1086149" y="1629325"/>
                  <a:pt x="1099969" y="1623537"/>
                  <a:pt x="1114095" y="1618593"/>
                </a:cubicBezTo>
                <a:cubicBezTo>
                  <a:pt x="1115344" y="1618156"/>
                  <a:pt x="1181821" y="1599329"/>
                  <a:pt x="1198178" y="1587062"/>
                </a:cubicBezTo>
                <a:cubicBezTo>
                  <a:pt x="1206105" y="1581117"/>
                  <a:pt x="1212192" y="1573049"/>
                  <a:pt x="1219199" y="1566042"/>
                </a:cubicBezTo>
                <a:cubicBezTo>
                  <a:pt x="1222702" y="1559035"/>
                  <a:pt x="1226527" y="1552180"/>
                  <a:pt x="1229709" y="1545021"/>
                </a:cubicBezTo>
                <a:cubicBezTo>
                  <a:pt x="1233540" y="1536401"/>
                  <a:pt x="1235702" y="1527026"/>
                  <a:pt x="1240219" y="1518745"/>
                </a:cubicBezTo>
                <a:cubicBezTo>
                  <a:pt x="1246268" y="1507655"/>
                  <a:pt x="1254233" y="1497724"/>
                  <a:pt x="1261240" y="1487214"/>
                </a:cubicBezTo>
                <a:cubicBezTo>
                  <a:pt x="1272618" y="1441699"/>
                  <a:pt x="1258684" y="1490977"/>
                  <a:pt x="1277006" y="1445173"/>
                </a:cubicBezTo>
                <a:cubicBezTo>
                  <a:pt x="1281121" y="1434887"/>
                  <a:pt x="1284013" y="1424152"/>
                  <a:pt x="1287516" y="1413642"/>
                </a:cubicBezTo>
                <a:cubicBezTo>
                  <a:pt x="1289268" y="1399628"/>
                  <a:pt x="1291266" y="1385643"/>
                  <a:pt x="1292771" y="1371600"/>
                </a:cubicBezTo>
                <a:cubicBezTo>
                  <a:pt x="1296522" y="1336591"/>
                  <a:pt x="1295364" y="1300804"/>
                  <a:pt x="1303281" y="1266497"/>
                </a:cubicBezTo>
                <a:cubicBezTo>
                  <a:pt x="1306121" y="1254189"/>
                  <a:pt x="1315370" y="1243898"/>
                  <a:pt x="1324302" y="1234966"/>
                </a:cubicBezTo>
                <a:cubicBezTo>
                  <a:pt x="1327806" y="1231462"/>
                  <a:pt x="1330381" y="1226671"/>
                  <a:pt x="1334813" y="1224455"/>
                </a:cubicBezTo>
                <a:cubicBezTo>
                  <a:pt x="1341273" y="1221225"/>
                  <a:pt x="1348826" y="1220952"/>
                  <a:pt x="1355833" y="1219200"/>
                </a:cubicBezTo>
                <a:cubicBezTo>
                  <a:pt x="1361088" y="1215697"/>
                  <a:pt x="1365685" y="1210908"/>
                  <a:pt x="1371599" y="1208690"/>
                </a:cubicBezTo>
                <a:cubicBezTo>
                  <a:pt x="1379962" y="1205554"/>
                  <a:pt x="1389156" y="1205373"/>
                  <a:pt x="1397875" y="1203435"/>
                </a:cubicBezTo>
                <a:cubicBezTo>
                  <a:pt x="1404925" y="1201868"/>
                  <a:pt x="1411951" y="1200164"/>
                  <a:pt x="1418895" y="1198180"/>
                </a:cubicBezTo>
                <a:cubicBezTo>
                  <a:pt x="1436480" y="1193156"/>
                  <a:pt x="1453991" y="1187869"/>
                  <a:pt x="1471447" y="1182414"/>
                </a:cubicBezTo>
                <a:cubicBezTo>
                  <a:pt x="1482022" y="1179109"/>
                  <a:pt x="1492230" y="1174591"/>
                  <a:pt x="1502978" y="1171904"/>
                </a:cubicBezTo>
                <a:cubicBezTo>
                  <a:pt x="1518126" y="1168117"/>
                  <a:pt x="1564114" y="1162948"/>
                  <a:pt x="1576550" y="1161393"/>
                </a:cubicBezTo>
                <a:cubicBezTo>
                  <a:pt x="1760086" y="1082739"/>
                  <a:pt x="1471436" y="1204607"/>
                  <a:pt x="1650123" y="1135118"/>
                </a:cubicBezTo>
                <a:cubicBezTo>
                  <a:pt x="1669850" y="1127446"/>
                  <a:pt x="1688423" y="1117056"/>
                  <a:pt x="1707930" y="1108842"/>
                </a:cubicBezTo>
                <a:cubicBezTo>
                  <a:pt x="1721724" y="1103034"/>
                  <a:pt x="1736445" y="1099483"/>
                  <a:pt x="1749971" y="1093076"/>
                </a:cubicBezTo>
                <a:cubicBezTo>
                  <a:pt x="1795528" y="1071496"/>
                  <a:pt x="1820018" y="1054463"/>
                  <a:pt x="1860330" y="1024759"/>
                </a:cubicBezTo>
                <a:cubicBezTo>
                  <a:pt x="1876409" y="1012911"/>
                  <a:pt x="1894239" y="1002795"/>
                  <a:pt x="1907626" y="987973"/>
                </a:cubicBezTo>
                <a:cubicBezTo>
                  <a:pt x="1943568" y="948181"/>
                  <a:pt x="1971605" y="901706"/>
                  <a:pt x="2007475" y="861849"/>
                </a:cubicBezTo>
                <a:cubicBezTo>
                  <a:pt x="2023240" y="844332"/>
                  <a:pt x="2041699" y="828906"/>
                  <a:pt x="2054771" y="809297"/>
                </a:cubicBezTo>
                <a:cubicBezTo>
                  <a:pt x="2069980" y="786483"/>
                  <a:pt x="2078160" y="759647"/>
                  <a:pt x="2091557" y="735724"/>
                </a:cubicBezTo>
                <a:cubicBezTo>
                  <a:pt x="2102717" y="715796"/>
                  <a:pt x="2116082" y="697187"/>
                  <a:pt x="2128344" y="677918"/>
                </a:cubicBezTo>
                <a:cubicBezTo>
                  <a:pt x="2144109" y="625366"/>
                  <a:pt x="2176946" y="575112"/>
                  <a:pt x="2175640" y="520262"/>
                </a:cubicBezTo>
                <a:cubicBezTo>
                  <a:pt x="2171303" y="338112"/>
                  <a:pt x="2190074" y="348103"/>
                  <a:pt x="2149364" y="225973"/>
                </a:cubicBezTo>
                <a:cubicBezTo>
                  <a:pt x="2138795" y="194265"/>
                  <a:pt x="2113554" y="127713"/>
                  <a:pt x="2091557" y="99849"/>
                </a:cubicBezTo>
                <a:cubicBezTo>
                  <a:pt x="2078487" y="83293"/>
                  <a:pt x="2062057" y="69132"/>
                  <a:pt x="2044261" y="57807"/>
                </a:cubicBezTo>
                <a:cubicBezTo>
                  <a:pt x="1989290" y="22825"/>
                  <a:pt x="1951449" y="19517"/>
                  <a:pt x="1886606" y="10511"/>
                </a:cubicBezTo>
                <a:cubicBezTo>
                  <a:pt x="1853457" y="5907"/>
                  <a:pt x="1820040" y="3504"/>
                  <a:pt x="1786757" y="0"/>
                </a:cubicBezTo>
                <a:lnTo>
                  <a:pt x="1560785" y="5255"/>
                </a:lnTo>
                <a:cubicBezTo>
                  <a:pt x="1535858" y="6178"/>
                  <a:pt x="1482301" y="13104"/>
                  <a:pt x="1455681" y="15766"/>
                </a:cubicBezTo>
                <a:lnTo>
                  <a:pt x="1345323" y="26276"/>
                </a:lnTo>
                <a:cubicBezTo>
                  <a:pt x="1297991" y="31206"/>
                  <a:pt x="1250904" y="38711"/>
                  <a:pt x="1203433" y="42042"/>
                </a:cubicBezTo>
                <a:cubicBezTo>
                  <a:pt x="1150981" y="45723"/>
                  <a:pt x="1098347" y="46202"/>
                  <a:pt x="1045778" y="47297"/>
                </a:cubicBezTo>
                <a:lnTo>
                  <a:pt x="693681" y="68318"/>
                </a:lnTo>
                <a:close/>
              </a:path>
            </a:pathLst>
          </a:cu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形状 4">
            <a:extLst>
              <a:ext uri="{FF2B5EF4-FFF2-40B4-BE49-F238E27FC236}">
                <a16:creationId xmlns:a16="http://schemas.microsoft.com/office/drawing/2014/main" id="{0609FE66-96DC-5A69-91EC-950CAB7A4E45}"/>
              </a:ext>
            </a:extLst>
          </p:cNvPr>
          <p:cNvSpPr/>
          <p:nvPr/>
        </p:nvSpPr>
        <p:spPr>
          <a:xfrm>
            <a:off x="2506717" y="3938386"/>
            <a:ext cx="1891862" cy="1705669"/>
          </a:xfrm>
          <a:custGeom>
            <a:avLst/>
            <a:gdLst>
              <a:gd name="csX0" fmla="*/ 178676 w 1891862"/>
              <a:gd name="csY0" fmla="*/ 81821 h 1705669"/>
              <a:gd name="csX1" fmla="*/ 152400 w 1891862"/>
              <a:gd name="csY1" fmla="*/ 87076 h 1705669"/>
              <a:gd name="csX2" fmla="*/ 99849 w 1891862"/>
              <a:gd name="csY2" fmla="*/ 150138 h 1705669"/>
              <a:gd name="csX3" fmla="*/ 84083 w 1891862"/>
              <a:gd name="csY3" fmla="*/ 165904 h 1705669"/>
              <a:gd name="csX4" fmla="*/ 57807 w 1891862"/>
              <a:gd name="csY4" fmla="*/ 207945 h 1705669"/>
              <a:gd name="csX5" fmla="*/ 31531 w 1891862"/>
              <a:gd name="csY5" fmla="*/ 244731 h 1705669"/>
              <a:gd name="csX6" fmla="*/ 15766 w 1891862"/>
              <a:gd name="csY6" fmla="*/ 286773 h 1705669"/>
              <a:gd name="csX7" fmla="*/ 0 w 1891862"/>
              <a:gd name="csY7" fmla="*/ 323559 h 1705669"/>
              <a:gd name="csX8" fmla="*/ 57807 w 1891862"/>
              <a:gd name="csY8" fmla="*/ 349835 h 1705669"/>
              <a:gd name="csX9" fmla="*/ 99849 w 1891862"/>
              <a:gd name="csY9" fmla="*/ 365600 h 1705669"/>
              <a:gd name="csX10" fmla="*/ 136635 w 1891862"/>
              <a:gd name="csY10" fmla="*/ 370855 h 1705669"/>
              <a:gd name="csX11" fmla="*/ 178676 w 1891862"/>
              <a:gd name="csY11" fmla="*/ 386621 h 1705669"/>
              <a:gd name="csX12" fmla="*/ 294290 w 1891862"/>
              <a:gd name="csY12" fmla="*/ 412897 h 1705669"/>
              <a:gd name="csX13" fmla="*/ 304800 w 1891862"/>
              <a:gd name="csY13" fmla="*/ 428662 h 1705669"/>
              <a:gd name="csX14" fmla="*/ 352097 w 1891862"/>
              <a:gd name="csY14" fmla="*/ 460193 h 1705669"/>
              <a:gd name="csX15" fmla="*/ 383628 w 1891862"/>
              <a:gd name="csY15" fmla="*/ 491724 h 1705669"/>
              <a:gd name="csX16" fmla="*/ 394138 w 1891862"/>
              <a:gd name="csY16" fmla="*/ 518000 h 1705669"/>
              <a:gd name="csX17" fmla="*/ 415159 w 1891862"/>
              <a:gd name="csY17" fmla="*/ 533766 h 1705669"/>
              <a:gd name="csX18" fmla="*/ 394138 w 1891862"/>
              <a:gd name="csY18" fmla="*/ 617848 h 1705669"/>
              <a:gd name="csX19" fmla="*/ 367862 w 1891862"/>
              <a:gd name="csY19" fmla="*/ 686166 h 1705669"/>
              <a:gd name="csX20" fmla="*/ 362607 w 1891862"/>
              <a:gd name="csY20" fmla="*/ 701931 h 1705669"/>
              <a:gd name="csX21" fmla="*/ 346842 w 1891862"/>
              <a:gd name="csY21" fmla="*/ 733462 h 1705669"/>
              <a:gd name="csX22" fmla="*/ 336331 w 1891862"/>
              <a:gd name="csY22" fmla="*/ 749228 h 1705669"/>
              <a:gd name="csX23" fmla="*/ 325821 w 1891862"/>
              <a:gd name="csY23" fmla="*/ 775504 h 1705669"/>
              <a:gd name="csX24" fmla="*/ 315311 w 1891862"/>
              <a:gd name="csY24" fmla="*/ 796524 h 1705669"/>
              <a:gd name="csX25" fmla="*/ 299545 w 1891862"/>
              <a:gd name="csY25" fmla="*/ 843821 h 1705669"/>
              <a:gd name="csX26" fmla="*/ 283780 w 1891862"/>
              <a:gd name="csY26" fmla="*/ 906883 h 1705669"/>
              <a:gd name="csX27" fmla="*/ 257504 w 1891862"/>
              <a:gd name="csY27" fmla="*/ 1001476 h 1705669"/>
              <a:gd name="csX28" fmla="*/ 252249 w 1891862"/>
              <a:gd name="csY28" fmla="*/ 1038262 h 1705669"/>
              <a:gd name="csX29" fmla="*/ 241738 w 1891862"/>
              <a:gd name="csY29" fmla="*/ 1064538 h 1705669"/>
              <a:gd name="csX30" fmla="*/ 262759 w 1891862"/>
              <a:gd name="csY30" fmla="*/ 1264235 h 1705669"/>
              <a:gd name="csX31" fmla="*/ 278524 w 1891862"/>
              <a:gd name="csY31" fmla="*/ 1301021 h 1705669"/>
              <a:gd name="csX32" fmla="*/ 315311 w 1891862"/>
              <a:gd name="csY32" fmla="*/ 1348317 h 1705669"/>
              <a:gd name="csX33" fmla="*/ 320566 w 1891862"/>
              <a:gd name="csY33" fmla="*/ 1390359 h 1705669"/>
              <a:gd name="csX34" fmla="*/ 294290 w 1891862"/>
              <a:gd name="csY34" fmla="*/ 1526993 h 1705669"/>
              <a:gd name="csX35" fmla="*/ 320566 w 1891862"/>
              <a:gd name="csY35" fmla="*/ 1632097 h 1705669"/>
              <a:gd name="csX36" fmla="*/ 357352 w 1891862"/>
              <a:gd name="csY36" fmla="*/ 1642607 h 1705669"/>
              <a:gd name="csX37" fmla="*/ 593835 w 1891862"/>
              <a:gd name="csY37" fmla="*/ 1653117 h 1705669"/>
              <a:gd name="csX38" fmla="*/ 793531 w 1891862"/>
              <a:gd name="csY38" fmla="*/ 1668883 h 1705669"/>
              <a:gd name="csX39" fmla="*/ 909145 w 1891862"/>
              <a:gd name="csY39" fmla="*/ 1689904 h 1705669"/>
              <a:gd name="csX40" fmla="*/ 945931 w 1891862"/>
              <a:gd name="csY40" fmla="*/ 1695159 h 1705669"/>
              <a:gd name="csX41" fmla="*/ 1345324 w 1891862"/>
              <a:gd name="csY41" fmla="*/ 1705669 h 1705669"/>
              <a:gd name="csX42" fmla="*/ 1476704 w 1891862"/>
              <a:gd name="csY42" fmla="*/ 1695159 h 1705669"/>
              <a:gd name="csX43" fmla="*/ 1639614 w 1891862"/>
              <a:gd name="csY43" fmla="*/ 1658373 h 1705669"/>
              <a:gd name="csX44" fmla="*/ 1671145 w 1891862"/>
              <a:gd name="csY44" fmla="*/ 1626842 h 1705669"/>
              <a:gd name="csX45" fmla="*/ 1702676 w 1891862"/>
              <a:gd name="csY45" fmla="*/ 1600566 h 1705669"/>
              <a:gd name="csX46" fmla="*/ 1776249 w 1891862"/>
              <a:gd name="csY46" fmla="*/ 1463931 h 1705669"/>
              <a:gd name="csX47" fmla="*/ 1818290 w 1891862"/>
              <a:gd name="csY47" fmla="*/ 1390359 h 1705669"/>
              <a:gd name="csX48" fmla="*/ 1849821 w 1891862"/>
              <a:gd name="csY48" fmla="*/ 1311531 h 1705669"/>
              <a:gd name="csX49" fmla="*/ 1891862 w 1891862"/>
              <a:gd name="csY49" fmla="*/ 1174897 h 1705669"/>
              <a:gd name="csX50" fmla="*/ 1886607 w 1891862"/>
              <a:gd name="csY50" fmla="*/ 670400 h 1705669"/>
              <a:gd name="csX51" fmla="*/ 1870842 w 1891862"/>
              <a:gd name="csY51" fmla="*/ 649380 h 1705669"/>
              <a:gd name="csX52" fmla="*/ 1855076 w 1891862"/>
              <a:gd name="csY52" fmla="*/ 617848 h 1705669"/>
              <a:gd name="csX53" fmla="*/ 1792014 w 1891862"/>
              <a:gd name="csY53" fmla="*/ 565297 h 1705669"/>
              <a:gd name="csX54" fmla="*/ 1629104 w 1891862"/>
              <a:gd name="csY54" fmla="*/ 491724 h 1705669"/>
              <a:gd name="csX55" fmla="*/ 1518745 w 1891862"/>
              <a:gd name="csY55" fmla="*/ 481214 h 1705669"/>
              <a:gd name="csX56" fmla="*/ 1224455 w 1891862"/>
              <a:gd name="csY56" fmla="*/ 465448 h 1705669"/>
              <a:gd name="csX57" fmla="*/ 1192924 w 1891862"/>
              <a:gd name="csY57" fmla="*/ 460193 h 1705669"/>
              <a:gd name="csX58" fmla="*/ 1135117 w 1891862"/>
              <a:gd name="csY58" fmla="*/ 444428 h 1705669"/>
              <a:gd name="csX59" fmla="*/ 1082566 w 1891862"/>
              <a:gd name="csY59" fmla="*/ 412897 h 1705669"/>
              <a:gd name="csX60" fmla="*/ 1072055 w 1891862"/>
              <a:gd name="csY60" fmla="*/ 402386 h 1705669"/>
              <a:gd name="csX61" fmla="*/ 1040524 w 1891862"/>
              <a:gd name="csY61" fmla="*/ 355090 h 1705669"/>
              <a:gd name="csX62" fmla="*/ 1019504 w 1891862"/>
              <a:gd name="csY62" fmla="*/ 139628 h 1705669"/>
              <a:gd name="csX63" fmla="*/ 951186 w 1891862"/>
              <a:gd name="csY63" fmla="*/ 97586 h 1705669"/>
              <a:gd name="csX64" fmla="*/ 914400 w 1891862"/>
              <a:gd name="csY64" fmla="*/ 81821 h 1705669"/>
              <a:gd name="csX65" fmla="*/ 756745 w 1891862"/>
              <a:gd name="csY65" fmla="*/ 45035 h 1705669"/>
              <a:gd name="csX66" fmla="*/ 672662 w 1891862"/>
              <a:gd name="csY66" fmla="*/ 34524 h 1705669"/>
              <a:gd name="csX67" fmla="*/ 635876 w 1891862"/>
              <a:gd name="csY67" fmla="*/ 29269 h 1705669"/>
              <a:gd name="csX68" fmla="*/ 604345 w 1891862"/>
              <a:gd name="csY68" fmla="*/ 18759 h 1705669"/>
              <a:gd name="csX69" fmla="*/ 499242 w 1891862"/>
              <a:gd name="csY69" fmla="*/ 8248 h 1705669"/>
              <a:gd name="csX70" fmla="*/ 310055 w 1891862"/>
              <a:gd name="csY70" fmla="*/ 2993 h 1705669"/>
              <a:gd name="csX71" fmla="*/ 215462 w 1891862"/>
              <a:gd name="csY71" fmla="*/ 24014 h 1705669"/>
              <a:gd name="csX72" fmla="*/ 210207 w 1891862"/>
              <a:gd name="csY72" fmla="*/ 50290 h 1705669"/>
              <a:gd name="csX73" fmla="*/ 178676 w 1891862"/>
              <a:gd name="csY73" fmla="*/ 81821 h 1705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Lst>
            <a:rect l="l" t="t" r="r" b="b"/>
            <a:pathLst>
              <a:path w="1891862" h="1705669">
                <a:moveTo>
                  <a:pt x="178676" y="81821"/>
                </a:moveTo>
                <a:cubicBezTo>
                  <a:pt x="169041" y="87952"/>
                  <a:pt x="160059" y="82480"/>
                  <a:pt x="152400" y="87076"/>
                </a:cubicBezTo>
                <a:cubicBezTo>
                  <a:pt x="131845" y="99409"/>
                  <a:pt x="113402" y="133197"/>
                  <a:pt x="99849" y="150138"/>
                </a:cubicBezTo>
                <a:cubicBezTo>
                  <a:pt x="95206" y="155942"/>
                  <a:pt x="88454" y="159893"/>
                  <a:pt x="84083" y="165904"/>
                </a:cubicBezTo>
                <a:cubicBezTo>
                  <a:pt x="74363" y="179269"/>
                  <a:pt x="66974" y="194195"/>
                  <a:pt x="57807" y="207945"/>
                </a:cubicBezTo>
                <a:cubicBezTo>
                  <a:pt x="49448" y="220483"/>
                  <a:pt x="38622" y="231435"/>
                  <a:pt x="31531" y="244731"/>
                </a:cubicBezTo>
                <a:cubicBezTo>
                  <a:pt x="24488" y="257937"/>
                  <a:pt x="21325" y="272877"/>
                  <a:pt x="15766" y="286773"/>
                </a:cubicBezTo>
                <a:cubicBezTo>
                  <a:pt x="10811" y="299160"/>
                  <a:pt x="5255" y="311297"/>
                  <a:pt x="0" y="323559"/>
                </a:cubicBezTo>
                <a:cubicBezTo>
                  <a:pt x="36073" y="359632"/>
                  <a:pt x="3345" y="335312"/>
                  <a:pt x="57807" y="349835"/>
                </a:cubicBezTo>
                <a:cubicBezTo>
                  <a:pt x="72269" y="353691"/>
                  <a:pt x="85387" y="361744"/>
                  <a:pt x="99849" y="365600"/>
                </a:cubicBezTo>
                <a:cubicBezTo>
                  <a:pt x="111817" y="368791"/>
                  <a:pt x="124448" y="368639"/>
                  <a:pt x="136635" y="370855"/>
                </a:cubicBezTo>
                <a:cubicBezTo>
                  <a:pt x="191610" y="380851"/>
                  <a:pt x="122609" y="369801"/>
                  <a:pt x="178676" y="386621"/>
                </a:cubicBezTo>
                <a:cubicBezTo>
                  <a:pt x="237693" y="404326"/>
                  <a:pt x="247319" y="405069"/>
                  <a:pt x="294290" y="412897"/>
                </a:cubicBezTo>
                <a:cubicBezTo>
                  <a:pt x="297793" y="418152"/>
                  <a:pt x="299912" y="424663"/>
                  <a:pt x="304800" y="428662"/>
                </a:cubicBezTo>
                <a:cubicBezTo>
                  <a:pt x="319465" y="440660"/>
                  <a:pt x="338699" y="446795"/>
                  <a:pt x="352097" y="460193"/>
                </a:cubicBezTo>
                <a:lnTo>
                  <a:pt x="383628" y="491724"/>
                </a:lnTo>
                <a:cubicBezTo>
                  <a:pt x="387131" y="500483"/>
                  <a:pt x="388478" y="510453"/>
                  <a:pt x="394138" y="518000"/>
                </a:cubicBezTo>
                <a:cubicBezTo>
                  <a:pt x="399393" y="525007"/>
                  <a:pt x="413035" y="525269"/>
                  <a:pt x="415159" y="533766"/>
                </a:cubicBezTo>
                <a:cubicBezTo>
                  <a:pt x="422242" y="562097"/>
                  <a:pt x="404537" y="593584"/>
                  <a:pt x="394138" y="617848"/>
                </a:cubicBezTo>
                <a:cubicBezTo>
                  <a:pt x="385519" y="678185"/>
                  <a:pt x="397363" y="633065"/>
                  <a:pt x="367862" y="686166"/>
                </a:cubicBezTo>
                <a:cubicBezTo>
                  <a:pt x="365172" y="691008"/>
                  <a:pt x="364857" y="696869"/>
                  <a:pt x="362607" y="701931"/>
                </a:cubicBezTo>
                <a:cubicBezTo>
                  <a:pt x="357835" y="712669"/>
                  <a:pt x="352549" y="723190"/>
                  <a:pt x="346842" y="733462"/>
                </a:cubicBezTo>
                <a:cubicBezTo>
                  <a:pt x="343775" y="738983"/>
                  <a:pt x="339156" y="743579"/>
                  <a:pt x="336331" y="749228"/>
                </a:cubicBezTo>
                <a:cubicBezTo>
                  <a:pt x="332112" y="757665"/>
                  <a:pt x="329652" y="766884"/>
                  <a:pt x="325821" y="775504"/>
                </a:cubicBezTo>
                <a:cubicBezTo>
                  <a:pt x="322639" y="782663"/>
                  <a:pt x="318814" y="789517"/>
                  <a:pt x="315311" y="796524"/>
                </a:cubicBezTo>
                <a:cubicBezTo>
                  <a:pt x="297488" y="885627"/>
                  <a:pt x="323724" y="766446"/>
                  <a:pt x="299545" y="843821"/>
                </a:cubicBezTo>
                <a:cubicBezTo>
                  <a:pt x="293082" y="864502"/>
                  <a:pt x="288029" y="885636"/>
                  <a:pt x="283780" y="906883"/>
                </a:cubicBezTo>
                <a:cubicBezTo>
                  <a:pt x="266288" y="994342"/>
                  <a:pt x="287529" y="951432"/>
                  <a:pt x="257504" y="1001476"/>
                </a:cubicBezTo>
                <a:cubicBezTo>
                  <a:pt x="255752" y="1013738"/>
                  <a:pt x="255253" y="1026245"/>
                  <a:pt x="252249" y="1038262"/>
                </a:cubicBezTo>
                <a:cubicBezTo>
                  <a:pt x="249961" y="1047414"/>
                  <a:pt x="242087" y="1055111"/>
                  <a:pt x="241738" y="1064538"/>
                </a:cubicBezTo>
                <a:cubicBezTo>
                  <a:pt x="238580" y="1149787"/>
                  <a:pt x="247059" y="1185737"/>
                  <a:pt x="262759" y="1264235"/>
                </a:cubicBezTo>
                <a:cubicBezTo>
                  <a:pt x="266940" y="1285140"/>
                  <a:pt x="266287" y="1284705"/>
                  <a:pt x="278524" y="1301021"/>
                </a:cubicBezTo>
                <a:cubicBezTo>
                  <a:pt x="290508" y="1316999"/>
                  <a:pt x="315311" y="1348317"/>
                  <a:pt x="315311" y="1348317"/>
                </a:cubicBezTo>
                <a:cubicBezTo>
                  <a:pt x="317063" y="1362331"/>
                  <a:pt x="321609" y="1376275"/>
                  <a:pt x="320566" y="1390359"/>
                </a:cubicBezTo>
                <a:cubicBezTo>
                  <a:pt x="315536" y="1458267"/>
                  <a:pt x="309241" y="1474664"/>
                  <a:pt x="294290" y="1526993"/>
                </a:cubicBezTo>
                <a:cubicBezTo>
                  <a:pt x="303049" y="1562028"/>
                  <a:pt x="303273" y="1600394"/>
                  <a:pt x="320566" y="1632097"/>
                </a:cubicBezTo>
                <a:cubicBezTo>
                  <a:pt x="326673" y="1643292"/>
                  <a:pt x="344637" y="1641629"/>
                  <a:pt x="357352" y="1642607"/>
                </a:cubicBezTo>
                <a:cubicBezTo>
                  <a:pt x="436025" y="1648659"/>
                  <a:pt x="515072" y="1648372"/>
                  <a:pt x="593835" y="1653117"/>
                </a:cubicBezTo>
                <a:cubicBezTo>
                  <a:pt x="660487" y="1657132"/>
                  <a:pt x="726966" y="1663628"/>
                  <a:pt x="793531" y="1668883"/>
                </a:cubicBezTo>
                <a:lnTo>
                  <a:pt x="909145" y="1689904"/>
                </a:lnTo>
                <a:cubicBezTo>
                  <a:pt x="921351" y="1692009"/>
                  <a:pt x="933553" y="1694712"/>
                  <a:pt x="945931" y="1695159"/>
                </a:cubicBezTo>
                <a:lnTo>
                  <a:pt x="1345324" y="1705669"/>
                </a:lnTo>
                <a:cubicBezTo>
                  <a:pt x="1389117" y="1702166"/>
                  <a:pt x="1433212" y="1701372"/>
                  <a:pt x="1476704" y="1695159"/>
                </a:cubicBezTo>
                <a:cubicBezTo>
                  <a:pt x="1551778" y="1684434"/>
                  <a:pt x="1580403" y="1675290"/>
                  <a:pt x="1639614" y="1658373"/>
                </a:cubicBezTo>
                <a:cubicBezTo>
                  <a:pt x="1650124" y="1647863"/>
                  <a:pt x="1660188" y="1636886"/>
                  <a:pt x="1671145" y="1626842"/>
                </a:cubicBezTo>
                <a:cubicBezTo>
                  <a:pt x="1681230" y="1617597"/>
                  <a:pt x="1693839" y="1611010"/>
                  <a:pt x="1702676" y="1600566"/>
                </a:cubicBezTo>
                <a:cubicBezTo>
                  <a:pt x="1725824" y="1573209"/>
                  <a:pt x="1768090" y="1478209"/>
                  <a:pt x="1776249" y="1463931"/>
                </a:cubicBezTo>
                <a:cubicBezTo>
                  <a:pt x="1790263" y="1439407"/>
                  <a:pt x="1806010" y="1415796"/>
                  <a:pt x="1818290" y="1390359"/>
                </a:cubicBezTo>
                <a:cubicBezTo>
                  <a:pt x="1830593" y="1364873"/>
                  <a:pt x="1839992" y="1338069"/>
                  <a:pt x="1849821" y="1311531"/>
                </a:cubicBezTo>
                <a:cubicBezTo>
                  <a:pt x="1868003" y="1262440"/>
                  <a:pt x="1877307" y="1225841"/>
                  <a:pt x="1891862" y="1174897"/>
                </a:cubicBezTo>
                <a:cubicBezTo>
                  <a:pt x="1890110" y="1006731"/>
                  <a:pt x="1893328" y="838440"/>
                  <a:pt x="1886607" y="670400"/>
                </a:cubicBezTo>
                <a:cubicBezTo>
                  <a:pt x="1886257" y="661649"/>
                  <a:pt x="1875348" y="656890"/>
                  <a:pt x="1870842" y="649380"/>
                </a:cubicBezTo>
                <a:cubicBezTo>
                  <a:pt x="1864796" y="639303"/>
                  <a:pt x="1861988" y="627352"/>
                  <a:pt x="1855076" y="617848"/>
                </a:cubicBezTo>
                <a:cubicBezTo>
                  <a:pt x="1841320" y="598933"/>
                  <a:pt x="1810685" y="576855"/>
                  <a:pt x="1792014" y="565297"/>
                </a:cubicBezTo>
                <a:cubicBezTo>
                  <a:pt x="1738955" y="532450"/>
                  <a:pt x="1691488" y="504857"/>
                  <a:pt x="1629104" y="491724"/>
                </a:cubicBezTo>
                <a:cubicBezTo>
                  <a:pt x="1592944" y="484111"/>
                  <a:pt x="1555484" y="485186"/>
                  <a:pt x="1518745" y="481214"/>
                </a:cubicBezTo>
                <a:cubicBezTo>
                  <a:pt x="1333884" y="461230"/>
                  <a:pt x="1540390" y="473348"/>
                  <a:pt x="1224455" y="465448"/>
                </a:cubicBezTo>
                <a:cubicBezTo>
                  <a:pt x="1213945" y="463696"/>
                  <a:pt x="1203343" y="462426"/>
                  <a:pt x="1192924" y="460193"/>
                </a:cubicBezTo>
                <a:cubicBezTo>
                  <a:pt x="1159735" y="453081"/>
                  <a:pt x="1159131" y="452432"/>
                  <a:pt x="1135117" y="444428"/>
                </a:cubicBezTo>
                <a:cubicBezTo>
                  <a:pt x="1068761" y="391341"/>
                  <a:pt x="1146771" y="449585"/>
                  <a:pt x="1082566" y="412897"/>
                </a:cubicBezTo>
                <a:cubicBezTo>
                  <a:pt x="1078264" y="410439"/>
                  <a:pt x="1075280" y="406148"/>
                  <a:pt x="1072055" y="402386"/>
                </a:cubicBezTo>
                <a:cubicBezTo>
                  <a:pt x="1048733" y="375177"/>
                  <a:pt x="1054241" y="382522"/>
                  <a:pt x="1040524" y="355090"/>
                </a:cubicBezTo>
                <a:cubicBezTo>
                  <a:pt x="1033517" y="283269"/>
                  <a:pt x="1043157" y="207803"/>
                  <a:pt x="1019504" y="139628"/>
                </a:cubicBezTo>
                <a:cubicBezTo>
                  <a:pt x="1010740" y="114366"/>
                  <a:pt x="975763" y="108119"/>
                  <a:pt x="951186" y="97586"/>
                </a:cubicBezTo>
                <a:cubicBezTo>
                  <a:pt x="938924" y="92331"/>
                  <a:pt x="927056" y="86040"/>
                  <a:pt x="914400" y="81821"/>
                </a:cubicBezTo>
                <a:cubicBezTo>
                  <a:pt x="857788" y="62950"/>
                  <a:pt x="816280" y="54337"/>
                  <a:pt x="756745" y="45035"/>
                </a:cubicBezTo>
                <a:cubicBezTo>
                  <a:pt x="728838" y="40674"/>
                  <a:pt x="700671" y="38177"/>
                  <a:pt x="672662" y="34524"/>
                </a:cubicBezTo>
                <a:cubicBezTo>
                  <a:pt x="660380" y="32922"/>
                  <a:pt x="648138" y="31021"/>
                  <a:pt x="635876" y="29269"/>
                </a:cubicBezTo>
                <a:cubicBezTo>
                  <a:pt x="625366" y="25766"/>
                  <a:pt x="615209" y="20932"/>
                  <a:pt x="604345" y="18759"/>
                </a:cubicBezTo>
                <a:cubicBezTo>
                  <a:pt x="593916" y="16673"/>
                  <a:pt x="504420" y="8468"/>
                  <a:pt x="499242" y="8248"/>
                </a:cubicBezTo>
                <a:cubicBezTo>
                  <a:pt x="436212" y="5566"/>
                  <a:pt x="373117" y="4745"/>
                  <a:pt x="310055" y="2993"/>
                </a:cubicBezTo>
                <a:cubicBezTo>
                  <a:pt x="271634" y="5394"/>
                  <a:pt x="229863" y="-14387"/>
                  <a:pt x="215462" y="24014"/>
                </a:cubicBezTo>
                <a:cubicBezTo>
                  <a:pt x="212326" y="32377"/>
                  <a:pt x="215162" y="42858"/>
                  <a:pt x="210207" y="50290"/>
                </a:cubicBezTo>
                <a:cubicBezTo>
                  <a:pt x="172182" y="107327"/>
                  <a:pt x="188311" y="75690"/>
                  <a:pt x="178676" y="81821"/>
                </a:cubicBezTo>
                <a:close/>
              </a:path>
            </a:pathLst>
          </a:cu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注: 线形 5">
            <a:extLst>
              <a:ext uri="{FF2B5EF4-FFF2-40B4-BE49-F238E27FC236}">
                <a16:creationId xmlns:a16="http://schemas.microsoft.com/office/drawing/2014/main" id="{549FF5DB-A8E9-299E-5F4E-012C7639EBF3}"/>
              </a:ext>
            </a:extLst>
          </p:cNvPr>
          <p:cNvSpPr/>
          <p:nvPr/>
        </p:nvSpPr>
        <p:spPr>
          <a:xfrm>
            <a:off x="4161877" y="5899060"/>
            <a:ext cx="3756573" cy="858073"/>
          </a:xfrm>
          <a:prstGeom prst="borderCallout1">
            <a:avLst>
              <a:gd name="adj1" fmla="val 47611"/>
              <a:gd name="adj2" fmla="val -6522"/>
              <a:gd name="adj3" fmla="val -28845"/>
              <a:gd name="adj4" fmla="val -18566"/>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zh-CN" altLang="en-US"/>
              <a:t>服务器端要准备</a:t>
            </a:r>
            <a:endParaRPr lang="en-US" altLang="zh-CN"/>
          </a:p>
          <a:p>
            <a:pPr algn="ctr"/>
            <a:r>
              <a:rPr lang="en-US" altLang="zh-CN"/>
              <a:t>getUser</a:t>
            </a:r>
            <a:r>
              <a:rPr lang="zh-CN" altLang="en-US"/>
              <a:t>、</a:t>
            </a:r>
            <a:r>
              <a:rPr lang="en-US" altLang="zh-CN"/>
              <a:t>deleteUser</a:t>
            </a:r>
            <a:r>
              <a:rPr lang="zh-CN" altLang="en-US"/>
              <a:t>、</a:t>
            </a:r>
            <a:r>
              <a:rPr lang="en-US" altLang="zh-CN"/>
              <a:t>getUserList</a:t>
            </a:r>
            <a:r>
              <a:rPr lang="zh-CN" altLang="en-US"/>
              <a:t>和</a:t>
            </a:r>
            <a:r>
              <a:rPr lang="en-US" altLang="zh-CN"/>
              <a:t>updateUser</a:t>
            </a:r>
            <a:r>
              <a:rPr lang="zh-CN" altLang="en-US"/>
              <a:t>（方法）</a:t>
            </a:r>
          </a:p>
        </p:txBody>
      </p:sp>
    </p:spTree>
    <p:extLst>
      <p:ext uri="{BB962C8B-B14F-4D97-AF65-F5344CB8AC3E}">
        <p14:creationId xmlns:p14="http://schemas.microsoft.com/office/powerpoint/2010/main" val="1305459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ppt_x</p:attrName>
                                        </p:attrNameLst>
                                      </p:cBhvr>
                                      <p:tavLst>
                                        <p:tav tm="0">
                                          <p:val>
                                            <p:strVal val="#ppt_x"/>
                                          </p:val>
                                        </p:tav>
                                        <p:tav tm="100000">
                                          <p:val>
                                            <p:strVal val="#ppt_x"/>
                                          </p:val>
                                        </p:tav>
                                      </p:tavLst>
                                    </p:anim>
                                    <p:anim calcmode="lin" valueType="num">
                                      <p:cBhvr>
                                        <p:cTn id="2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down)">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down)">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left)">
                                      <p:cBhvr>
                                        <p:cTn id="4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7A556D82-BFF4-E542-98B8-86B4B512CBDD}"/>
              </a:ext>
            </a:extLst>
          </p:cNvPr>
          <p:cNvSpPr>
            <a:spLocks noGrp="1"/>
          </p:cNvSpPr>
          <p:nvPr>
            <p:ph type="body" idx="1"/>
          </p:nvPr>
        </p:nvSpPr>
        <p:spPr>
          <a:xfrm>
            <a:off x="588963" y="805042"/>
            <a:ext cx="4952855" cy="823912"/>
          </a:xfrm>
        </p:spPr>
        <p:txBody>
          <a:bodyPr/>
          <a:lstStyle/>
          <a:p>
            <a:r>
              <a:rPr lang="zh-CN" altLang="en-US"/>
              <a:t>正确表述</a:t>
            </a:r>
          </a:p>
        </p:txBody>
      </p:sp>
      <p:sp>
        <p:nvSpPr>
          <p:cNvPr id="10" name="文本占位符 9">
            <a:extLst>
              <a:ext uri="{FF2B5EF4-FFF2-40B4-BE49-F238E27FC236}">
                <a16:creationId xmlns:a16="http://schemas.microsoft.com/office/drawing/2014/main" id="{C48748E7-A170-D90F-FB1E-E6D1ED0BBBF8}"/>
              </a:ext>
            </a:extLst>
          </p:cNvPr>
          <p:cNvSpPr>
            <a:spLocks noGrp="1"/>
          </p:cNvSpPr>
          <p:nvPr>
            <p:ph type="body" sz="quarter" idx="3"/>
          </p:nvPr>
        </p:nvSpPr>
        <p:spPr/>
        <p:txBody>
          <a:bodyPr/>
          <a:lstStyle/>
          <a:p>
            <a:r>
              <a:rPr lang="zh-CN" altLang="en-US"/>
              <a:t>违反约束的做法</a:t>
            </a:r>
          </a:p>
        </p:txBody>
      </p:sp>
      <p:sp>
        <p:nvSpPr>
          <p:cNvPr id="12" name="内容占位符 11">
            <a:extLst>
              <a:ext uri="{FF2B5EF4-FFF2-40B4-BE49-F238E27FC236}">
                <a16:creationId xmlns:a16="http://schemas.microsoft.com/office/drawing/2014/main" id="{A1135996-FBC6-58DC-D66C-FDF098B3403C}"/>
              </a:ext>
            </a:extLst>
          </p:cNvPr>
          <p:cNvSpPr>
            <a:spLocks noGrp="1"/>
          </p:cNvSpPr>
          <p:nvPr>
            <p:ph sz="quarter" idx="19"/>
          </p:nvPr>
        </p:nvSpPr>
        <p:spPr/>
        <p:txBody>
          <a:bodyPr/>
          <a:lstStyle/>
          <a:p>
            <a:r>
              <a:rPr lang="en-US" altLang="zh-CN"/>
              <a:t>POST /v1/users</a:t>
            </a:r>
          </a:p>
          <a:p>
            <a:r>
              <a:rPr lang="zh-CN" altLang="en-US"/>
              <a:t>说明</a:t>
            </a:r>
            <a:endParaRPr lang="en-US" altLang="zh-CN"/>
          </a:p>
          <a:p>
            <a:pPr lvl="1"/>
            <a:r>
              <a:rPr lang="en-US" altLang="zh-CN"/>
              <a:t>POST——</a:t>
            </a:r>
            <a:r>
              <a:rPr lang="zh-CN" altLang="en-US"/>
              <a:t>插入记录</a:t>
            </a:r>
            <a:endParaRPr lang="en-US" altLang="zh-CN"/>
          </a:p>
          <a:p>
            <a:pPr lvl="1"/>
            <a:r>
              <a:rPr lang="en-US" altLang="zh-CN"/>
              <a:t>JSON</a:t>
            </a:r>
            <a:r>
              <a:rPr lang="zh-CN" altLang="en-US"/>
              <a:t>字符串</a:t>
            </a:r>
            <a:r>
              <a:rPr lang="en-US" altLang="zh-CN"/>
              <a:t>——</a:t>
            </a:r>
            <a:r>
              <a:rPr lang="zh-CN" altLang="en-US"/>
              <a:t>记录内容</a:t>
            </a:r>
          </a:p>
          <a:p>
            <a:endParaRPr lang="zh-CN" altLang="en-US"/>
          </a:p>
        </p:txBody>
      </p:sp>
      <p:sp>
        <p:nvSpPr>
          <p:cNvPr id="13" name="内容占位符 12">
            <a:extLst>
              <a:ext uri="{FF2B5EF4-FFF2-40B4-BE49-F238E27FC236}">
                <a16:creationId xmlns:a16="http://schemas.microsoft.com/office/drawing/2014/main" id="{F6EAAD2D-E6DA-742A-0257-2F5284AE2302}"/>
              </a:ext>
            </a:extLst>
          </p:cNvPr>
          <p:cNvSpPr>
            <a:spLocks noGrp="1"/>
          </p:cNvSpPr>
          <p:nvPr>
            <p:ph sz="quarter" idx="20"/>
          </p:nvPr>
        </p:nvSpPr>
        <p:spPr/>
        <p:txBody>
          <a:bodyPr/>
          <a:lstStyle/>
          <a:p>
            <a:r>
              <a:rPr lang="en-US" altLang="zh-CN"/>
              <a:t>POST /api/createuser</a:t>
            </a:r>
          </a:p>
          <a:p>
            <a:r>
              <a:rPr lang="en-US" altLang="zh-CN"/>
              <a:t>BODY: userId = 123 username = ‘</a:t>
            </a:r>
            <a:r>
              <a:rPr lang="zh-CN" altLang="en-US"/>
              <a:t>张三</a:t>
            </a:r>
            <a:r>
              <a:rPr lang="en-US" altLang="zh-CN"/>
              <a:t>’</a:t>
            </a:r>
            <a:br>
              <a:rPr lang="en-US" altLang="zh-CN"/>
            </a:br>
            <a:r>
              <a:rPr lang="en-US" altLang="zh-CN"/>
              <a:t>userEmail= ‘zhangs@example.com’</a:t>
            </a:r>
          </a:p>
          <a:p>
            <a:r>
              <a:rPr lang="zh-CN" altLang="en-US"/>
              <a:t>分析：</a:t>
            </a:r>
            <a:endParaRPr lang="en-US" altLang="zh-CN"/>
          </a:p>
          <a:p>
            <a:pPr lvl="1"/>
            <a:r>
              <a:rPr lang="zh-CN" altLang="en-US"/>
              <a:t>后端有一个</a:t>
            </a:r>
            <a:r>
              <a:rPr lang="en-US" altLang="zh-CN"/>
              <a:t>createUser</a:t>
            </a:r>
            <a:r>
              <a:rPr lang="zh-CN" altLang="en-US"/>
              <a:t>的函数来处理记录的插入</a:t>
            </a:r>
            <a:endParaRPr lang="en-US" altLang="zh-CN"/>
          </a:p>
          <a:p>
            <a:pPr lvl="1"/>
            <a:r>
              <a:rPr lang="zh-CN" altLang="en-US"/>
              <a:t>若后端重构代码，把这个函数名改成了 </a:t>
            </a:r>
            <a:r>
              <a:rPr lang="en-US" altLang="zh-CN"/>
              <a:t>handleUser</a:t>
            </a:r>
            <a:r>
              <a:rPr lang="zh-CN" altLang="en-US"/>
              <a:t>，</a:t>
            </a:r>
            <a:r>
              <a:rPr lang="zh-CN" altLang="en-US" b="1"/>
              <a:t>所有客户端代码全部报 </a:t>
            </a:r>
            <a:r>
              <a:rPr lang="en-US" altLang="zh-CN" b="1"/>
              <a:t>404 </a:t>
            </a:r>
            <a:r>
              <a:rPr lang="zh-CN" altLang="en-US" b="1"/>
              <a:t>报错</a:t>
            </a:r>
            <a:r>
              <a:rPr lang="zh-CN" altLang="en-US"/>
              <a:t>。</a:t>
            </a:r>
          </a:p>
        </p:txBody>
      </p:sp>
      <p:sp>
        <p:nvSpPr>
          <p:cNvPr id="11" name="文本占位符 10">
            <a:extLst>
              <a:ext uri="{FF2B5EF4-FFF2-40B4-BE49-F238E27FC236}">
                <a16:creationId xmlns:a16="http://schemas.microsoft.com/office/drawing/2014/main" id="{B30B99C5-B83D-39B9-C745-DAB86B299F0E}"/>
              </a:ext>
            </a:extLst>
          </p:cNvPr>
          <p:cNvSpPr>
            <a:spLocks noGrp="1"/>
          </p:cNvSpPr>
          <p:nvPr>
            <p:ph type="body" sz="quarter" idx="18"/>
          </p:nvPr>
        </p:nvSpPr>
        <p:spPr/>
        <p:txBody>
          <a:bodyPr/>
          <a:lstStyle/>
          <a:p>
            <a:r>
              <a:rPr lang="zh-CN" altLang="en-US"/>
              <a:t>统一接口的 </a:t>
            </a:r>
            <a:r>
              <a:rPr lang="en-US" altLang="zh-CN"/>
              <a:t>4 </a:t>
            </a:r>
            <a:r>
              <a:rPr lang="zh-CN" altLang="en-US"/>
              <a:t>个子约束</a:t>
            </a:r>
            <a:r>
              <a:rPr lang="en-US" altLang="zh-CN"/>
              <a:t>——</a:t>
            </a:r>
            <a:r>
              <a:rPr lang="zh-CN" altLang="en-US"/>
              <a:t>通过表述操作资源</a:t>
            </a:r>
          </a:p>
        </p:txBody>
      </p:sp>
      <p:pic>
        <p:nvPicPr>
          <p:cNvPr id="9" name="内容占位符 5">
            <a:extLst>
              <a:ext uri="{FF2B5EF4-FFF2-40B4-BE49-F238E27FC236}">
                <a16:creationId xmlns:a16="http://schemas.microsoft.com/office/drawing/2014/main" id="{003F3CE9-11D0-58EE-117D-F697E0BBBB86}"/>
              </a:ext>
            </a:extLst>
          </p:cNvPr>
          <p:cNvPicPr>
            <a:picLocks noChangeAspect="1"/>
          </p:cNvPicPr>
          <p:nvPr/>
        </p:nvPicPr>
        <p:blipFill>
          <a:blip r:embed="rId2"/>
          <a:stretch>
            <a:fillRect/>
          </a:stretch>
        </p:blipFill>
        <p:spPr>
          <a:xfrm>
            <a:off x="588963" y="3641883"/>
            <a:ext cx="4334019" cy="3216117"/>
          </a:xfrm>
          <a:prstGeom prst="rect">
            <a:avLst/>
          </a:prstGeom>
        </p:spPr>
      </p:pic>
      <p:sp>
        <p:nvSpPr>
          <p:cNvPr id="15" name="文本框 14">
            <a:extLst>
              <a:ext uri="{FF2B5EF4-FFF2-40B4-BE49-F238E27FC236}">
                <a16:creationId xmlns:a16="http://schemas.microsoft.com/office/drawing/2014/main" id="{2FDC39C8-D0C8-9136-9199-DE43B4DC1040}"/>
              </a:ext>
            </a:extLst>
          </p:cNvPr>
          <p:cNvSpPr txBox="1"/>
          <p:nvPr/>
        </p:nvSpPr>
        <p:spPr>
          <a:xfrm>
            <a:off x="1153184" y="4619148"/>
            <a:ext cx="10637240" cy="162750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wrap="square" lIns="360000" anchor="ctr">
            <a:noAutofit/>
          </a:bodyPr>
          <a:lstStyle/>
          <a:p>
            <a:r>
              <a:rPr lang="zh-CN" altLang="en-US" sz="2400" b="1" i="0">
                <a:solidFill>
                  <a:schemeClr val="bg1"/>
                </a:solidFill>
                <a:effectLst/>
                <a:latin typeface="quote-cjk-patch"/>
              </a:rPr>
              <a:t>只用一个地址（</a:t>
            </a:r>
            <a:r>
              <a:rPr lang="en-US" altLang="zh-CN" sz="2400" b="1" i="0">
                <a:solidFill>
                  <a:schemeClr val="bg1"/>
                </a:solidFill>
                <a:effectLst/>
                <a:latin typeface="quote-cjk-patch"/>
              </a:rPr>
              <a:t>URL</a:t>
            </a:r>
            <a:r>
              <a:rPr lang="zh-CN" altLang="en-US" sz="2400" b="1" i="0">
                <a:solidFill>
                  <a:schemeClr val="bg1"/>
                </a:solidFill>
                <a:effectLst/>
                <a:latin typeface="quote-cjk-patch"/>
              </a:rPr>
              <a:t>）代表</a:t>
            </a:r>
            <a:r>
              <a:rPr lang="zh-CN" altLang="en-US" sz="2400" b="1">
                <a:solidFill>
                  <a:schemeClr val="bg1"/>
                </a:solidFill>
                <a:latin typeface="quote-cjk-patch"/>
              </a:rPr>
              <a:t>一类资源</a:t>
            </a:r>
            <a:endParaRPr lang="en-US" altLang="zh-CN" sz="2400" b="1" i="0">
              <a:solidFill>
                <a:schemeClr val="bg1"/>
              </a:solidFill>
              <a:effectLst/>
              <a:latin typeface="quote-cjk-patch"/>
            </a:endParaRPr>
          </a:p>
          <a:p>
            <a:r>
              <a:rPr lang="zh-CN" altLang="en-US" sz="2400" b="1" i="0">
                <a:solidFill>
                  <a:schemeClr val="bg1"/>
                </a:solidFill>
                <a:effectLst/>
                <a:latin typeface="quote-cjk-patch"/>
              </a:rPr>
              <a:t>用 </a:t>
            </a:r>
            <a:r>
              <a:rPr lang="en-US" altLang="zh-CN" sz="2400" b="1" i="0">
                <a:solidFill>
                  <a:schemeClr val="bg1"/>
                </a:solidFill>
                <a:effectLst/>
                <a:latin typeface="quote-cjk-patch"/>
              </a:rPr>
              <a:t>HTTP </a:t>
            </a:r>
            <a:r>
              <a:rPr lang="zh-CN" altLang="en-US" sz="2400" b="1" i="0">
                <a:solidFill>
                  <a:schemeClr val="bg1"/>
                </a:solidFill>
                <a:effectLst/>
                <a:latin typeface="quote-cjk-patch"/>
              </a:rPr>
              <a:t>的动词（</a:t>
            </a:r>
            <a:r>
              <a:rPr lang="en-US" altLang="zh-CN" sz="2400" b="1" i="0">
                <a:solidFill>
                  <a:schemeClr val="bg1"/>
                </a:solidFill>
                <a:effectLst/>
                <a:latin typeface="quote-cjk-patch"/>
              </a:rPr>
              <a:t>GET/POST/PUT/DELETE</a:t>
            </a:r>
            <a:r>
              <a:rPr lang="zh-CN" altLang="en-US" sz="2400" b="1" i="0">
                <a:solidFill>
                  <a:schemeClr val="bg1"/>
                </a:solidFill>
                <a:effectLst/>
                <a:latin typeface="quote-cjk-patch"/>
              </a:rPr>
              <a:t>）代表你想干嘛</a:t>
            </a:r>
            <a:endParaRPr lang="en-US" altLang="zh-CN" sz="2400" b="1" i="0">
              <a:solidFill>
                <a:schemeClr val="bg1"/>
              </a:solidFill>
              <a:effectLst/>
              <a:latin typeface="quote-cjk-patch"/>
            </a:endParaRPr>
          </a:p>
          <a:p>
            <a:r>
              <a:rPr lang="zh-CN" altLang="en-US" sz="2400" b="1" i="0">
                <a:solidFill>
                  <a:schemeClr val="bg1"/>
                </a:solidFill>
                <a:effectLst/>
                <a:latin typeface="quote-cjk-patch"/>
              </a:rPr>
              <a:t>用 </a:t>
            </a:r>
            <a:r>
              <a:rPr lang="en-US" altLang="zh-CN" sz="2400" b="1" i="0">
                <a:solidFill>
                  <a:schemeClr val="bg1"/>
                </a:solidFill>
                <a:effectLst/>
                <a:latin typeface="quote-cjk-patch"/>
              </a:rPr>
              <a:t>Body</a:t>
            </a:r>
            <a:r>
              <a:rPr lang="zh-CN" altLang="en-US" sz="2400" b="1" i="0">
                <a:solidFill>
                  <a:schemeClr val="bg1"/>
                </a:solidFill>
                <a:effectLst/>
                <a:latin typeface="quote-cjk-patch"/>
              </a:rPr>
              <a:t>（</a:t>
            </a:r>
            <a:r>
              <a:rPr lang="en-US" altLang="zh-CN" sz="2400" b="1" i="0">
                <a:solidFill>
                  <a:schemeClr val="bg1"/>
                </a:solidFill>
                <a:effectLst/>
                <a:latin typeface="quote-cjk-patch"/>
              </a:rPr>
              <a:t>JSON</a:t>
            </a:r>
            <a:r>
              <a:rPr lang="zh-CN" altLang="en-US" sz="2400" b="1" i="0">
                <a:solidFill>
                  <a:schemeClr val="bg1"/>
                </a:solidFill>
                <a:effectLst/>
                <a:latin typeface="quote-cjk-patch"/>
              </a:rPr>
              <a:t>）代表你想让它变成什么样。</a:t>
            </a:r>
            <a:endParaRPr lang="zh-CN" altLang="en-US" sz="2400">
              <a:solidFill>
                <a:schemeClr val="bg1"/>
              </a:solidFill>
            </a:endParaRPr>
          </a:p>
        </p:txBody>
      </p:sp>
    </p:spTree>
    <p:extLst>
      <p:ext uri="{BB962C8B-B14F-4D97-AF65-F5344CB8AC3E}">
        <p14:creationId xmlns:p14="http://schemas.microsoft.com/office/powerpoint/2010/main" val="3004119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xEl>
                                              <p:pRg st="0" end="0"/>
                                            </p:txEl>
                                          </p:spTgt>
                                        </p:tgtEl>
                                        <p:attrNameLst>
                                          <p:attrName>style.visibility</p:attrName>
                                        </p:attrNameLst>
                                      </p:cBhvr>
                                      <p:to>
                                        <p:strVal val="visible"/>
                                      </p:to>
                                    </p:set>
                                    <p:anim calcmode="lin" valueType="num">
                                      <p:cBhvr additive="base">
                                        <p:cTn id="19"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0" end="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3">
                                            <p:txEl>
                                              <p:pRg st="1" end="1"/>
                                            </p:txEl>
                                          </p:spTgt>
                                        </p:tgtEl>
                                        <p:attrNameLst>
                                          <p:attrName>style.visibility</p:attrName>
                                        </p:attrNameLst>
                                      </p:cBhvr>
                                      <p:to>
                                        <p:strVal val="visible"/>
                                      </p:to>
                                    </p:set>
                                    <p:anim calcmode="lin" valueType="num">
                                      <p:cBhvr additive="base">
                                        <p:cTn id="2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2">
                                            <p:txEl>
                                              <p:pRg st="1" end="1"/>
                                            </p:txEl>
                                          </p:spTgt>
                                        </p:tgtEl>
                                        <p:attrNameLst>
                                          <p:attrName>style.visibility</p:attrName>
                                        </p:attrNameLst>
                                      </p:cBhvr>
                                      <p:to>
                                        <p:strVal val="visible"/>
                                      </p:to>
                                    </p:set>
                                    <p:anim calcmode="lin" valueType="num">
                                      <p:cBhvr additive="base">
                                        <p:cTn id="29" dur="5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2">
                                            <p:txEl>
                                              <p:pRg st="2" end="2"/>
                                            </p:txEl>
                                          </p:spTgt>
                                        </p:tgtEl>
                                        <p:attrNameLst>
                                          <p:attrName>style.visibility</p:attrName>
                                        </p:attrNameLst>
                                      </p:cBhvr>
                                      <p:to>
                                        <p:strVal val="visible"/>
                                      </p:to>
                                    </p:set>
                                    <p:anim calcmode="lin" valueType="num">
                                      <p:cBhvr additive="base">
                                        <p:cTn id="35"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2">
                                            <p:txEl>
                                              <p:pRg st="3" end="3"/>
                                            </p:txEl>
                                          </p:spTgt>
                                        </p:tgtEl>
                                        <p:attrNameLst>
                                          <p:attrName>style.visibility</p:attrName>
                                        </p:attrNameLst>
                                      </p:cBhvr>
                                      <p:to>
                                        <p:strVal val="visible"/>
                                      </p:to>
                                    </p:set>
                                    <p:anim calcmode="lin" valueType="num">
                                      <p:cBhvr additive="base">
                                        <p:cTn id="41" dur="500" fill="hold"/>
                                        <p:tgtEl>
                                          <p:spTgt spid="12">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3">
                                            <p:txEl>
                                              <p:pRg st="2" end="2"/>
                                            </p:txEl>
                                          </p:spTgt>
                                        </p:tgtEl>
                                        <p:attrNameLst>
                                          <p:attrName>style.visibility</p:attrName>
                                        </p:attrNameLst>
                                      </p:cBhvr>
                                      <p:to>
                                        <p:strVal val="visible"/>
                                      </p:to>
                                    </p:set>
                                    <p:anim calcmode="lin" valueType="num">
                                      <p:cBhvr additive="base">
                                        <p:cTn id="47"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3">
                                            <p:txEl>
                                              <p:pRg st="3" end="3"/>
                                            </p:txEl>
                                          </p:spTgt>
                                        </p:tgtEl>
                                        <p:attrNameLst>
                                          <p:attrName>style.visibility</p:attrName>
                                        </p:attrNameLst>
                                      </p:cBhvr>
                                      <p:to>
                                        <p:strVal val="visible"/>
                                      </p:to>
                                    </p:set>
                                    <p:anim calcmode="lin" valueType="num">
                                      <p:cBhvr additive="base">
                                        <p:cTn id="53"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3">
                                            <p:txEl>
                                              <p:pRg st="4" end="4"/>
                                            </p:txEl>
                                          </p:spTgt>
                                        </p:tgtEl>
                                        <p:attrNameLst>
                                          <p:attrName>style.visibility</p:attrName>
                                        </p:attrNameLst>
                                      </p:cBhvr>
                                      <p:to>
                                        <p:strVal val="visible"/>
                                      </p:to>
                                    </p:set>
                                    <p:anim calcmode="lin" valueType="num">
                                      <p:cBhvr additive="base">
                                        <p:cTn id="59"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1000"/>
                                        <p:tgtEl>
                                          <p:spTgt spid="15"/>
                                        </p:tgtEl>
                                      </p:cBhvr>
                                    </p:animEffect>
                                    <p:anim calcmode="lin" valueType="num">
                                      <p:cBhvr>
                                        <p:cTn id="66" dur="1000" fill="hold"/>
                                        <p:tgtEl>
                                          <p:spTgt spid="15"/>
                                        </p:tgtEl>
                                        <p:attrNameLst>
                                          <p:attrName>ppt_x</p:attrName>
                                        </p:attrNameLst>
                                      </p:cBhvr>
                                      <p:tavLst>
                                        <p:tav tm="0">
                                          <p:val>
                                            <p:strVal val="#ppt_x"/>
                                          </p:val>
                                        </p:tav>
                                        <p:tav tm="100000">
                                          <p:val>
                                            <p:strVal val="#ppt_x"/>
                                          </p:val>
                                        </p:tav>
                                      </p:tavLst>
                                    </p:anim>
                                    <p:anim calcmode="lin" valueType="num">
                                      <p:cBhvr>
                                        <p:cTn id="67"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a:extLst>
              <a:ext uri="{FF2B5EF4-FFF2-40B4-BE49-F238E27FC236}">
                <a16:creationId xmlns:a16="http://schemas.microsoft.com/office/drawing/2014/main" id="{4E89634E-3D93-4E41-C490-7EF9C95FDAAF}"/>
              </a:ext>
            </a:extLst>
          </p:cNvPr>
          <p:cNvSpPr>
            <a:spLocks noGrp="1"/>
          </p:cNvSpPr>
          <p:nvPr>
            <p:ph type="body" sz="quarter" idx="18"/>
          </p:nvPr>
        </p:nvSpPr>
        <p:spPr/>
        <p:txBody>
          <a:bodyPr/>
          <a:lstStyle/>
          <a:p>
            <a:r>
              <a:rPr lang="en-US" altLang="zh-CN"/>
              <a:t>RESTful</a:t>
            </a:r>
            <a:r>
              <a:rPr lang="zh-CN" altLang="en-US"/>
              <a:t>风格的优势</a:t>
            </a:r>
          </a:p>
        </p:txBody>
      </p:sp>
      <p:pic>
        <p:nvPicPr>
          <p:cNvPr id="9" name="内容占位符 8">
            <a:extLst>
              <a:ext uri="{FF2B5EF4-FFF2-40B4-BE49-F238E27FC236}">
                <a16:creationId xmlns:a16="http://schemas.microsoft.com/office/drawing/2014/main" id="{10257A2D-E167-FF26-EFDB-21BCBA25B015}"/>
              </a:ext>
            </a:extLst>
          </p:cNvPr>
          <p:cNvPicPr>
            <a:picLocks noGrp="1" noChangeAspect="1"/>
          </p:cNvPicPr>
          <p:nvPr>
            <p:ph sz="quarter" idx="19"/>
          </p:nvPr>
        </p:nvPicPr>
        <p:blipFill>
          <a:blip r:embed="rId3"/>
          <a:stretch>
            <a:fillRect/>
          </a:stretch>
        </p:blipFill>
        <p:spPr>
          <a:xfrm>
            <a:off x="1010286" y="857571"/>
            <a:ext cx="10171428" cy="2571429"/>
          </a:xfrm>
          <a:prstGeom prst="rect">
            <a:avLst/>
          </a:prstGeom>
        </p:spPr>
      </p:pic>
      <p:sp>
        <p:nvSpPr>
          <p:cNvPr id="10" name="文本框 9">
            <a:extLst>
              <a:ext uri="{FF2B5EF4-FFF2-40B4-BE49-F238E27FC236}">
                <a16:creationId xmlns:a16="http://schemas.microsoft.com/office/drawing/2014/main" id="{C9921512-5139-8E91-EA4B-43A3F20FFF67}"/>
              </a:ext>
            </a:extLst>
          </p:cNvPr>
          <p:cNvSpPr txBox="1"/>
          <p:nvPr/>
        </p:nvSpPr>
        <p:spPr>
          <a:xfrm>
            <a:off x="1370342" y="4597079"/>
            <a:ext cx="9133816" cy="140335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wrap="square" lIns="360000" anchor="ctr">
            <a:noAutofit/>
          </a:bodyPr>
          <a:lstStyle/>
          <a:p>
            <a:r>
              <a:rPr lang="zh-CN" altLang="en-US" sz="2400" b="1" i="0">
                <a:solidFill>
                  <a:schemeClr val="bg1"/>
                </a:solidFill>
                <a:effectLst/>
                <a:latin typeface="quote-cjk-patch"/>
              </a:rPr>
              <a:t>只用一个地址（</a:t>
            </a:r>
            <a:r>
              <a:rPr lang="en-US" altLang="zh-CN" sz="2400" b="1" i="0">
                <a:solidFill>
                  <a:schemeClr val="bg1"/>
                </a:solidFill>
                <a:effectLst/>
                <a:latin typeface="quote-cjk-patch"/>
              </a:rPr>
              <a:t>URL</a:t>
            </a:r>
            <a:r>
              <a:rPr lang="zh-CN" altLang="en-US" sz="2400" b="1" i="0">
                <a:solidFill>
                  <a:schemeClr val="bg1"/>
                </a:solidFill>
                <a:effectLst/>
                <a:latin typeface="quote-cjk-patch"/>
              </a:rPr>
              <a:t>）代表</a:t>
            </a:r>
            <a:r>
              <a:rPr lang="zh-CN" altLang="en-US" sz="2400" b="1">
                <a:solidFill>
                  <a:schemeClr val="bg1"/>
                </a:solidFill>
                <a:latin typeface="quote-cjk-patch"/>
              </a:rPr>
              <a:t>一类资源</a:t>
            </a:r>
            <a:endParaRPr lang="en-US" altLang="zh-CN" sz="2400" b="1" i="0">
              <a:solidFill>
                <a:schemeClr val="bg1"/>
              </a:solidFill>
              <a:effectLst/>
              <a:latin typeface="quote-cjk-patch"/>
            </a:endParaRPr>
          </a:p>
          <a:p>
            <a:r>
              <a:rPr lang="zh-CN" altLang="en-US" sz="2400" b="1" i="0">
                <a:solidFill>
                  <a:schemeClr val="bg1"/>
                </a:solidFill>
                <a:effectLst/>
                <a:latin typeface="quote-cjk-patch"/>
              </a:rPr>
              <a:t>用 </a:t>
            </a:r>
            <a:r>
              <a:rPr lang="en-US" altLang="zh-CN" sz="2400" b="1" i="0">
                <a:solidFill>
                  <a:schemeClr val="bg1"/>
                </a:solidFill>
                <a:effectLst/>
                <a:latin typeface="quote-cjk-patch"/>
              </a:rPr>
              <a:t>HTTP </a:t>
            </a:r>
            <a:r>
              <a:rPr lang="zh-CN" altLang="en-US" sz="2400" b="1" i="0">
                <a:solidFill>
                  <a:schemeClr val="bg1"/>
                </a:solidFill>
                <a:effectLst/>
                <a:latin typeface="quote-cjk-patch"/>
              </a:rPr>
              <a:t>的动词（</a:t>
            </a:r>
            <a:r>
              <a:rPr lang="en-US" altLang="zh-CN" sz="2400" b="1" i="0">
                <a:solidFill>
                  <a:schemeClr val="bg1"/>
                </a:solidFill>
                <a:effectLst/>
                <a:latin typeface="quote-cjk-patch"/>
              </a:rPr>
              <a:t>GET/POST/PUT/DELETE</a:t>
            </a:r>
            <a:r>
              <a:rPr lang="zh-CN" altLang="en-US" sz="2400" b="1" i="0">
                <a:solidFill>
                  <a:schemeClr val="bg1"/>
                </a:solidFill>
                <a:effectLst/>
                <a:latin typeface="quote-cjk-patch"/>
              </a:rPr>
              <a:t>）代表你想干嘛</a:t>
            </a:r>
            <a:endParaRPr lang="en-US" altLang="zh-CN" sz="2400" b="1" i="0">
              <a:solidFill>
                <a:schemeClr val="bg1"/>
              </a:solidFill>
              <a:effectLst/>
              <a:latin typeface="quote-cjk-patch"/>
            </a:endParaRPr>
          </a:p>
          <a:p>
            <a:r>
              <a:rPr lang="zh-CN" altLang="en-US" sz="2400" b="1" i="0">
                <a:solidFill>
                  <a:schemeClr val="bg1"/>
                </a:solidFill>
                <a:effectLst/>
                <a:latin typeface="quote-cjk-patch"/>
              </a:rPr>
              <a:t>用 </a:t>
            </a:r>
            <a:r>
              <a:rPr lang="en-US" altLang="zh-CN" sz="2400" b="1" i="0">
                <a:solidFill>
                  <a:schemeClr val="bg1"/>
                </a:solidFill>
                <a:effectLst/>
                <a:latin typeface="quote-cjk-patch"/>
              </a:rPr>
              <a:t>Body</a:t>
            </a:r>
            <a:r>
              <a:rPr lang="zh-CN" altLang="en-US" sz="2400" b="1" i="0">
                <a:solidFill>
                  <a:schemeClr val="bg1"/>
                </a:solidFill>
                <a:effectLst/>
                <a:latin typeface="quote-cjk-patch"/>
              </a:rPr>
              <a:t>（</a:t>
            </a:r>
            <a:r>
              <a:rPr lang="en-US" altLang="zh-CN" sz="2400" b="1" i="0">
                <a:solidFill>
                  <a:schemeClr val="bg1"/>
                </a:solidFill>
                <a:effectLst/>
                <a:latin typeface="quote-cjk-patch"/>
              </a:rPr>
              <a:t>JSON</a:t>
            </a:r>
            <a:r>
              <a:rPr lang="zh-CN" altLang="en-US" sz="2400" b="1" i="0">
                <a:solidFill>
                  <a:schemeClr val="bg1"/>
                </a:solidFill>
                <a:effectLst/>
                <a:latin typeface="quote-cjk-patch"/>
              </a:rPr>
              <a:t>）代表你想让它变成什么样。</a:t>
            </a:r>
            <a:endParaRPr lang="zh-CN" altLang="en-US" sz="2400">
              <a:solidFill>
                <a:schemeClr val="bg1"/>
              </a:solidFill>
            </a:endParaRPr>
          </a:p>
        </p:txBody>
      </p:sp>
      <p:sp>
        <p:nvSpPr>
          <p:cNvPr id="11" name="文本框 10">
            <a:extLst>
              <a:ext uri="{FF2B5EF4-FFF2-40B4-BE49-F238E27FC236}">
                <a16:creationId xmlns:a16="http://schemas.microsoft.com/office/drawing/2014/main" id="{FE226182-7961-9793-BA4F-4B85C95AE034}"/>
              </a:ext>
            </a:extLst>
          </p:cNvPr>
          <p:cNvSpPr txBox="1"/>
          <p:nvPr/>
        </p:nvSpPr>
        <p:spPr>
          <a:xfrm>
            <a:off x="292100" y="1301750"/>
            <a:ext cx="6229350" cy="2800350"/>
          </a:xfrm>
          <a:prstGeom prst="rightArrowCallout">
            <a:avLst>
              <a:gd name="adj1" fmla="val 25000"/>
              <a:gd name="adj2" fmla="val 25000"/>
              <a:gd name="adj3" fmla="val 25000"/>
              <a:gd name="adj4" fmla="val 83873"/>
            </a:avLst>
          </a:prstGeom>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wrap="square" lIns="360000" anchor="ctr">
            <a:noAutofit/>
          </a:bodyPr>
          <a:lstStyle/>
          <a:p>
            <a:r>
              <a:rPr lang="zh-CN" altLang="en-US" sz="2400" b="1" i="0">
                <a:solidFill>
                  <a:schemeClr val="bg1"/>
                </a:solidFill>
                <a:effectLst/>
                <a:latin typeface="quote-cjk-patch"/>
              </a:rPr>
              <a:t>前端不用管后端如何实现</a:t>
            </a:r>
            <a:endParaRPr lang="en-US" altLang="zh-CN" sz="2400">
              <a:solidFill>
                <a:schemeClr val="bg1"/>
              </a:solidFill>
            </a:endParaRPr>
          </a:p>
          <a:p>
            <a:r>
              <a:rPr lang="zh-CN" altLang="en-US" sz="2400" b="1" i="0">
                <a:solidFill>
                  <a:schemeClr val="bg1"/>
                </a:solidFill>
                <a:effectLst/>
                <a:latin typeface="quote-cjk-patch"/>
              </a:rPr>
              <a:t>前端只需知道：自己要干什么（修改</a:t>
            </a:r>
            <a:r>
              <a:rPr lang="en-US" altLang="zh-CN" sz="2400" b="1" i="0">
                <a:solidFill>
                  <a:schemeClr val="bg1"/>
                </a:solidFill>
                <a:effectLst/>
                <a:latin typeface="quote-cjk-patch"/>
              </a:rPr>
              <a:t>——put</a:t>
            </a:r>
            <a:r>
              <a:rPr lang="zh-CN" altLang="en-US" sz="2400" b="1" i="0">
                <a:solidFill>
                  <a:schemeClr val="bg1"/>
                </a:solidFill>
                <a:effectLst/>
                <a:latin typeface="quote-cjk-patch"/>
              </a:rPr>
              <a:t>，部分修改</a:t>
            </a:r>
            <a:r>
              <a:rPr lang="en-US" altLang="zh-CN" sz="2400" b="1" i="0">
                <a:solidFill>
                  <a:schemeClr val="bg1"/>
                </a:solidFill>
                <a:effectLst/>
                <a:latin typeface="quote-cjk-patch"/>
              </a:rPr>
              <a:t>——patch</a:t>
            </a:r>
            <a:r>
              <a:rPr lang="zh-CN" altLang="en-US" sz="2400" b="1" i="0">
                <a:solidFill>
                  <a:schemeClr val="bg1"/>
                </a:solidFill>
                <a:effectLst/>
                <a:latin typeface="quote-cjk-patch"/>
              </a:rPr>
              <a:t>，插入</a:t>
            </a:r>
            <a:r>
              <a:rPr lang="en-US" altLang="zh-CN" sz="2400" b="1" i="0">
                <a:solidFill>
                  <a:schemeClr val="bg1"/>
                </a:solidFill>
                <a:effectLst/>
                <a:latin typeface="quote-cjk-patch"/>
              </a:rPr>
              <a:t>——post</a:t>
            </a:r>
            <a:r>
              <a:rPr lang="zh-CN" altLang="en-US" sz="2400" b="1" i="0">
                <a:solidFill>
                  <a:schemeClr val="bg1"/>
                </a:solidFill>
                <a:effectLst/>
                <a:latin typeface="quote-cjk-patch"/>
              </a:rPr>
              <a:t>，查询</a:t>
            </a:r>
            <a:r>
              <a:rPr lang="en-US" altLang="zh-CN" sz="2400" b="1" i="0">
                <a:solidFill>
                  <a:schemeClr val="bg1"/>
                </a:solidFill>
                <a:effectLst/>
                <a:latin typeface="quote-cjk-patch"/>
              </a:rPr>
              <a:t>——get</a:t>
            </a:r>
            <a:r>
              <a:rPr lang="zh-CN" altLang="en-US" sz="2400" b="1" i="0">
                <a:solidFill>
                  <a:schemeClr val="bg1"/>
                </a:solidFill>
                <a:effectLst/>
                <a:latin typeface="quote-cjk-patch"/>
              </a:rPr>
              <a:t>），自己要处理什么资源（</a:t>
            </a:r>
            <a:r>
              <a:rPr lang="en-US" altLang="zh-CN" sz="2400" b="1" i="0">
                <a:solidFill>
                  <a:schemeClr val="bg1"/>
                </a:solidFill>
                <a:effectLst/>
                <a:latin typeface="quote-cjk-patch"/>
              </a:rPr>
              <a:t>users</a:t>
            </a:r>
            <a:r>
              <a:rPr lang="zh-CN" altLang="en-US" sz="2400" b="1" i="0">
                <a:solidFill>
                  <a:schemeClr val="bg1"/>
                </a:solidFill>
                <a:effectLst/>
                <a:latin typeface="quote-cjk-patch"/>
              </a:rPr>
              <a:t>，</a:t>
            </a:r>
            <a:r>
              <a:rPr lang="en-US" altLang="zh-CN" sz="2400" b="1" i="0">
                <a:solidFill>
                  <a:schemeClr val="bg1"/>
                </a:solidFill>
                <a:effectLst/>
                <a:latin typeface="quote-cjk-patch"/>
              </a:rPr>
              <a:t>scores</a:t>
            </a:r>
            <a:r>
              <a:rPr lang="zh-CN" altLang="en-US" sz="2400" b="1" i="0">
                <a:solidFill>
                  <a:schemeClr val="bg1"/>
                </a:solidFill>
                <a:effectLst/>
                <a:latin typeface="quote-cjk-patch"/>
              </a:rPr>
              <a:t>，</a:t>
            </a:r>
            <a:r>
              <a:rPr lang="en-US" altLang="zh-CN" sz="2400" b="1" i="0">
                <a:solidFill>
                  <a:schemeClr val="bg1"/>
                </a:solidFill>
                <a:effectLst/>
                <a:latin typeface="quote-cjk-patch"/>
              </a:rPr>
              <a:t>tasks</a:t>
            </a:r>
            <a:r>
              <a:rPr lang="zh-CN" altLang="en-US" sz="2400" b="1" i="0">
                <a:solidFill>
                  <a:schemeClr val="bg1"/>
                </a:solidFill>
                <a:effectLst/>
                <a:latin typeface="quote-cjk-patch"/>
              </a:rPr>
              <a:t>，</a:t>
            </a:r>
            <a:r>
              <a:rPr lang="en-US" altLang="zh-CN" sz="2400" b="1" i="0">
                <a:solidFill>
                  <a:schemeClr val="bg1"/>
                </a:solidFill>
                <a:effectLst/>
                <a:latin typeface="quote-cjk-patch"/>
              </a:rPr>
              <a:t>courses</a:t>
            </a:r>
            <a:r>
              <a:rPr lang="zh-CN" altLang="en-US" sz="2400" b="1" i="0">
                <a:solidFill>
                  <a:schemeClr val="bg1"/>
                </a:solidFill>
                <a:effectLst/>
                <a:latin typeface="quote-cjk-patch"/>
              </a:rPr>
              <a:t>），即可写好请求</a:t>
            </a:r>
            <a:endParaRPr lang="en-US" altLang="zh-CN" sz="2400" b="1" i="0">
              <a:solidFill>
                <a:schemeClr val="bg1"/>
              </a:solidFill>
              <a:effectLst/>
              <a:latin typeface="quote-cjk-patch"/>
            </a:endParaRPr>
          </a:p>
          <a:p>
            <a:r>
              <a:rPr lang="zh-CN" altLang="en-US" sz="2400" b="1">
                <a:solidFill>
                  <a:schemeClr val="bg1"/>
                </a:solidFill>
                <a:latin typeface="quote-cjk-patch"/>
              </a:rPr>
              <a:t>耦合度低</a:t>
            </a:r>
            <a:endParaRPr lang="en-US" altLang="zh-CN" sz="2400" b="1" i="0">
              <a:solidFill>
                <a:schemeClr val="bg1"/>
              </a:solidFill>
              <a:effectLst/>
              <a:latin typeface="quote-cjk-patch"/>
            </a:endParaRPr>
          </a:p>
        </p:txBody>
      </p:sp>
      <p:sp>
        <p:nvSpPr>
          <p:cNvPr id="12" name="文本框 11">
            <a:extLst>
              <a:ext uri="{FF2B5EF4-FFF2-40B4-BE49-F238E27FC236}">
                <a16:creationId xmlns:a16="http://schemas.microsoft.com/office/drawing/2014/main" id="{E128526C-7A7C-1D79-9291-B85121D448B0}"/>
              </a:ext>
            </a:extLst>
          </p:cNvPr>
          <p:cNvSpPr txBox="1"/>
          <p:nvPr/>
        </p:nvSpPr>
        <p:spPr>
          <a:xfrm>
            <a:off x="5829300" y="1301750"/>
            <a:ext cx="6070600" cy="2800350"/>
          </a:xfrm>
          <a:prstGeom prst="leftArrowCallout">
            <a:avLst>
              <a:gd name="adj1" fmla="val 25000"/>
              <a:gd name="adj2" fmla="val 25000"/>
              <a:gd name="adj3" fmla="val 25000"/>
              <a:gd name="adj4" fmla="val 84332"/>
            </a:avLst>
          </a:prstGeom>
          <a:solidFill>
            <a:srgbClr val="FF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wrap="square" lIns="360000" anchor="ctr">
            <a:noAutofit/>
          </a:bodyPr>
          <a:lstStyle/>
          <a:p>
            <a:r>
              <a:rPr lang="zh-CN" altLang="en-US" sz="2400" b="1" i="0">
                <a:solidFill>
                  <a:schemeClr val="bg1"/>
                </a:solidFill>
                <a:effectLst/>
                <a:latin typeface="quote-cjk-patch"/>
              </a:rPr>
              <a:t>前端</a:t>
            </a:r>
            <a:r>
              <a:rPr lang="zh-CN" altLang="en-US" sz="2400" b="1">
                <a:solidFill>
                  <a:schemeClr val="bg1"/>
                </a:solidFill>
                <a:latin typeface="quote-cjk-patch"/>
              </a:rPr>
              <a:t>要知道</a:t>
            </a:r>
            <a:r>
              <a:rPr lang="zh-CN" altLang="en-US" sz="2400" b="1" i="0">
                <a:solidFill>
                  <a:schemeClr val="bg1"/>
                </a:solidFill>
                <a:effectLst/>
                <a:latin typeface="quote-cjk-patch"/>
              </a:rPr>
              <a:t>后端如何实现（插入</a:t>
            </a:r>
            <a:r>
              <a:rPr lang="en-US" altLang="zh-CN" sz="2400" b="1" i="0">
                <a:solidFill>
                  <a:schemeClr val="bg1"/>
                </a:solidFill>
                <a:effectLst/>
                <a:latin typeface="quote-cjk-patch"/>
              </a:rPr>
              <a:t>——createUser</a:t>
            </a:r>
            <a:r>
              <a:rPr lang="zh-CN" altLang="en-US" sz="2400" b="1" i="0">
                <a:solidFill>
                  <a:schemeClr val="bg1"/>
                </a:solidFill>
                <a:effectLst/>
                <a:latin typeface="quote-cjk-patch"/>
              </a:rPr>
              <a:t>，修改</a:t>
            </a:r>
            <a:r>
              <a:rPr lang="en-US" altLang="zh-CN" sz="2400" b="1" i="0">
                <a:solidFill>
                  <a:schemeClr val="bg1"/>
                </a:solidFill>
                <a:effectLst/>
                <a:latin typeface="quote-cjk-patch"/>
              </a:rPr>
              <a:t>——updateUser</a:t>
            </a:r>
            <a:r>
              <a:rPr lang="zh-CN" altLang="en-US" sz="2400" b="1" i="0">
                <a:solidFill>
                  <a:schemeClr val="bg1"/>
                </a:solidFill>
                <a:effectLst/>
                <a:latin typeface="quote-cjk-patch"/>
              </a:rPr>
              <a:t>，删除</a:t>
            </a:r>
            <a:r>
              <a:rPr lang="en-US" altLang="zh-CN" sz="2400" b="1" i="0">
                <a:solidFill>
                  <a:schemeClr val="bg1"/>
                </a:solidFill>
                <a:effectLst/>
                <a:latin typeface="quote-cjk-patch"/>
              </a:rPr>
              <a:t>——deleteUser</a:t>
            </a:r>
            <a:r>
              <a:rPr lang="zh-CN" altLang="en-US" sz="2400" b="1" i="0">
                <a:solidFill>
                  <a:schemeClr val="bg1"/>
                </a:solidFill>
                <a:effectLst/>
                <a:latin typeface="quote-cjk-patch"/>
              </a:rPr>
              <a:t>，查询</a:t>
            </a:r>
            <a:r>
              <a:rPr lang="en-US" altLang="zh-CN" sz="2400" b="1" i="0">
                <a:solidFill>
                  <a:schemeClr val="bg1"/>
                </a:solidFill>
                <a:effectLst/>
                <a:latin typeface="quote-cjk-patch"/>
              </a:rPr>
              <a:t>——getUser</a:t>
            </a:r>
            <a:r>
              <a:rPr lang="zh-CN" altLang="en-US" sz="2400" b="1" i="0">
                <a:solidFill>
                  <a:schemeClr val="bg1"/>
                </a:solidFill>
                <a:effectLst/>
                <a:latin typeface="quote-cjk-patch"/>
              </a:rPr>
              <a:t>）</a:t>
            </a:r>
            <a:endParaRPr lang="en-US" altLang="zh-CN" sz="2400" b="1" i="0">
              <a:solidFill>
                <a:schemeClr val="bg1"/>
              </a:solidFill>
              <a:effectLst/>
              <a:latin typeface="quote-cjk-patch"/>
            </a:endParaRPr>
          </a:p>
          <a:p>
            <a:r>
              <a:rPr lang="zh-CN" altLang="en-US" sz="2400" b="1">
                <a:solidFill>
                  <a:schemeClr val="bg1"/>
                </a:solidFill>
                <a:latin typeface="quote-cjk-patch"/>
              </a:rPr>
              <a:t>后端暴露了很多细节，有安全隐患</a:t>
            </a:r>
            <a:endParaRPr lang="en-US" altLang="zh-CN" sz="2400" b="1" i="0">
              <a:solidFill>
                <a:schemeClr val="bg1"/>
              </a:solidFill>
              <a:effectLst/>
              <a:latin typeface="quote-cjk-patch"/>
            </a:endParaRPr>
          </a:p>
          <a:p>
            <a:r>
              <a:rPr lang="zh-CN" altLang="en-US" sz="2400" b="1">
                <a:solidFill>
                  <a:schemeClr val="bg1"/>
                </a:solidFill>
                <a:latin typeface="quote-cjk-patch"/>
              </a:rPr>
              <a:t>解耦困难：后端一改，前端就必须改。</a:t>
            </a:r>
            <a:endParaRPr lang="en-US" altLang="zh-CN" sz="2400">
              <a:solidFill>
                <a:schemeClr val="bg1"/>
              </a:solidFill>
            </a:endParaRPr>
          </a:p>
        </p:txBody>
      </p:sp>
    </p:spTree>
    <p:extLst>
      <p:ext uri="{BB962C8B-B14F-4D97-AF65-F5344CB8AC3E}">
        <p14:creationId xmlns:p14="http://schemas.microsoft.com/office/powerpoint/2010/main" val="66708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xit" presetSubtype="4" fill="hold" grpId="1" nodeType="clickEffect">
                                  <p:stCondLst>
                                    <p:cond delay="0"/>
                                  </p:stCondLst>
                                  <p:childTnLst>
                                    <p:anim calcmode="lin" valueType="num">
                                      <p:cBhvr additive="base">
                                        <p:cTn id="20" dur="500"/>
                                        <p:tgtEl>
                                          <p:spTgt spid="12"/>
                                        </p:tgtEl>
                                        <p:attrNameLst>
                                          <p:attrName>ppt_x</p:attrName>
                                        </p:attrNameLst>
                                      </p:cBhvr>
                                      <p:tavLst>
                                        <p:tav tm="0">
                                          <p:val>
                                            <p:strVal val="ppt_x"/>
                                          </p:val>
                                        </p:tav>
                                        <p:tav tm="100000">
                                          <p:val>
                                            <p:strVal val="ppt_x"/>
                                          </p:val>
                                        </p:tav>
                                      </p:tavLst>
                                    </p:anim>
                                    <p:anim calcmode="lin" valueType="num">
                                      <p:cBhvr additive="base">
                                        <p:cTn id="21" dur="500"/>
                                        <p:tgtEl>
                                          <p:spTgt spid="12"/>
                                        </p:tgtEl>
                                        <p:attrNameLst>
                                          <p:attrName>ppt_y</p:attrName>
                                        </p:attrNameLst>
                                      </p:cBhvr>
                                      <p:tavLst>
                                        <p:tav tm="0">
                                          <p:val>
                                            <p:strVal val="ppt_y"/>
                                          </p:val>
                                        </p:tav>
                                        <p:tav tm="100000">
                                          <p:val>
                                            <p:strVal val="1+ppt_h/2"/>
                                          </p:val>
                                        </p:tav>
                                      </p:tavLst>
                                    </p:anim>
                                    <p:set>
                                      <p:cBhvr>
                                        <p:cTn id="22" dur="1" fill="hold">
                                          <p:stCondLst>
                                            <p:cond delay="499"/>
                                          </p:stCondLst>
                                        </p:cTn>
                                        <p:tgtEl>
                                          <p:spTgt spid="1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000"/>
                                        <p:tgtEl>
                                          <p:spTgt spid="11"/>
                                        </p:tgtEl>
                                      </p:cBhvr>
                                    </p:animEffect>
                                    <p:anim calcmode="lin" valueType="num">
                                      <p:cBhvr>
                                        <p:cTn id="28" dur="1000" fill="hold"/>
                                        <p:tgtEl>
                                          <p:spTgt spid="11"/>
                                        </p:tgtEl>
                                        <p:attrNameLst>
                                          <p:attrName>ppt_x</p:attrName>
                                        </p:attrNameLst>
                                      </p:cBhvr>
                                      <p:tavLst>
                                        <p:tav tm="0">
                                          <p:val>
                                            <p:strVal val="#ppt_x"/>
                                          </p:val>
                                        </p:tav>
                                        <p:tav tm="100000">
                                          <p:val>
                                            <p:strVal val="#ppt_x"/>
                                          </p:val>
                                        </p:tav>
                                      </p:tavLst>
                                    </p:anim>
                                    <p:anim calcmode="lin" valueType="num">
                                      <p:cBhvr>
                                        <p:cTn id="2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0"/>
                                        <p:tgtEl>
                                          <p:spTgt spid="10"/>
                                        </p:tgtEl>
                                      </p:cBhvr>
                                    </p:animEffect>
                                    <p:anim calcmode="lin" valueType="num">
                                      <p:cBhvr>
                                        <p:cTn id="35" dur="1000" fill="hold"/>
                                        <p:tgtEl>
                                          <p:spTgt spid="10"/>
                                        </p:tgtEl>
                                        <p:attrNameLst>
                                          <p:attrName>ppt_x</p:attrName>
                                        </p:attrNameLst>
                                      </p:cBhvr>
                                      <p:tavLst>
                                        <p:tav tm="0">
                                          <p:val>
                                            <p:strVal val="#ppt_x"/>
                                          </p:val>
                                        </p:tav>
                                        <p:tav tm="100000">
                                          <p:val>
                                            <p:strVal val="#ppt_x"/>
                                          </p:val>
                                        </p:tav>
                                      </p:tavLst>
                                    </p:anim>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2"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28048C76-7B74-7B9F-B332-F03ECB92DAAE}"/>
              </a:ext>
            </a:extLst>
          </p:cNvPr>
          <p:cNvSpPr>
            <a:spLocks noGrp="1"/>
          </p:cNvSpPr>
          <p:nvPr>
            <p:ph type="body" sz="quarter" idx="18"/>
          </p:nvPr>
        </p:nvSpPr>
        <p:spPr/>
        <p:txBody>
          <a:bodyPr/>
          <a:lstStyle/>
          <a:p>
            <a:r>
              <a:rPr lang="zh-CN" altLang="en-US"/>
              <a:t>如何你是一位前端工程师，你希望</a:t>
            </a:r>
          </a:p>
        </p:txBody>
      </p:sp>
      <p:graphicFrame>
        <p:nvGraphicFramePr>
          <p:cNvPr id="4" name="内容占位符 3">
            <a:extLst>
              <a:ext uri="{FF2B5EF4-FFF2-40B4-BE49-F238E27FC236}">
                <a16:creationId xmlns:a16="http://schemas.microsoft.com/office/drawing/2014/main" id="{70B7F831-6CBD-C422-52B9-69EB5F52FD35}"/>
              </a:ext>
            </a:extLst>
          </p:cNvPr>
          <p:cNvGraphicFramePr>
            <a:graphicFrameLocks noGrp="1"/>
          </p:cNvGraphicFramePr>
          <p:nvPr>
            <p:ph sz="quarter" idx="19"/>
            <p:extLst>
              <p:ext uri="{D42A27DB-BD31-4B8C-83A1-F6EECF244321}">
                <p14:modId xmlns:p14="http://schemas.microsoft.com/office/powerpoint/2010/main" val="2601124950"/>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内容占位符 8">
            <a:extLst>
              <a:ext uri="{FF2B5EF4-FFF2-40B4-BE49-F238E27FC236}">
                <a16:creationId xmlns:a16="http://schemas.microsoft.com/office/drawing/2014/main" id="{DF9CBE17-C8B0-1048-D8CA-163BC2542660}"/>
              </a:ext>
            </a:extLst>
          </p:cNvPr>
          <p:cNvPicPr>
            <a:picLocks noChangeAspect="1"/>
          </p:cNvPicPr>
          <p:nvPr/>
        </p:nvPicPr>
        <p:blipFill>
          <a:blip r:embed="rId7"/>
          <a:stretch>
            <a:fillRect/>
          </a:stretch>
        </p:blipFill>
        <p:spPr>
          <a:xfrm>
            <a:off x="850256" y="1590301"/>
            <a:ext cx="10171428" cy="2571429"/>
          </a:xfrm>
          <a:prstGeom prst="rect">
            <a:avLst/>
          </a:prstGeom>
        </p:spPr>
      </p:pic>
      <p:sp>
        <p:nvSpPr>
          <p:cNvPr id="5" name="矩形 4">
            <a:extLst>
              <a:ext uri="{FF2B5EF4-FFF2-40B4-BE49-F238E27FC236}">
                <a16:creationId xmlns:a16="http://schemas.microsoft.com/office/drawing/2014/main" id="{3CDD5943-7766-955F-C329-B636A6D9C72F}"/>
              </a:ext>
            </a:extLst>
          </p:cNvPr>
          <p:cNvSpPr/>
          <p:nvPr/>
        </p:nvSpPr>
        <p:spPr>
          <a:xfrm>
            <a:off x="4552084" y="2967335"/>
            <a:ext cx="2954656" cy="923330"/>
          </a:xfrm>
          <a:prstGeom prst="rect">
            <a:avLst/>
          </a:prstGeom>
          <a:noFill/>
        </p:spPr>
        <p:txBody>
          <a:bodyPr wrap="none" lIns="91440" tIns="45720" rIns="91440" bIns="45720">
            <a:spAutoFit/>
          </a:bodyPr>
          <a:lstStyle/>
          <a:p>
            <a:pPr algn="ctr"/>
            <a:r>
              <a:rPr lang="zh-CN" altLang="en-US" sz="5400" b="0" cap="none" spc="0">
                <a:ln w="0"/>
                <a:solidFill>
                  <a:schemeClr val="accent1"/>
                </a:solidFill>
                <a:effectLst>
                  <a:outerShdw blurRad="38100" dist="25400" dir="5400000" algn="ctr" rotWithShape="0">
                    <a:srgbClr val="6E747A">
                      <a:alpha val="43000"/>
                    </a:srgbClr>
                  </a:outerShdw>
                </a:effectLst>
              </a:rPr>
              <a:t>选哪种？</a:t>
            </a:r>
          </a:p>
        </p:txBody>
      </p:sp>
    </p:spTree>
    <p:extLst>
      <p:ext uri="{BB962C8B-B14F-4D97-AF65-F5344CB8AC3E}">
        <p14:creationId xmlns:p14="http://schemas.microsoft.com/office/powerpoint/2010/main" val="3164684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FBA8901D-C98D-408A-8E37-828DE07B2BD0}"/>
                                            </p:graphicEl>
                                          </p:spTgt>
                                        </p:tgtEl>
                                        <p:attrNameLst>
                                          <p:attrName>style.visibility</p:attrName>
                                        </p:attrNameLst>
                                      </p:cBhvr>
                                      <p:to>
                                        <p:strVal val="visible"/>
                                      </p:to>
                                    </p:set>
                                    <p:anim calcmode="lin" valueType="num">
                                      <p:cBhvr additive="base">
                                        <p:cTn id="7" dur="500" fill="hold"/>
                                        <p:tgtEl>
                                          <p:spTgt spid="4">
                                            <p:graphicEl>
                                              <a:dgm id="{FBA8901D-C98D-408A-8E37-828DE07B2BD0}"/>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FBA8901D-C98D-408A-8E37-828DE07B2BD0}"/>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BD9060DF-FCAB-4F40-B698-E70EFE4574AF}"/>
                                            </p:graphicEl>
                                          </p:spTgt>
                                        </p:tgtEl>
                                        <p:attrNameLst>
                                          <p:attrName>style.visibility</p:attrName>
                                        </p:attrNameLst>
                                      </p:cBhvr>
                                      <p:to>
                                        <p:strVal val="visible"/>
                                      </p:to>
                                    </p:set>
                                    <p:anim calcmode="lin" valueType="num">
                                      <p:cBhvr additive="base">
                                        <p:cTn id="13" dur="500" fill="hold"/>
                                        <p:tgtEl>
                                          <p:spTgt spid="4">
                                            <p:graphicEl>
                                              <a:dgm id="{BD9060DF-FCAB-4F40-B698-E70EFE4574AF}"/>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BD9060DF-FCAB-4F40-B698-E70EFE4574AF}"/>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graphicEl>
                                              <a:dgm id="{175895D1-F6AF-4FF7-94FD-B18B7D40945A}"/>
                                            </p:graphicEl>
                                          </p:spTgt>
                                        </p:tgtEl>
                                        <p:attrNameLst>
                                          <p:attrName>style.visibility</p:attrName>
                                        </p:attrNameLst>
                                      </p:cBhvr>
                                      <p:to>
                                        <p:strVal val="visible"/>
                                      </p:to>
                                    </p:set>
                                    <p:anim calcmode="lin" valueType="num">
                                      <p:cBhvr additive="base">
                                        <p:cTn id="19" dur="500" fill="hold"/>
                                        <p:tgtEl>
                                          <p:spTgt spid="4">
                                            <p:graphicEl>
                                              <a:dgm id="{175895D1-F6AF-4FF7-94FD-B18B7D40945A}"/>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graphicEl>
                                              <a:dgm id="{175895D1-F6AF-4FF7-94FD-B18B7D40945A}"/>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graphicEl>
                                              <a:dgm id="{59ECC968-CA93-4371-A9B8-1C2446075C1F}"/>
                                            </p:graphicEl>
                                          </p:spTgt>
                                        </p:tgtEl>
                                        <p:attrNameLst>
                                          <p:attrName>style.visibility</p:attrName>
                                        </p:attrNameLst>
                                      </p:cBhvr>
                                      <p:to>
                                        <p:strVal val="visible"/>
                                      </p:to>
                                    </p:set>
                                    <p:anim calcmode="lin" valueType="num">
                                      <p:cBhvr additive="base">
                                        <p:cTn id="25" dur="500" fill="hold"/>
                                        <p:tgtEl>
                                          <p:spTgt spid="4">
                                            <p:graphicEl>
                                              <a:dgm id="{59ECC968-CA93-4371-A9B8-1C2446075C1F}"/>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graphicEl>
                                              <a:dgm id="{59ECC968-CA93-4371-A9B8-1C2446075C1F}"/>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graphicEl>
                                              <a:dgm id="{86818E8D-26AC-4B0F-9016-67E9ADE4309D}"/>
                                            </p:graphicEl>
                                          </p:spTgt>
                                        </p:tgtEl>
                                        <p:attrNameLst>
                                          <p:attrName>style.visibility</p:attrName>
                                        </p:attrNameLst>
                                      </p:cBhvr>
                                      <p:to>
                                        <p:strVal val="visible"/>
                                      </p:to>
                                    </p:set>
                                    <p:anim calcmode="lin" valueType="num">
                                      <p:cBhvr additive="base">
                                        <p:cTn id="31" dur="500" fill="hold"/>
                                        <p:tgtEl>
                                          <p:spTgt spid="4">
                                            <p:graphicEl>
                                              <a:dgm id="{86818E8D-26AC-4B0F-9016-67E9ADE4309D}"/>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graphicEl>
                                              <a:dgm id="{86818E8D-26AC-4B0F-9016-67E9ADE4309D}"/>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graphicEl>
                                              <a:dgm id="{C3FDB0A5-7C34-409D-A9A6-AE36CDBCB8A9}"/>
                                            </p:graphicEl>
                                          </p:spTgt>
                                        </p:tgtEl>
                                        <p:attrNameLst>
                                          <p:attrName>style.visibility</p:attrName>
                                        </p:attrNameLst>
                                      </p:cBhvr>
                                      <p:to>
                                        <p:strVal val="visible"/>
                                      </p:to>
                                    </p:set>
                                    <p:anim calcmode="lin" valueType="num">
                                      <p:cBhvr additive="base">
                                        <p:cTn id="37" dur="500" fill="hold"/>
                                        <p:tgtEl>
                                          <p:spTgt spid="4">
                                            <p:graphicEl>
                                              <a:dgm id="{C3FDB0A5-7C34-409D-A9A6-AE36CDBCB8A9}"/>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C3FDB0A5-7C34-409D-A9A6-AE36CDBCB8A9}"/>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1000"/>
                                        <p:tgtEl>
                                          <p:spTgt spid="3"/>
                                        </p:tgtEl>
                                      </p:cBhvr>
                                    </p:animEffect>
                                    <p:anim calcmode="lin" valueType="num">
                                      <p:cBhvr>
                                        <p:cTn id="44" dur="1000" fill="hold"/>
                                        <p:tgtEl>
                                          <p:spTgt spid="3"/>
                                        </p:tgtEl>
                                        <p:attrNameLst>
                                          <p:attrName>ppt_x</p:attrName>
                                        </p:attrNameLst>
                                      </p:cBhvr>
                                      <p:tavLst>
                                        <p:tav tm="0">
                                          <p:val>
                                            <p:strVal val="#ppt_x"/>
                                          </p:val>
                                        </p:tav>
                                        <p:tav tm="100000">
                                          <p:val>
                                            <p:strVal val="#ppt_x"/>
                                          </p:val>
                                        </p:tav>
                                      </p:tavLst>
                                    </p:anim>
                                    <p:anim calcmode="lin" valueType="num">
                                      <p:cBhvr>
                                        <p:cTn id="45" dur="1000" fill="hold"/>
                                        <p:tgtEl>
                                          <p:spTgt spid="3"/>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fade">
                                      <p:cBhvr>
                                        <p:cTn id="48" dur="1000"/>
                                        <p:tgtEl>
                                          <p:spTgt spid="5"/>
                                        </p:tgtEl>
                                      </p:cBhvr>
                                    </p:animEffect>
                                    <p:anim calcmode="lin" valueType="num">
                                      <p:cBhvr>
                                        <p:cTn id="49" dur="1000" fill="hold"/>
                                        <p:tgtEl>
                                          <p:spTgt spid="5"/>
                                        </p:tgtEl>
                                        <p:attrNameLst>
                                          <p:attrName>ppt_x</p:attrName>
                                        </p:attrNameLst>
                                      </p:cBhvr>
                                      <p:tavLst>
                                        <p:tav tm="0">
                                          <p:val>
                                            <p:strVal val="#ppt_x"/>
                                          </p:val>
                                        </p:tav>
                                        <p:tav tm="100000">
                                          <p:val>
                                            <p:strVal val="#ppt_x"/>
                                          </p:val>
                                        </p:tav>
                                      </p:tavLst>
                                    </p:anim>
                                    <p:anim calcmode="lin" valueType="num">
                                      <p:cBhvr>
                                        <p:cTn id="5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a:extLst>
              <a:ext uri="{FF2B5EF4-FFF2-40B4-BE49-F238E27FC236}">
                <a16:creationId xmlns:a16="http://schemas.microsoft.com/office/drawing/2014/main" id="{0905062A-AEAC-EF9E-F2DE-7DCA586A58D3}"/>
              </a:ext>
            </a:extLst>
          </p:cNvPr>
          <p:cNvSpPr>
            <a:spLocks noGrp="1"/>
          </p:cNvSpPr>
          <p:nvPr>
            <p:ph sz="quarter" idx="19"/>
          </p:nvPr>
        </p:nvSpPr>
        <p:spPr/>
        <p:txBody>
          <a:bodyPr/>
          <a:lstStyle/>
          <a:p>
            <a:r>
              <a:rPr lang="en-US" altLang="zh-CN"/>
              <a:t>HTTP </a:t>
            </a:r>
            <a:r>
              <a:rPr lang="zh-CN" altLang="en-US"/>
              <a:t>方法（</a:t>
            </a:r>
            <a:r>
              <a:rPr lang="en-US" altLang="zh-CN"/>
              <a:t>GET/POST/PUT/DELETE</a:t>
            </a:r>
            <a:r>
              <a:rPr lang="zh-CN" altLang="en-US"/>
              <a:t>） </a:t>
            </a:r>
            <a:endParaRPr lang="en-US" altLang="zh-CN"/>
          </a:p>
          <a:p>
            <a:r>
              <a:rPr lang="zh-CN" altLang="en-US"/>
              <a:t>状态码（</a:t>
            </a:r>
            <a:r>
              <a:rPr lang="en-US" altLang="zh-CN"/>
              <a:t>200/404/500</a:t>
            </a:r>
            <a:r>
              <a:rPr lang="zh-CN" altLang="en-US"/>
              <a:t>） </a:t>
            </a:r>
            <a:endParaRPr lang="en-US" altLang="zh-CN"/>
          </a:p>
          <a:p>
            <a:r>
              <a:rPr lang="zh-CN" altLang="en-US"/>
              <a:t>请求头（</a:t>
            </a:r>
            <a:r>
              <a:rPr lang="en-US" altLang="zh-CN"/>
              <a:t>Content-Type</a:t>
            </a:r>
            <a:r>
              <a:rPr lang="zh-CN" altLang="en-US"/>
              <a:t>、</a:t>
            </a:r>
            <a:r>
              <a:rPr lang="en-US" altLang="zh-CN"/>
              <a:t>Accept</a:t>
            </a:r>
            <a:r>
              <a:rPr lang="zh-CN" altLang="en-US"/>
              <a:t>） </a:t>
            </a:r>
            <a:endParaRPr lang="en-US" altLang="zh-CN"/>
          </a:p>
          <a:p>
            <a:r>
              <a:rPr lang="zh-CN" altLang="en-US"/>
              <a:t> 响应头（</a:t>
            </a:r>
            <a:r>
              <a:rPr lang="en-US" altLang="zh-CN"/>
              <a:t>Cache-Control</a:t>
            </a:r>
            <a:r>
              <a:rPr lang="zh-CN" altLang="en-US"/>
              <a:t>）</a:t>
            </a:r>
          </a:p>
        </p:txBody>
      </p:sp>
      <p:pic>
        <p:nvPicPr>
          <p:cNvPr id="10" name="内容占位符 9">
            <a:extLst>
              <a:ext uri="{FF2B5EF4-FFF2-40B4-BE49-F238E27FC236}">
                <a16:creationId xmlns:a16="http://schemas.microsoft.com/office/drawing/2014/main" id="{C531376E-9AAE-D981-8B71-9590004F3847}"/>
              </a:ext>
            </a:extLst>
          </p:cNvPr>
          <p:cNvPicPr>
            <a:picLocks noGrp="1" noChangeAspect="1"/>
          </p:cNvPicPr>
          <p:nvPr>
            <p:ph sz="quarter" idx="20"/>
          </p:nvPr>
        </p:nvPicPr>
        <p:blipFill>
          <a:blip r:embed="rId2"/>
          <a:stretch>
            <a:fillRect/>
          </a:stretch>
        </p:blipFill>
        <p:spPr>
          <a:xfrm>
            <a:off x="699076" y="3558309"/>
            <a:ext cx="7279701" cy="2376487"/>
          </a:xfrm>
          <a:prstGeom prst="rect">
            <a:avLst/>
          </a:prstGeom>
        </p:spPr>
      </p:pic>
      <p:sp>
        <p:nvSpPr>
          <p:cNvPr id="6" name="文本占位符 5">
            <a:extLst>
              <a:ext uri="{FF2B5EF4-FFF2-40B4-BE49-F238E27FC236}">
                <a16:creationId xmlns:a16="http://schemas.microsoft.com/office/drawing/2014/main" id="{7F1A70C7-135A-1DED-56B7-71E3D2DDD298}"/>
              </a:ext>
            </a:extLst>
          </p:cNvPr>
          <p:cNvSpPr>
            <a:spLocks noGrp="1"/>
          </p:cNvSpPr>
          <p:nvPr>
            <p:ph type="body" sz="quarter" idx="18"/>
          </p:nvPr>
        </p:nvSpPr>
        <p:spPr>
          <a:prstGeom prst="rect">
            <a:avLst/>
          </a:prstGeom>
        </p:spPr>
        <p:txBody>
          <a:bodyPr/>
          <a:lstStyle/>
          <a:p>
            <a:r>
              <a:rPr lang="zh-CN" altLang="en-US"/>
              <a:t>统一接口的 </a:t>
            </a:r>
            <a:r>
              <a:rPr lang="en-US" altLang="zh-CN"/>
              <a:t>4 </a:t>
            </a:r>
            <a:r>
              <a:rPr lang="zh-CN" altLang="en-US"/>
              <a:t>个子约束</a:t>
            </a:r>
            <a:r>
              <a:rPr lang="en-US" altLang="zh-CN"/>
              <a:t>——</a:t>
            </a:r>
            <a:r>
              <a:rPr lang="zh-CN" altLang="en-US"/>
              <a:t>自描述消息</a:t>
            </a:r>
          </a:p>
        </p:txBody>
      </p:sp>
    </p:spTree>
    <p:extLst>
      <p:ext uri="{BB962C8B-B14F-4D97-AF65-F5344CB8AC3E}">
        <p14:creationId xmlns:p14="http://schemas.microsoft.com/office/powerpoint/2010/main" val="25469687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12DD0718-1830-E1A3-F0C5-D1F1ED56420E}"/>
              </a:ext>
            </a:extLst>
          </p:cNvPr>
          <p:cNvSpPr>
            <a:spLocks noGrp="1"/>
          </p:cNvSpPr>
          <p:nvPr>
            <p:ph type="body" sz="quarter" idx="18"/>
          </p:nvPr>
        </p:nvSpPr>
        <p:spPr/>
        <p:txBody>
          <a:bodyPr/>
          <a:lstStyle/>
          <a:p>
            <a:r>
              <a:rPr lang="en-US" altLang="zh-CN"/>
              <a:t>HTTP</a:t>
            </a:r>
            <a:r>
              <a:rPr lang="zh-CN" altLang="en-US"/>
              <a:t>方法的使用案例</a:t>
            </a:r>
          </a:p>
        </p:txBody>
      </p:sp>
      <p:pic>
        <p:nvPicPr>
          <p:cNvPr id="12" name="内容占位符 11">
            <a:extLst>
              <a:ext uri="{FF2B5EF4-FFF2-40B4-BE49-F238E27FC236}">
                <a16:creationId xmlns:a16="http://schemas.microsoft.com/office/drawing/2014/main" id="{5E98930F-06FC-57F4-0607-0FC628F99E2B}"/>
              </a:ext>
            </a:extLst>
          </p:cNvPr>
          <p:cNvPicPr>
            <a:picLocks noGrp="1" noChangeAspect="1"/>
          </p:cNvPicPr>
          <p:nvPr>
            <p:ph sz="quarter" idx="19"/>
          </p:nvPr>
        </p:nvPicPr>
        <p:blipFill>
          <a:blip r:embed="rId2"/>
          <a:stretch>
            <a:fillRect/>
          </a:stretch>
        </p:blipFill>
        <p:spPr>
          <a:xfrm>
            <a:off x="1048384" y="2059988"/>
            <a:ext cx="10152381" cy="3314286"/>
          </a:xfrm>
          <a:prstGeom prst="rect">
            <a:avLst/>
          </a:prstGeom>
        </p:spPr>
      </p:pic>
    </p:spTree>
    <p:extLst>
      <p:ext uri="{BB962C8B-B14F-4D97-AF65-F5344CB8AC3E}">
        <p14:creationId xmlns:p14="http://schemas.microsoft.com/office/powerpoint/2010/main" val="2951262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C16B698-CDD3-F517-74FE-DE2F6D3527E9}"/>
              </a:ext>
            </a:extLst>
          </p:cNvPr>
          <p:cNvSpPr>
            <a:spLocks noGrp="1"/>
          </p:cNvSpPr>
          <p:nvPr>
            <p:ph type="body" sz="quarter" idx="18"/>
          </p:nvPr>
        </p:nvSpPr>
        <p:spPr/>
        <p:txBody>
          <a:bodyPr/>
          <a:lstStyle/>
          <a:p>
            <a:r>
              <a:rPr lang="zh-CN" altLang="en-US"/>
              <a:t>作业三</a:t>
            </a:r>
          </a:p>
        </p:txBody>
      </p:sp>
      <p:pic>
        <p:nvPicPr>
          <p:cNvPr id="5" name="内容占位符 4">
            <a:extLst>
              <a:ext uri="{FF2B5EF4-FFF2-40B4-BE49-F238E27FC236}">
                <a16:creationId xmlns:a16="http://schemas.microsoft.com/office/drawing/2014/main" id="{E3504095-586B-5602-CCEB-D3921EF44071}"/>
              </a:ext>
            </a:extLst>
          </p:cNvPr>
          <p:cNvPicPr>
            <a:picLocks noGrp="1" noChangeAspect="1"/>
          </p:cNvPicPr>
          <p:nvPr>
            <p:ph sz="quarter" idx="19"/>
          </p:nvPr>
        </p:nvPicPr>
        <p:blipFill>
          <a:blip r:embed="rId2"/>
          <a:srcRect b="79090"/>
          <a:stretch>
            <a:fillRect/>
          </a:stretch>
        </p:blipFill>
        <p:spPr>
          <a:xfrm>
            <a:off x="1235132" y="892032"/>
            <a:ext cx="8633576" cy="1204624"/>
          </a:xfrm>
          <a:prstGeom prst="rect">
            <a:avLst/>
          </a:prstGeom>
        </p:spPr>
      </p:pic>
      <p:graphicFrame>
        <p:nvGraphicFramePr>
          <p:cNvPr id="6" name="表格 5">
            <a:extLst>
              <a:ext uri="{FF2B5EF4-FFF2-40B4-BE49-F238E27FC236}">
                <a16:creationId xmlns:a16="http://schemas.microsoft.com/office/drawing/2014/main" id="{69CE31FB-636F-AD8B-713C-7B26A0FE462A}"/>
              </a:ext>
            </a:extLst>
          </p:cNvPr>
          <p:cNvGraphicFramePr>
            <a:graphicFrameLocks noGrp="1"/>
          </p:cNvGraphicFramePr>
          <p:nvPr>
            <p:extLst>
              <p:ext uri="{D42A27DB-BD31-4B8C-83A1-F6EECF244321}">
                <p14:modId xmlns:p14="http://schemas.microsoft.com/office/powerpoint/2010/main" val="3490080043"/>
              </p:ext>
            </p:extLst>
          </p:nvPr>
        </p:nvGraphicFramePr>
        <p:xfrm>
          <a:off x="1000856" y="2383904"/>
          <a:ext cx="9879580" cy="3961476"/>
        </p:xfrm>
        <a:graphic>
          <a:graphicData uri="http://schemas.openxmlformats.org/drawingml/2006/table">
            <a:tbl>
              <a:tblPr firstRow="1" firstCol="1" bandRow="1">
                <a:tableStyleId>{8799B23B-EC83-4686-B30A-512413B5E67A}</a:tableStyleId>
              </a:tblPr>
              <a:tblGrid>
                <a:gridCol w="4665137">
                  <a:extLst>
                    <a:ext uri="{9D8B030D-6E8A-4147-A177-3AD203B41FA5}">
                      <a16:colId xmlns:a16="http://schemas.microsoft.com/office/drawing/2014/main" val="3096340433"/>
                    </a:ext>
                  </a:extLst>
                </a:gridCol>
                <a:gridCol w="5214443">
                  <a:extLst>
                    <a:ext uri="{9D8B030D-6E8A-4147-A177-3AD203B41FA5}">
                      <a16:colId xmlns:a16="http://schemas.microsoft.com/office/drawing/2014/main" val="4067272111"/>
                    </a:ext>
                  </a:extLst>
                </a:gridCol>
              </a:tblGrid>
              <a:tr h="660246">
                <a:tc>
                  <a:txBody>
                    <a:bodyPr/>
                    <a:lstStyle/>
                    <a:p>
                      <a:pPr indent="304800" algn="ctr">
                        <a:lnSpc>
                          <a:spcPts val="1600"/>
                        </a:lnSpc>
                        <a:buNone/>
                      </a:pPr>
                      <a:r>
                        <a:rPr lang="zh-CN" sz="2000" kern="100">
                          <a:effectLst/>
                        </a:rPr>
                        <a:t>操作</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304800" algn="ctr">
                        <a:lnSpc>
                          <a:spcPts val="1600"/>
                        </a:lnSpc>
                        <a:buNone/>
                      </a:pPr>
                      <a:r>
                        <a:rPr lang="en-US" sz="2000" kern="100">
                          <a:effectLst/>
                        </a:rPr>
                        <a:t>HTTP</a:t>
                      </a:r>
                      <a:r>
                        <a:rPr lang="zh-CN" sz="2000" kern="100">
                          <a:effectLst/>
                        </a:rPr>
                        <a:t>方法</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96979960"/>
                  </a:ext>
                </a:extLst>
              </a:tr>
              <a:tr h="660246">
                <a:tc>
                  <a:txBody>
                    <a:bodyPr/>
                    <a:lstStyle/>
                    <a:p>
                      <a:pPr indent="304800" algn="ctr">
                        <a:lnSpc>
                          <a:spcPts val="1600"/>
                        </a:lnSpc>
                        <a:buNone/>
                      </a:pPr>
                      <a:r>
                        <a:rPr lang="zh-CN" sz="2000" kern="100">
                          <a:effectLst/>
                        </a:rPr>
                        <a:t>获取用户列表</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304800" algn="ctr">
                        <a:lnSpc>
                          <a:spcPts val="1600"/>
                        </a:lnSpc>
                        <a:buNone/>
                      </a:pPr>
                      <a:r>
                        <a:rPr lang="en-US" sz="2000" kern="100">
                          <a:effectLst/>
                        </a:rPr>
                        <a:t> </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95453544"/>
                  </a:ext>
                </a:extLst>
              </a:tr>
              <a:tr h="660246">
                <a:tc>
                  <a:txBody>
                    <a:bodyPr/>
                    <a:lstStyle/>
                    <a:p>
                      <a:pPr indent="304800" algn="ctr">
                        <a:lnSpc>
                          <a:spcPts val="1600"/>
                        </a:lnSpc>
                        <a:buNone/>
                      </a:pPr>
                      <a:r>
                        <a:rPr lang="zh-CN" sz="2000" kern="100">
                          <a:effectLst/>
                        </a:rPr>
                        <a:t>创建新用户</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304800" algn="ctr">
                        <a:lnSpc>
                          <a:spcPts val="1600"/>
                        </a:lnSpc>
                        <a:buNone/>
                      </a:pPr>
                      <a:r>
                        <a:rPr lang="en-US" sz="2000" kern="100">
                          <a:effectLst/>
                        </a:rPr>
                        <a:t> </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90445140"/>
                  </a:ext>
                </a:extLst>
              </a:tr>
              <a:tr h="660246">
                <a:tc>
                  <a:txBody>
                    <a:bodyPr/>
                    <a:lstStyle/>
                    <a:p>
                      <a:pPr indent="304800" algn="ctr">
                        <a:lnSpc>
                          <a:spcPts val="1600"/>
                        </a:lnSpc>
                        <a:buNone/>
                      </a:pPr>
                      <a:r>
                        <a:rPr lang="zh-CN" sz="2000" kern="100">
                          <a:effectLst/>
                        </a:rPr>
                        <a:t>更新用户完整信息</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304800" algn="ctr">
                        <a:lnSpc>
                          <a:spcPts val="1600"/>
                        </a:lnSpc>
                        <a:buNone/>
                      </a:pPr>
                      <a:r>
                        <a:rPr lang="en-US" sz="2000" kern="100">
                          <a:effectLst/>
                        </a:rPr>
                        <a:t> </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215923820"/>
                  </a:ext>
                </a:extLst>
              </a:tr>
              <a:tr h="660246">
                <a:tc>
                  <a:txBody>
                    <a:bodyPr/>
                    <a:lstStyle/>
                    <a:p>
                      <a:pPr indent="304800" algn="ctr">
                        <a:lnSpc>
                          <a:spcPts val="1600"/>
                        </a:lnSpc>
                        <a:buNone/>
                      </a:pPr>
                      <a:r>
                        <a:rPr lang="zh-CN" sz="2000" kern="100">
                          <a:effectLst/>
                        </a:rPr>
                        <a:t>修改用户密码</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304800" algn="ctr">
                        <a:lnSpc>
                          <a:spcPts val="1600"/>
                        </a:lnSpc>
                        <a:buNone/>
                      </a:pPr>
                      <a:r>
                        <a:rPr lang="en-US" sz="2000" kern="100">
                          <a:effectLst/>
                        </a:rPr>
                        <a:t> </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84863191"/>
                  </a:ext>
                </a:extLst>
              </a:tr>
              <a:tr h="660246">
                <a:tc>
                  <a:txBody>
                    <a:bodyPr/>
                    <a:lstStyle/>
                    <a:p>
                      <a:pPr indent="304800" algn="ctr">
                        <a:lnSpc>
                          <a:spcPts val="1600"/>
                        </a:lnSpc>
                        <a:buNone/>
                      </a:pPr>
                      <a:r>
                        <a:rPr lang="zh-CN" sz="2000" kern="100">
                          <a:effectLst/>
                        </a:rPr>
                        <a:t>删除用户</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304800" algn="ctr">
                        <a:lnSpc>
                          <a:spcPts val="1600"/>
                        </a:lnSpc>
                        <a:buNone/>
                      </a:pPr>
                      <a:r>
                        <a:rPr lang="en-US" sz="2000" kern="100">
                          <a:effectLst/>
                        </a:rPr>
                        <a:t> </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324776236"/>
                  </a:ext>
                </a:extLst>
              </a:tr>
            </a:tbl>
          </a:graphicData>
        </a:graphic>
      </p:graphicFrame>
    </p:spTree>
    <p:extLst>
      <p:ext uri="{BB962C8B-B14F-4D97-AF65-F5344CB8AC3E}">
        <p14:creationId xmlns:p14="http://schemas.microsoft.com/office/powerpoint/2010/main" val="11003558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a:extLst>
              <a:ext uri="{FF2B5EF4-FFF2-40B4-BE49-F238E27FC236}">
                <a16:creationId xmlns:a16="http://schemas.microsoft.com/office/drawing/2014/main" id="{453C84F9-C0C4-8271-6295-54BD2BA7FECE}"/>
              </a:ext>
            </a:extLst>
          </p:cNvPr>
          <p:cNvSpPr>
            <a:spLocks noGrp="1"/>
          </p:cNvSpPr>
          <p:nvPr>
            <p:ph type="body" sz="quarter" idx="18"/>
          </p:nvPr>
        </p:nvSpPr>
        <p:spPr/>
        <p:txBody>
          <a:bodyPr/>
          <a:lstStyle/>
          <a:p>
            <a:r>
              <a:rPr lang="zh-CN" altLang="en-US"/>
              <a:t>状态码</a:t>
            </a:r>
          </a:p>
        </p:txBody>
      </p:sp>
      <p:pic>
        <p:nvPicPr>
          <p:cNvPr id="17" name="内容占位符 7">
            <a:extLst>
              <a:ext uri="{FF2B5EF4-FFF2-40B4-BE49-F238E27FC236}">
                <a16:creationId xmlns:a16="http://schemas.microsoft.com/office/drawing/2014/main" id="{9C8BAC1E-DD77-F1B4-5BB0-0BB6971BFAFE}"/>
              </a:ext>
            </a:extLst>
          </p:cNvPr>
          <p:cNvPicPr>
            <a:picLocks noGrp="1" noChangeAspect="1"/>
          </p:cNvPicPr>
          <p:nvPr>
            <p:ph sz="quarter" idx="19"/>
          </p:nvPr>
        </p:nvPicPr>
        <p:blipFill>
          <a:blip r:embed="rId2"/>
          <a:stretch>
            <a:fillRect/>
          </a:stretch>
        </p:blipFill>
        <p:spPr>
          <a:xfrm>
            <a:off x="117712" y="755493"/>
            <a:ext cx="6793281" cy="3604069"/>
          </a:xfrm>
          <a:prstGeom prst="rect">
            <a:avLst/>
          </a:prstGeom>
        </p:spPr>
      </p:pic>
      <p:pic>
        <p:nvPicPr>
          <p:cNvPr id="18" name="内容占位符 17">
            <a:extLst>
              <a:ext uri="{FF2B5EF4-FFF2-40B4-BE49-F238E27FC236}">
                <a16:creationId xmlns:a16="http://schemas.microsoft.com/office/drawing/2014/main" id="{EC64047E-5059-8DB8-EA87-1931B72A5648}"/>
              </a:ext>
            </a:extLst>
          </p:cNvPr>
          <p:cNvPicPr>
            <a:picLocks noGrp="1" noChangeAspect="1"/>
          </p:cNvPicPr>
          <p:nvPr>
            <p:ph sz="quarter" idx="20"/>
          </p:nvPr>
        </p:nvPicPr>
        <p:blipFill>
          <a:blip r:embed="rId3"/>
          <a:stretch>
            <a:fillRect/>
          </a:stretch>
        </p:blipFill>
        <p:spPr>
          <a:xfrm>
            <a:off x="4735369" y="3269145"/>
            <a:ext cx="7203132" cy="3253924"/>
          </a:xfrm>
          <a:prstGeom prst="rect">
            <a:avLst/>
          </a:prstGeom>
        </p:spPr>
      </p:pic>
    </p:spTree>
    <p:extLst>
      <p:ext uri="{BB962C8B-B14F-4D97-AF65-F5344CB8AC3E}">
        <p14:creationId xmlns:p14="http://schemas.microsoft.com/office/powerpoint/2010/main" val="151589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1000"/>
                                        <p:tgtEl>
                                          <p:spTgt spid="18"/>
                                        </p:tgtEl>
                                      </p:cBhvr>
                                    </p:animEffect>
                                    <p:anim calcmode="lin" valueType="num">
                                      <p:cBhvr>
                                        <p:cTn id="15" dur="1000" fill="hold"/>
                                        <p:tgtEl>
                                          <p:spTgt spid="18"/>
                                        </p:tgtEl>
                                        <p:attrNameLst>
                                          <p:attrName>ppt_x</p:attrName>
                                        </p:attrNameLst>
                                      </p:cBhvr>
                                      <p:tavLst>
                                        <p:tav tm="0">
                                          <p:val>
                                            <p:strVal val="#ppt_x"/>
                                          </p:val>
                                        </p:tav>
                                        <p:tav tm="100000">
                                          <p:val>
                                            <p:strVal val="#ppt_x"/>
                                          </p:val>
                                        </p:tav>
                                      </p:tavLst>
                                    </p:anim>
                                    <p:anim calcmode="lin" valueType="num">
                                      <p:cBhvr>
                                        <p:cTn id="1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a:extLst>
              <a:ext uri="{FF2B5EF4-FFF2-40B4-BE49-F238E27FC236}">
                <a16:creationId xmlns:a16="http://schemas.microsoft.com/office/drawing/2014/main" id="{E1D12D81-8B1C-F5DA-3BFF-6FAF37D5F4D1}"/>
              </a:ext>
            </a:extLst>
          </p:cNvPr>
          <p:cNvSpPr>
            <a:spLocks noGrp="1"/>
          </p:cNvSpPr>
          <p:nvPr>
            <p:ph type="body" sz="quarter" idx="18"/>
          </p:nvPr>
        </p:nvSpPr>
        <p:spPr/>
        <p:txBody>
          <a:bodyPr/>
          <a:lstStyle/>
          <a:p>
            <a:r>
              <a:rPr lang="zh-CN" altLang="en-US"/>
              <a:t>作业四：状态码的使用</a:t>
            </a:r>
          </a:p>
        </p:txBody>
      </p:sp>
      <p:pic>
        <p:nvPicPr>
          <p:cNvPr id="6" name="内容占位符 5">
            <a:extLst>
              <a:ext uri="{FF2B5EF4-FFF2-40B4-BE49-F238E27FC236}">
                <a16:creationId xmlns:a16="http://schemas.microsoft.com/office/drawing/2014/main" id="{E4929C98-93FA-DBE6-EE75-0596476DC634}"/>
              </a:ext>
            </a:extLst>
          </p:cNvPr>
          <p:cNvPicPr>
            <a:picLocks noGrp="1" noChangeAspect="1"/>
          </p:cNvPicPr>
          <p:nvPr>
            <p:ph sz="quarter" idx="19"/>
          </p:nvPr>
        </p:nvPicPr>
        <p:blipFill>
          <a:blip r:embed="rId2"/>
          <a:stretch>
            <a:fillRect/>
          </a:stretch>
        </p:blipFill>
        <p:spPr>
          <a:xfrm>
            <a:off x="850256" y="849622"/>
            <a:ext cx="6410581" cy="1191614"/>
          </a:xfrm>
          <a:prstGeom prst="rect">
            <a:avLst/>
          </a:prstGeom>
        </p:spPr>
      </p:pic>
      <p:graphicFrame>
        <p:nvGraphicFramePr>
          <p:cNvPr id="8" name="表格 7">
            <a:extLst>
              <a:ext uri="{FF2B5EF4-FFF2-40B4-BE49-F238E27FC236}">
                <a16:creationId xmlns:a16="http://schemas.microsoft.com/office/drawing/2014/main" id="{E99A2544-5216-1571-6B35-537F7DE630E7}"/>
              </a:ext>
            </a:extLst>
          </p:cNvPr>
          <p:cNvGraphicFramePr>
            <a:graphicFrameLocks noGrp="1"/>
          </p:cNvGraphicFramePr>
          <p:nvPr>
            <p:extLst>
              <p:ext uri="{D42A27DB-BD31-4B8C-83A1-F6EECF244321}">
                <p14:modId xmlns:p14="http://schemas.microsoft.com/office/powerpoint/2010/main" val="953347391"/>
              </p:ext>
            </p:extLst>
          </p:nvPr>
        </p:nvGraphicFramePr>
        <p:xfrm>
          <a:off x="850256" y="2236643"/>
          <a:ext cx="9859706" cy="4351336"/>
        </p:xfrm>
        <a:graphic>
          <a:graphicData uri="http://schemas.openxmlformats.org/drawingml/2006/table">
            <a:tbl>
              <a:tblPr firstRow="1" firstCol="1" bandRow="1">
                <a:tableStyleId>{8799B23B-EC83-4686-B30A-512413B5E67A}</a:tableStyleId>
              </a:tblPr>
              <a:tblGrid>
                <a:gridCol w="4655753">
                  <a:extLst>
                    <a:ext uri="{9D8B030D-6E8A-4147-A177-3AD203B41FA5}">
                      <a16:colId xmlns:a16="http://schemas.microsoft.com/office/drawing/2014/main" val="2726837746"/>
                    </a:ext>
                  </a:extLst>
                </a:gridCol>
                <a:gridCol w="5203953">
                  <a:extLst>
                    <a:ext uri="{9D8B030D-6E8A-4147-A177-3AD203B41FA5}">
                      <a16:colId xmlns:a16="http://schemas.microsoft.com/office/drawing/2014/main" val="4291155410"/>
                    </a:ext>
                  </a:extLst>
                </a:gridCol>
              </a:tblGrid>
              <a:tr h="395576">
                <a:tc>
                  <a:txBody>
                    <a:bodyPr/>
                    <a:lstStyle/>
                    <a:p>
                      <a:pPr indent="304800" algn="ctr">
                        <a:lnSpc>
                          <a:spcPts val="1600"/>
                        </a:lnSpc>
                        <a:buNone/>
                      </a:pPr>
                      <a:r>
                        <a:rPr lang="zh-CN" sz="1800" kern="100">
                          <a:effectLst/>
                        </a:rPr>
                        <a:t>场景</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tc>
                  <a:txBody>
                    <a:bodyPr/>
                    <a:lstStyle/>
                    <a:p>
                      <a:pPr algn="ctr">
                        <a:lnSpc>
                          <a:spcPts val="1600"/>
                        </a:lnSpc>
                        <a:buNone/>
                      </a:pPr>
                      <a:r>
                        <a:rPr lang="en-US" sz="1800" kern="100">
                          <a:effectLst/>
                        </a:rPr>
                        <a:t>HTTP</a:t>
                      </a:r>
                      <a:r>
                        <a:rPr lang="zh-CN" sz="1800" kern="100">
                          <a:effectLst/>
                        </a:rPr>
                        <a:t>状态码</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extLst>
                  <a:ext uri="{0D108BD9-81ED-4DB2-BD59-A6C34878D82A}">
                    <a16:rowId xmlns:a16="http://schemas.microsoft.com/office/drawing/2014/main" val="3314414780"/>
                  </a:ext>
                </a:extLst>
              </a:tr>
              <a:tr h="395576">
                <a:tc>
                  <a:txBody>
                    <a:bodyPr/>
                    <a:lstStyle/>
                    <a:p>
                      <a:pPr indent="304800" algn="ctr">
                        <a:lnSpc>
                          <a:spcPts val="1600"/>
                        </a:lnSpc>
                        <a:buNone/>
                      </a:pPr>
                      <a:r>
                        <a:rPr lang="zh-CN" sz="1800" kern="100">
                          <a:effectLst/>
                        </a:rPr>
                        <a:t>成功获取用户信息</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tc>
                  <a:txBody>
                    <a:bodyPr/>
                    <a:lstStyle/>
                    <a:p>
                      <a:pPr algn="ctr">
                        <a:lnSpc>
                          <a:spcPts val="1600"/>
                        </a:lnSpc>
                        <a:buNone/>
                      </a:pPr>
                      <a:r>
                        <a:rPr lang="en-US" sz="1800" kern="100">
                          <a:effectLst/>
                        </a:rPr>
                        <a:t> </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extLst>
                  <a:ext uri="{0D108BD9-81ED-4DB2-BD59-A6C34878D82A}">
                    <a16:rowId xmlns:a16="http://schemas.microsoft.com/office/drawing/2014/main" val="4227861815"/>
                  </a:ext>
                </a:extLst>
              </a:tr>
              <a:tr h="395576">
                <a:tc>
                  <a:txBody>
                    <a:bodyPr/>
                    <a:lstStyle/>
                    <a:p>
                      <a:pPr indent="304800" algn="ctr">
                        <a:lnSpc>
                          <a:spcPts val="1600"/>
                        </a:lnSpc>
                        <a:buNone/>
                      </a:pPr>
                      <a:r>
                        <a:rPr lang="zh-CN" sz="1800" kern="100">
                          <a:effectLst/>
                        </a:rPr>
                        <a:t>创建新课程成功</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tc>
                  <a:txBody>
                    <a:bodyPr/>
                    <a:lstStyle/>
                    <a:p>
                      <a:pPr algn="ctr">
                        <a:lnSpc>
                          <a:spcPts val="1600"/>
                        </a:lnSpc>
                        <a:buNone/>
                      </a:pPr>
                      <a:r>
                        <a:rPr lang="en-US" sz="1800" kern="100">
                          <a:effectLst/>
                        </a:rPr>
                        <a:t> </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extLst>
                  <a:ext uri="{0D108BD9-81ED-4DB2-BD59-A6C34878D82A}">
                    <a16:rowId xmlns:a16="http://schemas.microsoft.com/office/drawing/2014/main" val="4255498212"/>
                  </a:ext>
                </a:extLst>
              </a:tr>
              <a:tr h="395576">
                <a:tc>
                  <a:txBody>
                    <a:bodyPr/>
                    <a:lstStyle/>
                    <a:p>
                      <a:pPr indent="304800" algn="ctr">
                        <a:lnSpc>
                          <a:spcPts val="1600"/>
                        </a:lnSpc>
                        <a:buNone/>
                      </a:pPr>
                      <a:r>
                        <a:rPr lang="zh-CN" sz="1800" kern="100">
                          <a:effectLst/>
                        </a:rPr>
                        <a:t>删除学生成功（无返回数据）</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tc>
                  <a:txBody>
                    <a:bodyPr/>
                    <a:lstStyle/>
                    <a:p>
                      <a:pPr algn="ctr">
                        <a:lnSpc>
                          <a:spcPts val="1600"/>
                        </a:lnSpc>
                        <a:buNone/>
                      </a:pPr>
                      <a:r>
                        <a:rPr lang="en-US" sz="1800" kern="100">
                          <a:effectLst/>
                        </a:rPr>
                        <a:t> </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extLst>
                  <a:ext uri="{0D108BD9-81ED-4DB2-BD59-A6C34878D82A}">
                    <a16:rowId xmlns:a16="http://schemas.microsoft.com/office/drawing/2014/main" val="2797256018"/>
                  </a:ext>
                </a:extLst>
              </a:tr>
              <a:tr h="395576">
                <a:tc>
                  <a:txBody>
                    <a:bodyPr/>
                    <a:lstStyle/>
                    <a:p>
                      <a:pPr indent="304800" algn="ctr">
                        <a:lnSpc>
                          <a:spcPts val="1600"/>
                        </a:lnSpc>
                        <a:buNone/>
                      </a:pPr>
                      <a:r>
                        <a:rPr lang="zh-CN" sz="1800" kern="100">
                          <a:effectLst/>
                        </a:rPr>
                        <a:t>请求参数缺少</a:t>
                      </a:r>
                      <a:r>
                        <a:rPr lang="en-US" sz="1800" kern="100">
                          <a:effectLst/>
                        </a:rPr>
                        <a:t>name</a:t>
                      </a:r>
                      <a:r>
                        <a:rPr lang="zh-CN" sz="1800" kern="100">
                          <a:effectLst/>
                        </a:rPr>
                        <a:t>字段</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tc>
                  <a:txBody>
                    <a:bodyPr/>
                    <a:lstStyle/>
                    <a:p>
                      <a:pPr algn="ctr">
                        <a:lnSpc>
                          <a:spcPts val="1600"/>
                        </a:lnSpc>
                        <a:buNone/>
                      </a:pPr>
                      <a:r>
                        <a:rPr lang="en-US" sz="1800" kern="100">
                          <a:effectLst/>
                        </a:rPr>
                        <a:t> </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extLst>
                  <a:ext uri="{0D108BD9-81ED-4DB2-BD59-A6C34878D82A}">
                    <a16:rowId xmlns:a16="http://schemas.microsoft.com/office/drawing/2014/main" val="3586114067"/>
                  </a:ext>
                </a:extLst>
              </a:tr>
              <a:tr h="395576">
                <a:tc>
                  <a:txBody>
                    <a:bodyPr/>
                    <a:lstStyle/>
                    <a:p>
                      <a:pPr indent="304800" algn="ctr">
                        <a:lnSpc>
                          <a:spcPts val="1600"/>
                        </a:lnSpc>
                        <a:buNone/>
                      </a:pPr>
                      <a:r>
                        <a:rPr lang="zh-CN" sz="1800" kern="100">
                          <a:effectLst/>
                        </a:rPr>
                        <a:t>未提供</a:t>
                      </a:r>
                      <a:r>
                        <a:rPr lang="en-US" sz="1800" kern="100">
                          <a:effectLst/>
                        </a:rPr>
                        <a:t>Token</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tc>
                  <a:txBody>
                    <a:bodyPr/>
                    <a:lstStyle/>
                    <a:p>
                      <a:pPr algn="ctr">
                        <a:lnSpc>
                          <a:spcPts val="1600"/>
                        </a:lnSpc>
                        <a:buNone/>
                      </a:pPr>
                      <a:r>
                        <a:rPr lang="en-US" sz="1800" kern="100">
                          <a:effectLst/>
                        </a:rPr>
                        <a:t> </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extLst>
                  <a:ext uri="{0D108BD9-81ED-4DB2-BD59-A6C34878D82A}">
                    <a16:rowId xmlns:a16="http://schemas.microsoft.com/office/drawing/2014/main" val="461941145"/>
                  </a:ext>
                </a:extLst>
              </a:tr>
              <a:tr h="395576">
                <a:tc>
                  <a:txBody>
                    <a:bodyPr/>
                    <a:lstStyle/>
                    <a:p>
                      <a:pPr indent="304800" algn="ctr">
                        <a:lnSpc>
                          <a:spcPts val="1600"/>
                        </a:lnSpc>
                        <a:buNone/>
                      </a:pPr>
                      <a:r>
                        <a:rPr lang="zh-CN" sz="1800" kern="100">
                          <a:effectLst/>
                        </a:rPr>
                        <a:t>已登录但无权查看成绩</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tc>
                  <a:txBody>
                    <a:bodyPr/>
                    <a:lstStyle/>
                    <a:p>
                      <a:pPr algn="ctr">
                        <a:lnSpc>
                          <a:spcPts val="1600"/>
                        </a:lnSpc>
                        <a:buNone/>
                      </a:pPr>
                      <a:r>
                        <a:rPr lang="en-US" sz="1800" kern="100">
                          <a:effectLst/>
                        </a:rPr>
                        <a:t> </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extLst>
                  <a:ext uri="{0D108BD9-81ED-4DB2-BD59-A6C34878D82A}">
                    <a16:rowId xmlns:a16="http://schemas.microsoft.com/office/drawing/2014/main" val="1824317741"/>
                  </a:ext>
                </a:extLst>
              </a:tr>
              <a:tr h="395576">
                <a:tc>
                  <a:txBody>
                    <a:bodyPr/>
                    <a:lstStyle/>
                    <a:p>
                      <a:pPr indent="304800" algn="ctr">
                        <a:lnSpc>
                          <a:spcPts val="1600"/>
                        </a:lnSpc>
                        <a:buNone/>
                      </a:pPr>
                      <a:r>
                        <a:rPr lang="zh-CN" sz="1800" kern="100">
                          <a:effectLst/>
                        </a:rPr>
                        <a:t>查询的用户不存在</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tc>
                  <a:txBody>
                    <a:bodyPr/>
                    <a:lstStyle/>
                    <a:p>
                      <a:pPr algn="ctr">
                        <a:lnSpc>
                          <a:spcPts val="1600"/>
                        </a:lnSpc>
                        <a:buNone/>
                      </a:pPr>
                      <a:r>
                        <a:rPr lang="en-US" sz="1800" kern="100">
                          <a:effectLst/>
                        </a:rPr>
                        <a:t> </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extLst>
                  <a:ext uri="{0D108BD9-81ED-4DB2-BD59-A6C34878D82A}">
                    <a16:rowId xmlns:a16="http://schemas.microsoft.com/office/drawing/2014/main" val="777043690"/>
                  </a:ext>
                </a:extLst>
              </a:tr>
              <a:tr h="395576">
                <a:tc>
                  <a:txBody>
                    <a:bodyPr/>
                    <a:lstStyle/>
                    <a:p>
                      <a:pPr indent="304800" algn="ctr">
                        <a:lnSpc>
                          <a:spcPts val="1600"/>
                        </a:lnSpc>
                        <a:buNone/>
                      </a:pPr>
                      <a:r>
                        <a:rPr lang="zh-CN" sz="1800" kern="100">
                          <a:effectLst/>
                        </a:rPr>
                        <a:t>邮箱格式校验失败</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tc>
                  <a:txBody>
                    <a:bodyPr/>
                    <a:lstStyle/>
                    <a:p>
                      <a:pPr algn="ctr">
                        <a:lnSpc>
                          <a:spcPts val="1600"/>
                        </a:lnSpc>
                        <a:buNone/>
                      </a:pPr>
                      <a:r>
                        <a:rPr lang="en-US" sz="1800" kern="100">
                          <a:effectLst/>
                        </a:rPr>
                        <a:t> </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extLst>
                  <a:ext uri="{0D108BD9-81ED-4DB2-BD59-A6C34878D82A}">
                    <a16:rowId xmlns:a16="http://schemas.microsoft.com/office/drawing/2014/main" val="2997754899"/>
                  </a:ext>
                </a:extLst>
              </a:tr>
              <a:tr h="395576">
                <a:tc>
                  <a:txBody>
                    <a:bodyPr/>
                    <a:lstStyle/>
                    <a:p>
                      <a:pPr indent="304800" algn="ctr">
                        <a:lnSpc>
                          <a:spcPts val="1600"/>
                        </a:lnSpc>
                        <a:buNone/>
                      </a:pPr>
                      <a:r>
                        <a:rPr lang="zh-CN" sz="1800" kern="100">
                          <a:effectLst/>
                        </a:rPr>
                        <a:t>触发限流</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tc>
                  <a:txBody>
                    <a:bodyPr/>
                    <a:lstStyle/>
                    <a:p>
                      <a:pPr algn="ctr">
                        <a:lnSpc>
                          <a:spcPts val="1600"/>
                        </a:lnSpc>
                        <a:buNone/>
                      </a:pPr>
                      <a:r>
                        <a:rPr lang="en-US" sz="1800" kern="100">
                          <a:effectLst/>
                        </a:rPr>
                        <a:t> </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extLst>
                  <a:ext uri="{0D108BD9-81ED-4DB2-BD59-A6C34878D82A}">
                    <a16:rowId xmlns:a16="http://schemas.microsoft.com/office/drawing/2014/main" val="383756782"/>
                  </a:ext>
                </a:extLst>
              </a:tr>
              <a:tr h="395576">
                <a:tc>
                  <a:txBody>
                    <a:bodyPr/>
                    <a:lstStyle/>
                    <a:p>
                      <a:pPr indent="304800" algn="ctr">
                        <a:lnSpc>
                          <a:spcPts val="1600"/>
                        </a:lnSpc>
                        <a:buNone/>
                      </a:pPr>
                      <a:r>
                        <a:rPr lang="zh-CN" sz="1800" kern="100">
                          <a:effectLst/>
                        </a:rPr>
                        <a:t>数据库连接失败</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tc>
                  <a:txBody>
                    <a:bodyPr/>
                    <a:lstStyle/>
                    <a:p>
                      <a:pPr algn="ctr">
                        <a:lnSpc>
                          <a:spcPts val="1600"/>
                        </a:lnSpc>
                        <a:buNone/>
                      </a:pPr>
                      <a:r>
                        <a:rPr lang="en-US" sz="1800" kern="100">
                          <a:effectLst/>
                        </a:rPr>
                        <a:t> </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465" marR="68465" marT="0" marB="0" anchor="ctr"/>
                </a:tc>
                <a:extLst>
                  <a:ext uri="{0D108BD9-81ED-4DB2-BD59-A6C34878D82A}">
                    <a16:rowId xmlns:a16="http://schemas.microsoft.com/office/drawing/2014/main" val="3732574353"/>
                  </a:ext>
                </a:extLst>
              </a:tr>
            </a:tbl>
          </a:graphicData>
        </a:graphic>
      </p:graphicFrame>
    </p:spTree>
    <p:extLst>
      <p:ext uri="{BB962C8B-B14F-4D97-AF65-F5344CB8AC3E}">
        <p14:creationId xmlns:p14="http://schemas.microsoft.com/office/powerpoint/2010/main" val="1219996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FE8F178-9BB6-D966-4DF9-0996459FCDFF}"/>
              </a:ext>
            </a:extLst>
          </p:cNvPr>
          <p:cNvSpPr>
            <a:spLocks noGrp="1"/>
          </p:cNvSpPr>
          <p:nvPr>
            <p:ph type="body" sz="quarter" idx="18"/>
          </p:nvPr>
        </p:nvSpPr>
        <p:spPr/>
        <p:txBody>
          <a:bodyPr/>
          <a:lstStyle/>
          <a:p>
            <a:r>
              <a:rPr lang="en-US" altLang="zh-CN"/>
              <a:t>HATEOAS</a:t>
            </a:r>
            <a:r>
              <a:rPr lang="zh-CN" altLang="en-US"/>
              <a:t>（超媒体驱动）</a:t>
            </a:r>
          </a:p>
        </p:txBody>
      </p:sp>
      <p:graphicFrame>
        <p:nvGraphicFramePr>
          <p:cNvPr id="4" name="内容占位符 3">
            <a:extLst>
              <a:ext uri="{FF2B5EF4-FFF2-40B4-BE49-F238E27FC236}">
                <a16:creationId xmlns:a16="http://schemas.microsoft.com/office/drawing/2014/main" id="{9D46A17B-50E5-C317-A5EA-7AED82F9D9FE}"/>
              </a:ext>
            </a:extLst>
          </p:cNvPr>
          <p:cNvGraphicFramePr>
            <a:graphicFrameLocks noGrp="1"/>
          </p:cNvGraphicFramePr>
          <p:nvPr>
            <p:ph sz="quarter" idx="19"/>
            <p:extLst>
              <p:ext uri="{D42A27DB-BD31-4B8C-83A1-F6EECF244321}">
                <p14:modId xmlns:p14="http://schemas.microsoft.com/office/powerpoint/2010/main" val="1464164913"/>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685769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27A94F25-9AB2-5C4F-24C3-12E6FF89BAF5}"/>
              </a:ext>
            </a:extLst>
          </p:cNvPr>
          <p:cNvSpPr>
            <a:spLocks noGrp="1"/>
          </p:cNvSpPr>
          <p:nvPr>
            <p:ph type="body" sz="quarter" idx="18"/>
          </p:nvPr>
        </p:nvSpPr>
        <p:spPr/>
        <p:txBody>
          <a:bodyPr/>
          <a:lstStyle/>
          <a:p>
            <a:r>
              <a:rPr lang="zh-CN" altLang="en-US"/>
              <a:t>作业五</a:t>
            </a:r>
          </a:p>
        </p:txBody>
      </p:sp>
      <p:pic>
        <p:nvPicPr>
          <p:cNvPr id="5" name="内容占位符 4">
            <a:extLst>
              <a:ext uri="{FF2B5EF4-FFF2-40B4-BE49-F238E27FC236}">
                <a16:creationId xmlns:a16="http://schemas.microsoft.com/office/drawing/2014/main" id="{2E634E67-316E-8623-CB74-FB23649B3130}"/>
              </a:ext>
            </a:extLst>
          </p:cNvPr>
          <p:cNvPicPr>
            <a:picLocks noGrp="1" noChangeAspect="1"/>
          </p:cNvPicPr>
          <p:nvPr>
            <p:ph sz="quarter" idx="19"/>
          </p:nvPr>
        </p:nvPicPr>
        <p:blipFill>
          <a:blip r:embed="rId2"/>
          <a:stretch>
            <a:fillRect/>
          </a:stretch>
        </p:blipFill>
        <p:spPr>
          <a:xfrm>
            <a:off x="1343010" y="898679"/>
            <a:ext cx="8990476" cy="1314286"/>
          </a:xfrm>
          <a:prstGeom prst="rect">
            <a:avLst/>
          </a:prstGeom>
        </p:spPr>
      </p:pic>
      <p:graphicFrame>
        <p:nvGraphicFramePr>
          <p:cNvPr id="6" name="表格 5">
            <a:extLst>
              <a:ext uri="{FF2B5EF4-FFF2-40B4-BE49-F238E27FC236}">
                <a16:creationId xmlns:a16="http://schemas.microsoft.com/office/drawing/2014/main" id="{9E36B682-F699-69D7-9A60-C90CF98A31E7}"/>
              </a:ext>
            </a:extLst>
          </p:cNvPr>
          <p:cNvGraphicFramePr>
            <a:graphicFrameLocks noGrp="1"/>
          </p:cNvGraphicFramePr>
          <p:nvPr/>
        </p:nvGraphicFramePr>
        <p:xfrm>
          <a:off x="1157874" y="2457429"/>
          <a:ext cx="9768744" cy="3501891"/>
        </p:xfrm>
        <a:graphic>
          <a:graphicData uri="http://schemas.openxmlformats.org/drawingml/2006/table">
            <a:tbl>
              <a:tblPr firstRow="1" firstCol="1" bandRow="1">
                <a:tableStyleId>{8799B23B-EC83-4686-B30A-512413B5E67A}</a:tableStyleId>
              </a:tblPr>
              <a:tblGrid>
                <a:gridCol w="4612801">
                  <a:extLst>
                    <a:ext uri="{9D8B030D-6E8A-4147-A177-3AD203B41FA5}">
                      <a16:colId xmlns:a16="http://schemas.microsoft.com/office/drawing/2014/main" val="3496551254"/>
                    </a:ext>
                  </a:extLst>
                </a:gridCol>
                <a:gridCol w="5155943">
                  <a:extLst>
                    <a:ext uri="{9D8B030D-6E8A-4147-A177-3AD203B41FA5}">
                      <a16:colId xmlns:a16="http://schemas.microsoft.com/office/drawing/2014/main" val="2516613448"/>
                    </a:ext>
                  </a:extLst>
                </a:gridCol>
              </a:tblGrid>
              <a:tr h="580393">
                <a:tc>
                  <a:txBody>
                    <a:bodyPr/>
                    <a:lstStyle/>
                    <a:p>
                      <a:pPr indent="304800" algn="ctr">
                        <a:lnSpc>
                          <a:spcPts val="1600"/>
                        </a:lnSpc>
                        <a:buNone/>
                      </a:pPr>
                      <a:r>
                        <a:rPr lang="en-US" sz="1800" kern="100">
                          <a:effectLst/>
                        </a:rPr>
                        <a:t>RPC</a:t>
                      </a:r>
                      <a:r>
                        <a:rPr lang="zh-CN" sz="1800" kern="100">
                          <a:effectLst/>
                        </a:rPr>
                        <a:t>风格</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en-US" sz="1800" kern="100">
                          <a:effectLst/>
                        </a:rPr>
                        <a:t>RESTful</a:t>
                      </a:r>
                      <a:r>
                        <a:rPr lang="zh-CN" sz="1800" kern="100">
                          <a:effectLst/>
                        </a:rPr>
                        <a:t>风格</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73361273"/>
                  </a:ext>
                </a:extLst>
              </a:tr>
              <a:tr h="580393">
                <a:tc>
                  <a:txBody>
                    <a:bodyPr/>
                    <a:lstStyle/>
                    <a:p>
                      <a:pPr indent="304800" algn="ctr">
                        <a:lnSpc>
                          <a:spcPts val="1600"/>
                        </a:lnSpc>
                        <a:buNone/>
                      </a:pPr>
                      <a:r>
                        <a:rPr lang="en-US" sz="1800" kern="100">
                          <a:effectLst/>
                        </a:rPr>
                        <a:t>GET /getStudent?id=123</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31219358"/>
                  </a:ext>
                </a:extLst>
              </a:tr>
              <a:tr h="580393">
                <a:tc>
                  <a:txBody>
                    <a:bodyPr/>
                    <a:lstStyle/>
                    <a:p>
                      <a:pPr indent="304800" algn="ctr">
                        <a:lnSpc>
                          <a:spcPts val="1600"/>
                        </a:lnSpc>
                        <a:buNone/>
                      </a:pPr>
                      <a:r>
                        <a:rPr lang="en-US" sz="1800" kern="100">
                          <a:effectLst/>
                        </a:rPr>
                        <a:t>POST /createCourse</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en-US" sz="1800" kern="100">
                          <a:effectLst/>
                        </a:rPr>
                        <a:t> </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99069761"/>
                  </a:ext>
                </a:extLst>
              </a:tr>
              <a:tr h="580393">
                <a:tc>
                  <a:txBody>
                    <a:bodyPr/>
                    <a:lstStyle/>
                    <a:p>
                      <a:pPr indent="304800" algn="ctr">
                        <a:lnSpc>
                          <a:spcPts val="1600"/>
                        </a:lnSpc>
                        <a:buNone/>
                      </a:pPr>
                      <a:r>
                        <a:rPr lang="en-US" sz="1800" kern="100">
                          <a:effectLst/>
                        </a:rPr>
                        <a:t>POST /updateScore</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en-US" sz="1800" kern="100">
                          <a:effectLst/>
                        </a:rPr>
                        <a:t> </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82960820"/>
                  </a:ext>
                </a:extLst>
              </a:tr>
              <a:tr h="599926">
                <a:tc>
                  <a:txBody>
                    <a:bodyPr/>
                    <a:lstStyle/>
                    <a:p>
                      <a:pPr indent="304800" algn="ctr">
                        <a:lnSpc>
                          <a:spcPts val="1600"/>
                        </a:lnSpc>
                        <a:buNone/>
                      </a:pPr>
                      <a:r>
                        <a:rPr lang="en-US" sz="1800" kern="100">
                          <a:effectLst/>
                        </a:rPr>
                        <a:t>GET /getStudentScores?studentId=123</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en-US" sz="1800" kern="100">
                          <a:effectLst/>
                        </a:rPr>
                        <a:t> </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73445443"/>
                  </a:ext>
                </a:extLst>
              </a:tr>
              <a:tr h="580393">
                <a:tc>
                  <a:txBody>
                    <a:bodyPr/>
                    <a:lstStyle/>
                    <a:p>
                      <a:pPr indent="304800" algn="ctr">
                        <a:lnSpc>
                          <a:spcPts val="1600"/>
                        </a:lnSpc>
                        <a:buNone/>
                      </a:pPr>
                      <a:r>
                        <a:rPr lang="en-US" sz="1800" kern="100">
                          <a:effectLst/>
                        </a:rPr>
                        <a:t>POST /deleteTeacher</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en-US" sz="1800" kern="100">
                          <a:effectLst/>
                        </a:rPr>
                        <a:t> </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38514037"/>
                  </a:ext>
                </a:extLst>
              </a:tr>
            </a:tbl>
          </a:graphicData>
        </a:graphic>
      </p:graphicFrame>
    </p:spTree>
    <p:extLst>
      <p:ext uri="{BB962C8B-B14F-4D97-AF65-F5344CB8AC3E}">
        <p14:creationId xmlns:p14="http://schemas.microsoft.com/office/powerpoint/2010/main" val="14086157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19903B-8359-889B-CEDA-9C8B1E1FEEB6}"/>
              </a:ext>
            </a:extLst>
          </p:cNvPr>
          <p:cNvSpPr>
            <a:spLocks noGrp="1"/>
          </p:cNvSpPr>
          <p:nvPr>
            <p:ph type="body" sz="quarter" idx="10"/>
          </p:nvPr>
        </p:nvSpPr>
        <p:spPr/>
        <p:txBody>
          <a:bodyPr/>
          <a:lstStyle/>
          <a:p>
            <a:pPr lvl="0"/>
            <a:r>
              <a:rPr lang="zh-CN" altLang="en-US"/>
              <a:t>客户端</a:t>
            </a:r>
            <a:r>
              <a:rPr lang="en-US" altLang="zh-CN"/>
              <a:t>-</a:t>
            </a:r>
            <a:r>
              <a:rPr lang="zh-CN" altLang="en-US"/>
              <a:t>服务器分离</a:t>
            </a:r>
          </a:p>
          <a:p>
            <a:pPr lvl="0"/>
            <a:r>
              <a:rPr lang="zh-CN" altLang="en-US"/>
              <a:t>无状态</a:t>
            </a:r>
          </a:p>
          <a:p>
            <a:pPr lvl="0"/>
            <a:r>
              <a:rPr lang="zh-CN" altLang="en-US"/>
              <a:t>可缓存</a:t>
            </a:r>
          </a:p>
          <a:p>
            <a:pPr lvl="0"/>
            <a:r>
              <a:rPr lang="zh-CN" altLang="en-US"/>
              <a:t>统一接口</a:t>
            </a:r>
            <a:endParaRPr lang="en-US" altLang="zh-CN"/>
          </a:p>
          <a:p>
            <a:r>
              <a:rPr lang="en-US" altLang="zh-CN"/>
              <a:t>API</a:t>
            </a:r>
            <a:r>
              <a:rPr lang="zh-CN" altLang="en-US"/>
              <a:t>文档编辑工具的使用</a:t>
            </a:r>
          </a:p>
          <a:p>
            <a:endParaRPr lang="zh-CN" altLang="en-US"/>
          </a:p>
        </p:txBody>
      </p:sp>
      <p:sp>
        <p:nvSpPr>
          <p:cNvPr id="3" name="文本占位符 2">
            <a:extLst>
              <a:ext uri="{FF2B5EF4-FFF2-40B4-BE49-F238E27FC236}">
                <a16:creationId xmlns:a16="http://schemas.microsoft.com/office/drawing/2014/main" id="{8D4D4341-55ED-DB79-9989-F45438CB0C04}"/>
              </a:ext>
            </a:extLst>
          </p:cNvPr>
          <p:cNvSpPr>
            <a:spLocks noGrp="1"/>
          </p:cNvSpPr>
          <p:nvPr>
            <p:ph type="body" sz="quarter" idx="12"/>
          </p:nvPr>
        </p:nvSpPr>
        <p:spPr/>
        <p:txBody>
          <a:bodyPr/>
          <a:lstStyle/>
          <a:p>
            <a:r>
              <a:rPr lang="en-US" altLang="zh-CN"/>
              <a:t>RESTful</a:t>
            </a:r>
            <a:r>
              <a:rPr lang="zh-CN" altLang="en-US"/>
              <a:t>风格的</a:t>
            </a:r>
            <a:r>
              <a:rPr lang="en-US" altLang="zh-CN"/>
              <a:t>API</a:t>
            </a:r>
            <a:r>
              <a:rPr lang="zh-CN" altLang="en-US"/>
              <a:t>设计</a:t>
            </a:r>
          </a:p>
        </p:txBody>
      </p:sp>
    </p:spTree>
    <p:extLst>
      <p:ext uri="{BB962C8B-B14F-4D97-AF65-F5344CB8AC3E}">
        <p14:creationId xmlns:p14="http://schemas.microsoft.com/office/powerpoint/2010/main" val="32536989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90A15D2D-1242-34F4-41C4-33A452B80212}"/>
              </a:ext>
            </a:extLst>
          </p:cNvPr>
          <p:cNvSpPr>
            <a:spLocks noGrp="1"/>
          </p:cNvSpPr>
          <p:nvPr>
            <p:ph type="body" idx="1"/>
          </p:nvPr>
        </p:nvSpPr>
        <p:spPr/>
        <p:txBody>
          <a:bodyPr/>
          <a:lstStyle/>
          <a:p>
            <a:r>
              <a:rPr lang="zh-CN" altLang="en-US"/>
              <a:t>实践建议</a:t>
            </a:r>
          </a:p>
        </p:txBody>
      </p:sp>
      <p:sp>
        <p:nvSpPr>
          <p:cNvPr id="6" name="文本占位符 5">
            <a:extLst>
              <a:ext uri="{FF2B5EF4-FFF2-40B4-BE49-F238E27FC236}">
                <a16:creationId xmlns:a16="http://schemas.microsoft.com/office/drawing/2014/main" id="{AB874EE5-C4A4-14BE-A540-4EF3F62E845E}"/>
              </a:ext>
            </a:extLst>
          </p:cNvPr>
          <p:cNvSpPr>
            <a:spLocks noGrp="1"/>
          </p:cNvSpPr>
          <p:nvPr>
            <p:ph type="body" sz="quarter" idx="3"/>
          </p:nvPr>
        </p:nvSpPr>
        <p:spPr/>
        <p:txBody>
          <a:bodyPr/>
          <a:lstStyle/>
          <a:p>
            <a:r>
              <a:rPr lang="zh-CN" altLang="zh-CN"/>
              <a:t>高校教务管理系统的场景分析</a:t>
            </a:r>
            <a:endParaRPr lang="zh-CN" altLang="en-US"/>
          </a:p>
        </p:txBody>
      </p:sp>
      <p:sp>
        <p:nvSpPr>
          <p:cNvPr id="8" name="内容占位符 7">
            <a:extLst>
              <a:ext uri="{FF2B5EF4-FFF2-40B4-BE49-F238E27FC236}">
                <a16:creationId xmlns:a16="http://schemas.microsoft.com/office/drawing/2014/main" id="{9C17DD83-B35F-A85F-6DE5-973B28190A0B}"/>
              </a:ext>
            </a:extLst>
          </p:cNvPr>
          <p:cNvSpPr>
            <a:spLocks noGrp="1"/>
          </p:cNvSpPr>
          <p:nvPr>
            <p:ph sz="quarter" idx="19"/>
          </p:nvPr>
        </p:nvSpPr>
        <p:spPr/>
        <p:txBody>
          <a:bodyPr/>
          <a:lstStyle/>
          <a:p>
            <a:pPr lvl="0"/>
            <a:r>
              <a:rPr lang="zh-CN" altLang="zh-CN"/>
              <a:t>前后端独立开发和部署</a:t>
            </a:r>
          </a:p>
          <a:p>
            <a:pPr lvl="0"/>
            <a:r>
              <a:rPr lang="zh-CN" altLang="zh-CN"/>
              <a:t>客户端不关心数据存储细节</a:t>
            </a:r>
          </a:p>
          <a:p>
            <a:pPr lvl="0"/>
            <a:r>
              <a:rPr lang="zh-CN" altLang="zh-CN"/>
              <a:t>服务器不关心界面展示逻辑</a:t>
            </a:r>
          </a:p>
          <a:p>
            <a:endParaRPr lang="zh-CN" altLang="en-US"/>
          </a:p>
        </p:txBody>
      </p:sp>
      <p:sp>
        <p:nvSpPr>
          <p:cNvPr id="9" name="内容占位符 8">
            <a:extLst>
              <a:ext uri="{FF2B5EF4-FFF2-40B4-BE49-F238E27FC236}">
                <a16:creationId xmlns:a16="http://schemas.microsoft.com/office/drawing/2014/main" id="{810504D3-B52B-B950-1626-D8E0ACC51D5E}"/>
              </a:ext>
            </a:extLst>
          </p:cNvPr>
          <p:cNvSpPr>
            <a:spLocks noGrp="1"/>
          </p:cNvSpPr>
          <p:nvPr>
            <p:ph sz="quarter" idx="20"/>
          </p:nvPr>
        </p:nvSpPr>
        <p:spPr/>
        <p:txBody>
          <a:bodyPr/>
          <a:lstStyle/>
          <a:p>
            <a:pPr lvl="0"/>
            <a:r>
              <a:rPr lang="zh-CN" altLang="zh-CN"/>
              <a:t>前后端分离是可行的；</a:t>
            </a:r>
          </a:p>
          <a:p>
            <a:pPr lvl="0"/>
            <a:r>
              <a:rPr lang="zh-CN" altLang="zh-CN"/>
              <a:t>前端选用</a:t>
            </a:r>
            <a:r>
              <a:rPr lang="en-US" altLang="zh-CN"/>
              <a:t>vue</a:t>
            </a:r>
            <a:endParaRPr lang="zh-CN" altLang="zh-CN"/>
          </a:p>
          <a:p>
            <a:pPr lvl="0"/>
            <a:r>
              <a:rPr lang="zh-CN" altLang="zh-CN"/>
              <a:t>后端选用</a:t>
            </a:r>
            <a:r>
              <a:rPr lang="en-US" altLang="zh-CN"/>
              <a:t>PHP</a:t>
            </a:r>
            <a:endParaRPr lang="zh-CN" altLang="zh-CN"/>
          </a:p>
          <a:p>
            <a:endParaRPr lang="zh-CN" altLang="en-US"/>
          </a:p>
        </p:txBody>
      </p:sp>
      <p:sp>
        <p:nvSpPr>
          <p:cNvPr id="7" name="文本占位符 6">
            <a:extLst>
              <a:ext uri="{FF2B5EF4-FFF2-40B4-BE49-F238E27FC236}">
                <a16:creationId xmlns:a16="http://schemas.microsoft.com/office/drawing/2014/main" id="{CF6D7097-0D87-D956-CE77-FC1F98163935}"/>
              </a:ext>
            </a:extLst>
          </p:cNvPr>
          <p:cNvSpPr>
            <a:spLocks noGrp="1"/>
          </p:cNvSpPr>
          <p:nvPr>
            <p:ph type="body" sz="quarter" idx="18"/>
          </p:nvPr>
        </p:nvSpPr>
        <p:spPr/>
        <p:txBody>
          <a:bodyPr/>
          <a:lstStyle/>
          <a:p>
            <a:r>
              <a:rPr lang="zh-CN" altLang="en-US"/>
              <a:t>客户端</a:t>
            </a:r>
            <a:r>
              <a:rPr lang="en-US" altLang="zh-CN"/>
              <a:t>-</a:t>
            </a:r>
            <a:r>
              <a:rPr lang="zh-CN" altLang="en-US"/>
              <a:t>服务器分离</a:t>
            </a:r>
          </a:p>
        </p:txBody>
      </p:sp>
    </p:spTree>
    <p:extLst>
      <p:ext uri="{BB962C8B-B14F-4D97-AF65-F5344CB8AC3E}">
        <p14:creationId xmlns:p14="http://schemas.microsoft.com/office/powerpoint/2010/main" val="1805999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1000"/>
                                        <p:tgtEl>
                                          <p:spTgt spid="8">
                                            <p:txEl>
                                              <p:pRg st="1" end="1"/>
                                            </p:txEl>
                                          </p:spTgt>
                                        </p:tgtEl>
                                      </p:cBhvr>
                                    </p:animEffect>
                                    <p:anim calcmode="lin" valueType="num">
                                      <p:cBhvr>
                                        <p:cTn id="13"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1000"/>
                                        <p:tgtEl>
                                          <p:spTgt spid="8">
                                            <p:txEl>
                                              <p:pRg st="2" end="2"/>
                                            </p:txEl>
                                          </p:spTgt>
                                        </p:tgtEl>
                                      </p:cBhvr>
                                    </p:animEffect>
                                    <p:anim calcmode="lin" valueType="num">
                                      <p:cBhvr>
                                        <p:cTn id="1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9">
                                            <p:txEl>
                                              <p:pRg st="0" end="0"/>
                                            </p:txEl>
                                          </p:spTgt>
                                        </p:tgtEl>
                                        <p:attrNameLst>
                                          <p:attrName>style.visibility</p:attrName>
                                        </p:attrNameLst>
                                      </p:cBhvr>
                                      <p:to>
                                        <p:strVal val="visible"/>
                                      </p:to>
                                    </p:set>
                                    <p:anim calcmode="lin" valueType="num">
                                      <p:cBhvr additive="base">
                                        <p:cTn id="24"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9">
                                            <p:txEl>
                                              <p:pRg st="0" end="0"/>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9">
                                            <p:txEl>
                                              <p:pRg st="1" end="1"/>
                                            </p:txEl>
                                          </p:spTgt>
                                        </p:tgtEl>
                                        <p:attrNameLst>
                                          <p:attrName>style.visibility</p:attrName>
                                        </p:attrNameLst>
                                      </p:cBhvr>
                                      <p:to>
                                        <p:strVal val="visible"/>
                                      </p:to>
                                    </p:set>
                                    <p:anim calcmode="lin" valueType="num">
                                      <p:cBhvr additive="base">
                                        <p:cTn id="28"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9">
                                            <p:txEl>
                                              <p:pRg st="1" end="1"/>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9">
                                            <p:txEl>
                                              <p:pRg st="2" end="2"/>
                                            </p:txEl>
                                          </p:spTgt>
                                        </p:tgtEl>
                                        <p:attrNameLst>
                                          <p:attrName>style.visibility</p:attrName>
                                        </p:attrNameLst>
                                      </p:cBhvr>
                                      <p:to>
                                        <p:strVal val="visible"/>
                                      </p:to>
                                    </p:set>
                                    <p:anim calcmode="lin" valueType="num">
                                      <p:cBhvr additive="base">
                                        <p:cTn id="32"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2C9B7C0F-646D-E95A-89D7-235EF63D3B08}"/>
              </a:ext>
            </a:extLst>
          </p:cNvPr>
          <p:cNvSpPr>
            <a:spLocks noGrp="1"/>
          </p:cNvSpPr>
          <p:nvPr>
            <p:ph type="body" sz="quarter" idx="18"/>
          </p:nvPr>
        </p:nvSpPr>
        <p:spPr>
          <a:prstGeom prst="rect">
            <a:avLst/>
          </a:prstGeom>
        </p:spPr>
        <p:txBody>
          <a:bodyPr/>
          <a:lstStyle/>
          <a:p>
            <a:r>
              <a:rPr lang="zh-CN" altLang="en-US"/>
              <a:t>无状态</a:t>
            </a:r>
          </a:p>
        </p:txBody>
      </p:sp>
      <p:pic>
        <p:nvPicPr>
          <p:cNvPr id="8" name="内容占位符 7">
            <a:extLst>
              <a:ext uri="{FF2B5EF4-FFF2-40B4-BE49-F238E27FC236}">
                <a16:creationId xmlns:a16="http://schemas.microsoft.com/office/drawing/2014/main" id="{A027E2C1-F715-D1AC-0948-6840D686EBE4}"/>
              </a:ext>
            </a:extLst>
          </p:cNvPr>
          <p:cNvPicPr>
            <a:picLocks noGrp="1" noChangeAspect="1"/>
          </p:cNvPicPr>
          <p:nvPr>
            <p:ph sz="quarter" idx="19"/>
          </p:nvPr>
        </p:nvPicPr>
        <p:blipFill>
          <a:blip r:embed="rId2"/>
          <a:stretch>
            <a:fillRect/>
          </a:stretch>
        </p:blipFill>
        <p:spPr>
          <a:xfrm>
            <a:off x="1048058" y="1106343"/>
            <a:ext cx="9561905" cy="3466667"/>
          </a:xfrm>
          <a:prstGeom prst="rect">
            <a:avLst/>
          </a:prstGeom>
        </p:spPr>
      </p:pic>
    </p:spTree>
    <p:extLst>
      <p:ext uri="{BB962C8B-B14F-4D97-AF65-F5344CB8AC3E}">
        <p14:creationId xmlns:p14="http://schemas.microsoft.com/office/powerpoint/2010/main" val="29245735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DDD887A-2726-BC49-EA0A-C66697048875}"/>
              </a:ext>
            </a:extLst>
          </p:cNvPr>
          <p:cNvSpPr>
            <a:spLocks noGrp="1"/>
          </p:cNvSpPr>
          <p:nvPr>
            <p:ph type="body" sz="quarter" idx="18"/>
          </p:nvPr>
        </p:nvSpPr>
        <p:spPr/>
        <p:txBody>
          <a:bodyPr/>
          <a:lstStyle/>
          <a:p>
            <a:r>
              <a:rPr lang="zh-CN" altLang="en-US"/>
              <a:t>对于认证场景需 进一步分析</a:t>
            </a:r>
          </a:p>
        </p:txBody>
      </p:sp>
      <p:sp>
        <p:nvSpPr>
          <p:cNvPr id="3" name="内容占位符 2">
            <a:extLst>
              <a:ext uri="{FF2B5EF4-FFF2-40B4-BE49-F238E27FC236}">
                <a16:creationId xmlns:a16="http://schemas.microsoft.com/office/drawing/2014/main" id="{16C1F56E-322D-773F-A626-7A11442C6786}"/>
              </a:ext>
            </a:extLst>
          </p:cNvPr>
          <p:cNvSpPr>
            <a:spLocks noGrp="1"/>
          </p:cNvSpPr>
          <p:nvPr>
            <p:ph sz="quarter" idx="19"/>
          </p:nvPr>
        </p:nvSpPr>
        <p:spPr/>
        <p:txBody>
          <a:bodyPr/>
          <a:lstStyle/>
          <a:p>
            <a:r>
              <a:rPr lang="zh-CN" altLang="en-US"/>
              <a:t>系统为学校内部系统，机房托管，网络环境可控 </a:t>
            </a:r>
            <a:endParaRPr lang="en-US" altLang="zh-CN"/>
          </a:p>
          <a:p>
            <a:r>
              <a:rPr lang="zh-CN" altLang="en-US"/>
              <a:t>用户规模有限，通常不超过几万人 </a:t>
            </a:r>
            <a:endParaRPr lang="en-US" altLang="zh-CN"/>
          </a:p>
          <a:p>
            <a:r>
              <a:rPr lang="zh-CN" altLang="en-US"/>
              <a:t>并发程度不高，选课等高峰期有规律可预估 </a:t>
            </a:r>
          </a:p>
        </p:txBody>
      </p:sp>
      <p:sp>
        <p:nvSpPr>
          <p:cNvPr id="5" name="文本框 4">
            <a:extLst>
              <a:ext uri="{FF2B5EF4-FFF2-40B4-BE49-F238E27FC236}">
                <a16:creationId xmlns:a16="http://schemas.microsoft.com/office/drawing/2014/main" id="{3F4D7E2A-B88C-6FE5-20BD-74BDE6AA3626}"/>
              </a:ext>
            </a:extLst>
          </p:cNvPr>
          <p:cNvSpPr txBox="1"/>
          <p:nvPr/>
        </p:nvSpPr>
        <p:spPr>
          <a:xfrm>
            <a:off x="1366982" y="3205125"/>
            <a:ext cx="9585036" cy="2135802"/>
          </a:xfrm>
          <a:prstGeom prst="rect">
            <a:avLst/>
          </a:prstGeom>
        </p:spPr>
        <p:style>
          <a:lnRef idx="3">
            <a:schemeClr val="lt1"/>
          </a:lnRef>
          <a:fillRef idx="1">
            <a:schemeClr val="accent4"/>
          </a:fillRef>
          <a:effectRef idx="1">
            <a:schemeClr val="accent4"/>
          </a:effectRef>
          <a:fontRef idx="minor">
            <a:schemeClr val="lt1"/>
          </a:fontRef>
        </p:style>
        <p:txBody>
          <a:bodyPr wrap="square" lIns="144000" anchor="ctr">
            <a:noAutofit/>
          </a:bodyPr>
          <a:lstStyle/>
          <a:p>
            <a:pPr algn="ctr"/>
            <a:r>
              <a:rPr lang="zh-CN" altLang="en-US" sz="2800"/>
              <a:t>结论</a:t>
            </a:r>
            <a:endParaRPr lang="en-US" altLang="zh-CN" sz="2800"/>
          </a:p>
          <a:p>
            <a:r>
              <a:rPr lang="zh-CN" altLang="en-US" sz="2800"/>
              <a:t>        对于高校教务管理系统，</a:t>
            </a:r>
            <a:r>
              <a:rPr lang="en-US" altLang="zh-CN" sz="2800"/>
              <a:t>Session </a:t>
            </a:r>
            <a:r>
              <a:rPr lang="zh-CN" altLang="en-US" sz="2800"/>
              <a:t>是完全可行的方案，不必为了追求 “纯粹 </a:t>
            </a:r>
            <a:r>
              <a:rPr lang="en-US" altLang="zh-CN" sz="2800"/>
              <a:t>RESTful”</a:t>
            </a:r>
            <a:r>
              <a:rPr lang="zh-CN" altLang="en-US" sz="2800"/>
              <a:t>而引入不必要的复杂度。</a:t>
            </a:r>
          </a:p>
        </p:txBody>
      </p:sp>
    </p:spTree>
    <p:extLst>
      <p:ext uri="{BB962C8B-B14F-4D97-AF65-F5344CB8AC3E}">
        <p14:creationId xmlns:p14="http://schemas.microsoft.com/office/powerpoint/2010/main" val="2286974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E436BEA-1EED-4AE9-9F06-DD7FCE8A48BA}"/>
              </a:ext>
            </a:extLst>
          </p:cNvPr>
          <p:cNvSpPr>
            <a:spLocks noGrp="1"/>
          </p:cNvSpPr>
          <p:nvPr>
            <p:ph type="body" sz="quarter" idx="18"/>
          </p:nvPr>
        </p:nvSpPr>
        <p:spPr/>
        <p:txBody>
          <a:bodyPr/>
          <a:lstStyle/>
          <a:p>
            <a:r>
              <a:rPr lang="zh-CN" altLang="en-US"/>
              <a:t>可缓存（</a:t>
            </a:r>
            <a:r>
              <a:rPr lang="en-US" altLang="zh-CN"/>
              <a:t>Cacheable</a:t>
            </a:r>
            <a:r>
              <a:rPr lang="zh-CN" altLang="en-US"/>
              <a:t>）</a:t>
            </a:r>
          </a:p>
        </p:txBody>
      </p:sp>
      <p:graphicFrame>
        <p:nvGraphicFramePr>
          <p:cNvPr id="4" name="内容占位符 3">
            <a:extLst>
              <a:ext uri="{FF2B5EF4-FFF2-40B4-BE49-F238E27FC236}">
                <a16:creationId xmlns:a16="http://schemas.microsoft.com/office/drawing/2014/main" id="{831DFFCB-C010-463F-561F-A625BE52A045}"/>
              </a:ext>
            </a:extLst>
          </p:cNvPr>
          <p:cNvGraphicFramePr>
            <a:graphicFrameLocks noGrp="1"/>
          </p:cNvGraphicFramePr>
          <p:nvPr>
            <p:ph sz="quarter" idx="19"/>
            <p:extLst>
              <p:ext uri="{D42A27DB-BD31-4B8C-83A1-F6EECF244321}">
                <p14:modId xmlns:p14="http://schemas.microsoft.com/office/powerpoint/2010/main" val="2381088663"/>
              </p:ext>
            </p:extLst>
          </p:nvPr>
        </p:nvGraphicFramePr>
        <p:xfrm>
          <a:off x="536575" y="836614"/>
          <a:ext cx="6560416" cy="55537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图片 5">
            <a:extLst>
              <a:ext uri="{FF2B5EF4-FFF2-40B4-BE49-F238E27FC236}">
                <a16:creationId xmlns:a16="http://schemas.microsoft.com/office/drawing/2014/main" id="{3138E4D6-DB0E-16FF-F11F-C3EE1FAB5853}"/>
              </a:ext>
            </a:extLst>
          </p:cNvPr>
          <p:cNvPicPr>
            <a:picLocks noChangeAspect="1"/>
          </p:cNvPicPr>
          <p:nvPr/>
        </p:nvPicPr>
        <p:blipFill>
          <a:blip r:embed="rId8"/>
          <a:stretch>
            <a:fillRect/>
          </a:stretch>
        </p:blipFill>
        <p:spPr>
          <a:xfrm>
            <a:off x="7326943" y="1628488"/>
            <a:ext cx="4865057" cy="3601024"/>
          </a:xfrm>
          <a:prstGeom prst="rect">
            <a:avLst/>
          </a:prstGeom>
        </p:spPr>
      </p:pic>
    </p:spTree>
    <p:extLst>
      <p:ext uri="{BB962C8B-B14F-4D97-AF65-F5344CB8AC3E}">
        <p14:creationId xmlns:p14="http://schemas.microsoft.com/office/powerpoint/2010/main" val="3599972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5579BED-B637-B1D4-D36E-D4E3E55F7F4C}"/>
              </a:ext>
            </a:extLst>
          </p:cNvPr>
          <p:cNvSpPr>
            <a:spLocks noGrp="1"/>
          </p:cNvSpPr>
          <p:nvPr>
            <p:ph type="body" sz="quarter" idx="18"/>
          </p:nvPr>
        </p:nvSpPr>
        <p:spPr/>
        <p:txBody>
          <a:bodyPr/>
          <a:lstStyle/>
          <a:p>
            <a:r>
              <a:rPr lang="zh-CN" altLang="en-US"/>
              <a:t>系统各功能模块的缓存需求分析</a:t>
            </a:r>
          </a:p>
        </p:txBody>
      </p:sp>
      <p:pic>
        <p:nvPicPr>
          <p:cNvPr id="5" name="内容占位符 4">
            <a:extLst>
              <a:ext uri="{FF2B5EF4-FFF2-40B4-BE49-F238E27FC236}">
                <a16:creationId xmlns:a16="http://schemas.microsoft.com/office/drawing/2014/main" id="{68599EC6-F0F3-3850-029E-D2C95D540047}"/>
              </a:ext>
            </a:extLst>
          </p:cNvPr>
          <p:cNvPicPr>
            <a:picLocks noGrp="1" noChangeAspect="1"/>
          </p:cNvPicPr>
          <p:nvPr>
            <p:ph sz="quarter" idx="19"/>
          </p:nvPr>
        </p:nvPicPr>
        <p:blipFill>
          <a:blip r:embed="rId2"/>
          <a:stretch>
            <a:fillRect/>
          </a:stretch>
        </p:blipFill>
        <p:spPr>
          <a:xfrm>
            <a:off x="770473" y="1162974"/>
            <a:ext cx="10438095" cy="4380952"/>
          </a:xfrm>
          <a:prstGeom prst="rect">
            <a:avLst/>
          </a:prstGeom>
        </p:spPr>
      </p:pic>
      <p:sp>
        <p:nvSpPr>
          <p:cNvPr id="3" name="文本框 2">
            <a:extLst>
              <a:ext uri="{FF2B5EF4-FFF2-40B4-BE49-F238E27FC236}">
                <a16:creationId xmlns:a16="http://schemas.microsoft.com/office/drawing/2014/main" id="{0C1E3EA1-6648-5732-B4B4-76BEDA981F36}"/>
              </a:ext>
            </a:extLst>
          </p:cNvPr>
          <p:cNvSpPr txBox="1"/>
          <p:nvPr/>
        </p:nvSpPr>
        <p:spPr>
          <a:xfrm>
            <a:off x="311149" y="4566089"/>
            <a:ext cx="9585036" cy="2135802"/>
          </a:xfrm>
          <a:prstGeom prst="rect">
            <a:avLst/>
          </a:prstGeom>
        </p:spPr>
        <p:style>
          <a:lnRef idx="3">
            <a:schemeClr val="lt1"/>
          </a:lnRef>
          <a:fillRef idx="1">
            <a:schemeClr val="accent4"/>
          </a:fillRef>
          <a:effectRef idx="1">
            <a:schemeClr val="accent4"/>
          </a:effectRef>
          <a:fontRef idx="minor">
            <a:schemeClr val="lt1"/>
          </a:fontRef>
        </p:style>
        <p:txBody>
          <a:bodyPr wrap="square" lIns="144000" anchor="ctr">
            <a:noAutofit/>
          </a:bodyPr>
          <a:lstStyle/>
          <a:p>
            <a:r>
              <a:rPr lang="zh-CN" altLang="en-US" sz="2400"/>
              <a:t>缓存的实现</a:t>
            </a:r>
            <a:endParaRPr lang="en-US" altLang="zh-CN" sz="2400"/>
          </a:p>
          <a:p>
            <a:r>
              <a:rPr lang="en-US" altLang="zh-CN" sz="2400"/>
              <a:t>1. </a:t>
            </a:r>
            <a:r>
              <a:rPr lang="zh-CN" altLang="en-US" sz="2400"/>
              <a:t>服务器端在响应时给出缓存标识；</a:t>
            </a:r>
            <a:endParaRPr lang="en-US" altLang="zh-CN" sz="2400"/>
          </a:p>
          <a:p>
            <a:r>
              <a:rPr lang="en-US" altLang="zh-CN" sz="2400"/>
              <a:t>2. </a:t>
            </a:r>
            <a:r>
              <a:rPr lang="zh-CN" altLang="en-US" sz="2400"/>
              <a:t>客户端在提出下一次请求时，如果查询条件相同，就根据上一次响应标识，决定是否使用缓存（本地缓存未过期；已过期发请求去问服务器是否可以使用缓存）</a:t>
            </a:r>
          </a:p>
        </p:txBody>
      </p:sp>
      <p:pic>
        <p:nvPicPr>
          <p:cNvPr id="6" name="图片 5">
            <a:extLst>
              <a:ext uri="{FF2B5EF4-FFF2-40B4-BE49-F238E27FC236}">
                <a16:creationId xmlns:a16="http://schemas.microsoft.com/office/drawing/2014/main" id="{D4334A0E-E46E-D99E-0906-8F2C9B83D823}"/>
              </a:ext>
            </a:extLst>
          </p:cNvPr>
          <p:cNvPicPr>
            <a:picLocks noChangeAspect="1"/>
          </p:cNvPicPr>
          <p:nvPr/>
        </p:nvPicPr>
        <p:blipFill>
          <a:blip r:embed="rId3"/>
          <a:stretch>
            <a:fillRect/>
          </a:stretch>
        </p:blipFill>
        <p:spPr>
          <a:xfrm>
            <a:off x="6778625" y="217194"/>
            <a:ext cx="4449880" cy="2365385"/>
          </a:xfrm>
          <a:prstGeom prst="rect">
            <a:avLst/>
          </a:prstGeom>
          <a:ln>
            <a:solidFill>
              <a:srgbClr val="00B050"/>
            </a:solidFill>
          </a:ln>
        </p:spPr>
      </p:pic>
      <p:cxnSp>
        <p:nvCxnSpPr>
          <p:cNvPr id="8" name="直接箭头连接符 7">
            <a:extLst>
              <a:ext uri="{FF2B5EF4-FFF2-40B4-BE49-F238E27FC236}">
                <a16:creationId xmlns:a16="http://schemas.microsoft.com/office/drawing/2014/main" id="{B8CDFDFA-0124-C80D-95DD-D8BFBFE617C7}"/>
              </a:ext>
            </a:extLst>
          </p:cNvPr>
          <p:cNvCxnSpPr>
            <a:cxnSpLocks/>
          </p:cNvCxnSpPr>
          <p:nvPr/>
        </p:nvCxnSpPr>
        <p:spPr>
          <a:xfrm flipV="1">
            <a:off x="5251450" y="482600"/>
            <a:ext cx="1527175" cy="473075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id="{57BDE7FB-80B4-0E2E-9ADA-AAA0B5A41478}"/>
              </a:ext>
            </a:extLst>
          </p:cNvPr>
          <p:cNvPicPr>
            <a:picLocks noChangeAspect="1"/>
          </p:cNvPicPr>
          <p:nvPr/>
        </p:nvPicPr>
        <p:blipFill>
          <a:blip r:embed="rId4"/>
          <a:stretch>
            <a:fillRect/>
          </a:stretch>
        </p:blipFill>
        <p:spPr>
          <a:xfrm>
            <a:off x="6659436" y="2698906"/>
            <a:ext cx="5830100" cy="1816349"/>
          </a:xfrm>
          <a:prstGeom prst="rect">
            <a:avLst/>
          </a:prstGeom>
          <a:ln>
            <a:solidFill>
              <a:srgbClr val="002060"/>
            </a:solidFill>
          </a:ln>
        </p:spPr>
      </p:pic>
      <p:cxnSp>
        <p:nvCxnSpPr>
          <p:cNvPr id="13" name="直接箭头连接符 12">
            <a:extLst>
              <a:ext uri="{FF2B5EF4-FFF2-40B4-BE49-F238E27FC236}">
                <a16:creationId xmlns:a16="http://schemas.microsoft.com/office/drawing/2014/main" id="{E1B80388-8F3C-7630-4A73-1596C6AAAAD4}"/>
              </a:ext>
            </a:extLst>
          </p:cNvPr>
          <p:cNvCxnSpPr>
            <a:cxnSpLocks/>
          </p:cNvCxnSpPr>
          <p:nvPr/>
        </p:nvCxnSpPr>
        <p:spPr>
          <a:xfrm flipH="1" flipV="1">
            <a:off x="7190786" y="4432300"/>
            <a:ext cx="283164" cy="140970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531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additive="base">
                                        <p:cTn id="2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1000"/>
                                        <p:tgtEl>
                                          <p:spTgt spid="6"/>
                                        </p:tgtEl>
                                      </p:cBhvr>
                                    </p:animEffect>
                                    <p:anim calcmode="lin" valueType="num">
                                      <p:cBhvr>
                                        <p:cTn id="33" dur="1000" fill="hold"/>
                                        <p:tgtEl>
                                          <p:spTgt spid="6"/>
                                        </p:tgtEl>
                                        <p:attrNameLst>
                                          <p:attrName>ppt_x</p:attrName>
                                        </p:attrNameLst>
                                      </p:cBhvr>
                                      <p:tavLst>
                                        <p:tav tm="0">
                                          <p:val>
                                            <p:strVal val="#ppt_x"/>
                                          </p:val>
                                        </p:tav>
                                        <p:tav tm="100000">
                                          <p:val>
                                            <p:strVal val="#ppt_x"/>
                                          </p:val>
                                        </p:tav>
                                      </p:tavLst>
                                    </p:anim>
                                    <p:anim calcmode="lin" valueType="num">
                                      <p:cBhvr>
                                        <p:cTn id="3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 calcmode="lin" valueType="num">
                                      <p:cBhvr additive="base">
                                        <p:cTn id="3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wipe(down)">
                                      <p:cBhvr>
                                        <p:cTn id="45" dur="5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1000"/>
                                        <p:tgtEl>
                                          <p:spTgt spid="11"/>
                                        </p:tgtEl>
                                      </p:cBhvr>
                                    </p:animEffect>
                                    <p:anim calcmode="lin" valueType="num">
                                      <p:cBhvr>
                                        <p:cTn id="51" dur="1000" fill="hold"/>
                                        <p:tgtEl>
                                          <p:spTgt spid="11"/>
                                        </p:tgtEl>
                                        <p:attrNameLst>
                                          <p:attrName>ppt_x</p:attrName>
                                        </p:attrNameLst>
                                      </p:cBhvr>
                                      <p:tavLst>
                                        <p:tav tm="0">
                                          <p:val>
                                            <p:strVal val="#ppt_x"/>
                                          </p:val>
                                        </p:tav>
                                        <p:tav tm="100000">
                                          <p:val>
                                            <p:strVal val="#ppt_x"/>
                                          </p:val>
                                        </p:tav>
                                      </p:tavLst>
                                    </p:anim>
                                    <p:anim calcmode="lin" valueType="num">
                                      <p:cBhvr>
                                        <p:cTn id="52"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8C09DF8-C809-0D36-E0B9-712671CD5682}"/>
              </a:ext>
            </a:extLst>
          </p:cNvPr>
          <p:cNvSpPr>
            <a:spLocks noGrp="1"/>
          </p:cNvSpPr>
          <p:nvPr>
            <p:ph type="body" sz="quarter" idx="18"/>
          </p:nvPr>
        </p:nvSpPr>
        <p:spPr/>
        <p:txBody>
          <a:bodyPr/>
          <a:lstStyle/>
          <a:p>
            <a:r>
              <a:rPr lang="zh-CN" altLang="en-US"/>
              <a:t>统一接口</a:t>
            </a:r>
            <a:r>
              <a:rPr lang="en-US" altLang="zh-CN"/>
              <a:t>——</a:t>
            </a:r>
            <a:r>
              <a:rPr lang="zh-CN" altLang="en-US"/>
              <a:t>资源标识</a:t>
            </a:r>
          </a:p>
        </p:txBody>
      </p:sp>
      <p:pic>
        <p:nvPicPr>
          <p:cNvPr id="5" name="内容占位符 4">
            <a:extLst>
              <a:ext uri="{FF2B5EF4-FFF2-40B4-BE49-F238E27FC236}">
                <a16:creationId xmlns:a16="http://schemas.microsoft.com/office/drawing/2014/main" id="{C4F1A623-174F-7A4A-A57A-4B18DB56A6BD}"/>
              </a:ext>
            </a:extLst>
          </p:cNvPr>
          <p:cNvPicPr>
            <a:picLocks noGrp="1" noChangeAspect="1"/>
          </p:cNvPicPr>
          <p:nvPr>
            <p:ph sz="quarter" idx="19"/>
          </p:nvPr>
        </p:nvPicPr>
        <p:blipFill>
          <a:blip r:embed="rId2"/>
          <a:stretch>
            <a:fillRect/>
          </a:stretch>
        </p:blipFill>
        <p:spPr>
          <a:xfrm>
            <a:off x="705527" y="1145703"/>
            <a:ext cx="10838095" cy="5142857"/>
          </a:xfrm>
          <a:prstGeom prst="rect">
            <a:avLst/>
          </a:prstGeom>
        </p:spPr>
      </p:pic>
    </p:spTree>
    <p:extLst>
      <p:ext uri="{BB962C8B-B14F-4D97-AF65-F5344CB8AC3E}">
        <p14:creationId xmlns:p14="http://schemas.microsoft.com/office/powerpoint/2010/main" val="967830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1910605-6C00-1EF4-77B8-93C67FD85633}"/>
              </a:ext>
            </a:extLst>
          </p:cNvPr>
          <p:cNvSpPr>
            <a:spLocks noGrp="1"/>
          </p:cNvSpPr>
          <p:nvPr>
            <p:ph type="body" sz="quarter" idx="18"/>
          </p:nvPr>
        </p:nvSpPr>
        <p:spPr/>
        <p:txBody>
          <a:bodyPr/>
          <a:lstStyle/>
          <a:p>
            <a:r>
              <a:rPr lang="zh-CN" altLang="en-US"/>
              <a:t>统一接口</a:t>
            </a:r>
            <a:r>
              <a:rPr lang="en-US" altLang="zh-CN"/>
              <a:t>——</a:t>
            </a:r>
            <a:r>
              <a:rPr lang="zh-CN" altLang="en-US"/>
              <a:t>请求头设计</a:t>
            </a:r>
          </a:p>
        </p:txBody>
      </p:sp>
      <p:pic>
        <p:nvPicPr>
          <p:cNvPr id="7" name="内容占位符 6">
            <a:extLst>
              <a:ext uri="{FF2B5EF4-FFF2-40B4-BE49-F238E27FC236}">
                <a16:creationId xmlns:a16="http://schemas.microsoft.com/office/drawing/2014/main" id="{42A2F3F8-F9E1-7A5B-39EA-653A4D4D02C3}"/>
              </a:ext>
            </a:extLst>
          </p:cNvPr>
          <p:cNvPicPr>
            <a:picLocks noGrp="1" noChangeAspect="1"/>
          </p:cNvPicPr>
          <p:nvPr>
            <p:ph sz="quarter" idx="19"/>
          </p:nvPr>
        </p:nvPicPr>
        <p:blipFill>
          <a:blip r:embed="rId2"/>
          <a:stretch>
            <a:fillRect/>
          </a:stretch>
        </p:blipFill>
        <p:spPr>
          <a:xfrm>
            <a:off x="856014" y="836613"/>
            <a:ext cx="10537122" cy="5761037"/>
          </a:xfrm>
          <a:prstGeom prst="rect">
            <a:avLst/>
          </a:prstGeom>
        </p:spPr>
      </p:pic>
    </p:spTree>
    <p:extLst>
      <p:ext uri="{BB962C8B-B14F-4D97-AF65-F5344CB8AC3E}">
        <p14:creationId xmlns:p14="http://schemas.microsoft.com/office/powerpoint/2010/main" val="36161525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A43AF5C-A768-A269-766D-8B1820B67F4D}"/>
              </a:ext>
            </a:extLst>
          </p:cNvPr>
          <p:cNvSpPr>
            <a:spLocks noGrp="1"/>
          </p:cNvSpPr>
          <p:nvPr>
            <p:ph type="body" idx="1"/>
          </p:nvPr>
        </p:nvSpPr>
        <p:spPr/>
        <p:txBody>
          <a:bodyPr/>
          <a:lstStyle/>
          <a:p>
            <a:r>
              <a:rPr lang="zh-CN" altLang="en-US"/>
              <a:t>响应格式</a:t>
            </a:r>
          </a:p>
        </p:txBody>
      </p:sp>
      <p:sp>
        <p:nvSpPr>
          <p:cNvPr id="4" name="文本占位符 3">
            <a:extLst>
              <a:ext uri="{FF2B5EF4-FFF2-40B4-BE49-F238E27FC236}">
                <a16:creationId xmlns:a16="http://schemas.microsoft.com/office/drawing/2014/main" id="{88D03C64-DF63-A5F7-452F-280A48215345}"/>
              </a:ext>
            </a:extLst>
          </p:cNvPr>
          <p:cNvSpPr>
            <a:spLocks noGrp="1"/>
          </p:cNvSpPr>
          <p:nvPr>
            <p:ph type="body" sz="quarter" idx="3"/>
          </p:nvPr>
        </p:nvSpPr>
        <p:spPr/>
        <p:txBody>
          <a:bodyPr/>
          <a:lstStyle/>
          <a:p>
            <a:r>
              <a:rPr lang="zh-CN" altLang="en-US"/>
              <a:t>响应头</a:t>
            </a:r>
          </a:p>
        </p:txBody>
      </p:sp>
      <p:pic>
        <p:nvPicPr>
          <p:cNvPr id="9" name="内容占位符 8">
            <a:extLst>
              <a:ext uri="{FF2B5EF4-FFF2-40B4-BE49-F238E27FC236}">
                <a16:creationId xmlns:a16="http://schemas.microsoft.com/office/drawing/2014/main" id="{85AA9170-7DD1-31EF-1064-B933EFE611E3}"/>
              </a:ext>
            </a:extLst>
          </p:cNvPr>
          <p:cNvPicPr>
            <a:picLocks noGrp="1" noChangeAspect="1"/>
          </p:cNvPicPr>
          <p:nvPr>
            <p:ph sz="quarter" idx="19"/>
          </p:nvPr>
        </p:nvPicPr>
        <p:blipFill>
          <a:blip r:embed="rId2"/>
          <a:stretch>
            <a:fillRect/>
          </a:stretch>
        </p:blipFill>
        <p:spPr>
          <a:xfrm>
            <a:off x="1048822" y="1773238"/>
            <a:ext cx="3939618" cy="4679950"/>
          </a:xfrm>
          <a:prstGeom prst="rect">
            <a:avLst/>
          </a:prstGeom>
        </p:spPr>
      </p:pic>
      <p:pic>
        <p:nvPicPr>
          <p:cNvPr id="11" name="内容占位符 10">
            <a:extLst>
              <a:ext uri="{FF2B5EF4-FFF2-40B4-BE49-F238E27FC236}">
                <a16:creationId xmlns:a16="http://schemas.microsoft.com/office/drawing/2014/main" id="{DAD2E24E-8961-107F-CC45-C3951A648836}"/>
              </a:ext>
            </a:extLst>
          </p:cNvPr>
          <p:cNvPicPr>
            <a:picLocks noGrp="1" noChangeAspect="1"/>
          </p:cNvPicPr>
          <p:nvPr>
            <p:ph sz="quarter" idx="20"/>
          </p:nvPr>
        </p:nvPicPr>
        <p:blipFill>
          <a:blip r:embed="rId3"/>
          <a:stretch>
            <a:fillRect/>
          </a:stretch>
        </p:blipFill>
        <p:spPr>
          <a:xfrm>
            <a:off x="6029325" y="1972403"/>
            <a:ext cx="5184775" cy="4281620"/>
          </a:xfrm>
          <a:prstGeom prst="rect">
            <a:avLst/>
          </a:prstGeom>
        </p:spPr>
      </p:pic>
      <p:sp>
        <p:nvSpPr>
          <p:cNvPr id="5" name="文本占位符 4">
            <a:extLst>
              <a:ext uri="{FF2B5EF4-FFF2-40B4-BE49-F238E27FC236}">
                <a16:creationId xmlns:a16="http://schemas.microsoft.com/office/drawing/2014/main" id="{3F80C218-555E-504C-F311-69CDFDF44B47}"/>
              </a:ext>
            </a:extLst>
          </p:cNvPr>
          <p:cNvSpPr>
            <a:spLocks noGrp="1"/>
          </p:cNvSpPr>
          <p:nvPr>
            <p:ph type="body" sz="quarter" idx="18"/>
          </p:nvPr>
        </p:nvSpPr>
        <p:spPr/>
        <p:txBody>
          <a:bodyPr/>
          <a:lstStyle/>
          <a:p>
            <a:r>
              <a:rPr lang="zh-CN" altLang="en-US"/>
              <a:t>统一接口</a:t>
            </a:r>
            <a:r>
              <a:rPr lang="en-US" altLang="zh-CN"/>
              <a:t>——</a:t>
            </a:r>
            <a:r>
              <a:rPr lang="zh-CN" altLang="en-US"/>
              <a:t>响应设计</a:t>
            </a:r>
          </a:p>
        </p:txBody>
      </p:sp>
    </p:spTree>
    <p:extLst>
      <p:ext uri="{BB962C8B-B14F-4D97-AF65-F5344CB8AC3E}">
        <p14:creationId xmlns:p14="http://schemas.microsoft.com/office/powerpoint/2010/main" val="8230113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1B8BDB24-CB4D-0CD1-6AA8-26627DD449DB}"/>
              </a:ext>
            </a:extLst>
          </p:cNvPr>
          <p:cNvSpPr>
            <a:spLocks noGrp="1"/>
          </p:cNvSpPr>
          <p:nvPr>
            <p:ph type="body" sz="quarter" idx="18"/>
          </p:nvPr>
        </p:nvSpPr>
        <p:spPr>
          <a:prstGeom prst="rect">
            <a:avLst/>
          </a:prstGeom>
        </p:spPr>
        <p:txBody>
          <a:bodyPr/>
          <a:lstStyle/>
          <a:p>
            <a:r>
              <a:rPr lang="en-US" altLang="zh-CN"/>
              <a:t>API</a:t>
            </a:r>
            <a:r>
              <a:rPr lang="zh-CN" altLang="en-US"/>
              <a:t>文档编辑工具推荐</a:t>
            </a:r>
            <a:r>
              <a:rPr lang="en-US" altLang="zh-CN"/>
              <a:t>——Apifox</a:t>
            </a:r>
            <a:endParaRPr lang="zh-CN" altLang="en-US"/>
          </a:p>
        </p:txBody>
      </p:sp>
      <p:pic>
        <p:nvPicPr>
          <p:cNvPr id="9" name="内容占位符 8">
            <a:extLst>
              <a:ext uri="{FF2B5EF4-FFF2-40B4-BE49-F238E27FC236}">
                <a16:creationId xmlns:a16="http://schemas.microsoft.com/office/drawing/2014/main" id="{E76FB986-98DE-615A-4112-8357C90DD4F3}"/>
              </a:ext>
            </a:extLst>
          </p:cNvPr>
          <p:cNvPicPr>
            <a:picLocks noGrp="1" noChangeAspect="1"/>
          </p:cNvPicPr>
          <p:nvPr>
            <p:ph sz="quarter" idx="19"/>
          </p:nvPr>
        </p:nvPicPr>
        <p:blipFill>
          <a:blip r:embed="rId2"/>
          <a:stretch>
            <a:fillRect/>
          </a:stretch>
        </p:blipFill>
        <p:spPr>
          <a:xfrm>
            <a:off x="1480952" y="836613"/>
            <a:ext cx="9287246" cy="5761037"/>
          </a:xfrm>
          <a:prstGeom prst="rect">
            <a:avLst/>
          </a:prstGeom>
        </p:spPr>
      </p:pic>
      <p:pic>
        <p:nvPicPr>
          <p:cNvPr id="11" name="图片 10">
            <a:extLst>
              <a:ext uri="{FF2B5EF4-FFF2-40B4-BE49-F238E27FC236}">
                <a16:creationId xmlns:a16="http://schemas.microsoft.com/office/drawing/2014/main" id="{CE90F40F-89B1-A490-E47C-1677DEA5EBDB}"/>
              </a:ext>
            </a:extLst>
          </p:cNvPr>
          <p:cNvPicPr>
            <a:picLocks noChangeAspect="1"/>
          </p:cNvPicPr>
          <p:nvPr/>
        </p:nvPicPr>
        <p:blipFill>
          <a:blip r:embed="rId3"/>
          <a:stretch>
            <a:fillRect/>
          </a:stretch>
        </p:blipFill>
        <p:spPr>
          <a:xfrm>
            <a:off x="6124575" y="3337911"/>
            <a:ext cx="4712030" cy="3235125"/>
          </a:xfrm>
          <a:prstGeom prst="rect">
            <a:avLst/>
          </a:prstGeom>
          <a:ln>
            <a:solidFill>
              <a:schemeClr val="accent1"/>
            </a:solidFill>
          </a:ln>
        </p:spPr>
      </p:pic>
    </p:spTree>
    <p:extLst>
      <p:ext uri="{BB962C8B-B14F-4D97-AF65-F5344CB8AC3E}">
        <p14:creationId xmlns:p14="http://schemas.microsoft.com/office/powerpoint/2010/main" val="2991249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D8B93A8-F670-956C-CD4B-F415197CB7D7}"/>
              </a:ext>
            </a:extLst>
          </p:cNvPr>
          <p:cNvSpPr>
            <a:spLocks noGrp="1"/>
          </p:cNvSpPr>
          <p:nvPr>
            <p:ph type="body" sz="quarter" idx="18"/>
          </p:nvPr>
        </p:nvSpPr>
        <p:spPr/>
        <p:txBody>
          <a:bodyPr/>
          <a:lstStyle/>
          <a:p>
            <a:r>
              <a:rPr lang="zh-CN" altLang="en-US"/>
              <a:t>接口管理</a:t>
            </a:r>
          </a:p>
        </p:txBody>
      </p:sp>
      <p:pic>
        <p:nvPicPr>
          <p:cNvPr id="5" name="内容占位符 4">
            <a:extLst>
              <a:ext uri="{FF2B5EF4-FFF2-40B4-BE49-F238E27FC236}">
                <a16:creationId xmlns:a16="http://schemas.microsoft.com/office/drawing/2014/main" id="{6CAE6CCD-92B7-8A82-DBC6-9D9FDC986745}"/>
              </a:ext>
            </a:extLst>
          </p:cNvPr>
          <p:cNvPicPr>
            <a:picLocks noGrp="1" noChangeAspect="1"/>
          </p:cNvPicPr>
          <p:nvPr>
            <p:ph sz="quarter" idx="19"/>
          </p:nvPr>
        </p:nvPicPr>
        <p:blipFill>
          <a:blip r:embed="rId2"/>
          <a:stretch>
            <a:fillRect/>
          </a:stretch>
        </p:blipFill>
        <p:spPr>
          <a:xfrm>
            <a:off x="188178" y="881795"/>
            <a:ext cx="1805903" cy="5761037"/>
          </a:xfrm>
          <a:prstGeom prst="rect">
            <a:avLst/>
          </a:prstGeom>
        </p:spPr>
      </p:pic>
      <p:pic>
        <p:nvPicPr>
          <p:cNvPr id="6" name="内容占位符 4">
            <a:extLst>
              <a:ext uri="{FF2B5EF4-FFF2-40B4-BE49-F238E27FC236}">
                <a16:creationId xmlns:a16="http://schemas.microsoft.com/office/drawing/2014/main" id="{3DB79A25-3125-09BA-14C9-82CF84D83005}"/>
              </a:ext>
            </a:extLst>
          </p:cNvPr>
          <p:cNvPicPr>
            <a:picLocks noChangeAspect="1"/>
          </p:cNvPicPr>
          <p:nvPr/>
        </p:nvPicPr>
        <p:blipFill>
          <a:blip r:embed="rId2"/>
          <a:srcRect t="14357" r="5724" b="62527"/>
          <a:stretch>
            <a:fillRect/>
          </a:stretch>
        </p:blipFill>
        <p:spPr>
          <a:xfrm>
            <a:off x="2065602" y="789888"/>
            <a:ext cx="3732526" cy="2919668"/>
          </a:xfrm>
          <a:prstGeom prst="rect">
            <a:avLst/>
          </a:prstGeom>
        </p:spPr>
      </p:pic>
      <p:pic>
        <p:nvPicPr>
          <p:cNvPr id="7" name="内容占位符 4">
            <a:extLst>
              <a:ext uri="{FF2B5EF4-FFF2-40B4-BE49-F238E27FC236}">
                <a16:creationId xmlns:a16="http://schemas.microsoft.com/office/drawing/2014/main" id="{AC21539C-2114-288F-419D-3920A82E0FD8}"/>
              </a:ext>
            </a:extLst>
          </p:cNvPr>
          <p:cNvPicPr>
            <a:picLocks noChangeAspect="1"/>
          </p:cNvPicPr>
          <p:nvPr/>
        </p:nvPicPr>
        <p:blipFill>
          <a:blip r:embed="rId2"/>
          <a:srcRect t="36518" r="7638" b="38484"/>
          <a:stretch>
            <a:fillRect/>
          </a:stretch>
        </p:blipFill>
        <p:spPr>
          <a:xfrm>
            <a:off x="2073527" y="3709556"/>
            <a:ext cx="3716675" cy="3208928"/>
          </a:xfrm>
          <a:prstGeom prst="rect">
            <a:avLst/>
          </a:prstGeom>
        </p:spPr>
      </p:pic>
      <p:pic>
        <p:nvPicPr>
          <p:cNvPr id="8" name="内容占位符 4">
            <a:extLst>
              <a:ext uri="{FF2B5EF4-FFF2-40B4-BE49-F238E27FC236}">
                <a16:creationId xmlns:a16="http://schemas.microsoft.com/office/drawing/2014/main" id="{EB6C54E0-3C9E-83E3-AF38-521DC1B384ED}"/>
              </a:ext>
            </a:extLst>
          </p:cNvPr>
          <p:cNvPicPr>
            <a:picLocks noChangeAspect="1"/>
          </p:cNvPicPr>
          <p:nvPr/>
        </p:nvPicPr>
        <p:blipFill>
          <a:blip r:embed="rId2"/>
          <a:srcRect t="60861" b="7034"/>
          <a:stretch>
            <a:fillRect/>
          </a:stretch>
        </p:blipFill>
        <p:spPr>
          <a:xfrm>
            <a:off x="6488237" y="881795"/>
            <a:ext cx="4932122" cy="5051414"/>
          </a:xfrm>
          <a:prstGeom prst="rect">
            <a:avLst/>
          </a:prstGeom>
        </p:spPr>
      </p:pic>
    </p:spTree>
    <p:extLst>
      <p:ext uri="{BB962C8B-B14F-4D97-AF65-F5344CB8AC3E}">
        <p14:creationId xmlns:p14="http://schemas.microsoft.com/office/powerpoint/2010/main" val="2510639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8617F31-7EE4-A393-C792-18177FC0546D}"/>
              </a:ext>
            </a:extLst>
          </p:cNvPr>
          <p:cNvSpPr>
            <a:spLocks noGrp="1"/>
          </p:cNvSpPr>
          <p:nvPr>
            <p:ph type="body" sz="quarter" idx="18"/>
          </p:nvPr>
        </p:nvSpPr>
        <p:spPr/>
        <p:txBody>
          <a:bodyPr/>
          <a:lstStyle/>
          <a:p>
            <a:r>
              <a:rPr lang="zh-CN" altLang="en-US"/>
              <a:t>用户登录接口</a:t>
            </a:r>
          </a:p>
        </p:txBody>
      </p:sp>
      <p:pic>
        <p:nvPicPr>
          <p:cNvPr id="5" name="内容占位符 4">
            <a:extLst>
              <a:ext uri="{FF2B5EF4-FFF2-40B4-BE49-F238E27FC236}">
                <a16:creationId xmlns:a16="http://schemas.microsoft.com/office/drawing/2014/main" id="{8C2BB0AD-3F85-6CC5-D42C-9F986558EFA0}"/>
              </a:ext>
            </a:extLst>
          </p:cNvPr>
          <p:cNvPicPr>
            <a:picLocks noGrp="1" noChangeAspect="1"/>
          </p:cNvPicPr>
          <p:nvPr>
            <p:ph sz="quarter" idx="19"/>
          </p:nvPr>
        </p:nvPicPr>
        <p:blipFill>
          <a:blip r:embed="rId2"/>
          <a:stretch>
            <a:fillRect/>
          </a:stretch>
        </p:blipFill>
        <p:spPr>
          <a:xfrm>
            <a:off x="850256" y="654215"/>
            <a:ext cx="10143461" cy="4584902"/>
          </a:xfrm>
          <a:prstGeom prst="rect">
            <a:avLst/>
          </a:prstGeom>
        </p:spPr>
      </p:pic>
      <p:pic>
        <p:nvPicPr>
          <p:cNvPr id="7" name="图片 6">
            <a:extLst>
              <a:ext uri="{FF2B5EF4-FFF2-40B4-BE49-F238E27FC236}">
                <a16:creationId xmlns:a16="http://schemas.microsoft.com/office/drawing/2014/main" id="{C4312F2D-5CBA-0F7F-4B60-5816D3E224BD}"/>
              </a:ext>
            </a:extLst>
          </p:cNvPr>
          <p:cNvPicPr>
            <a:picLocks noChangeAspect="1"/>
          </p:cNvPicPr>
          <p:nvPr/>
        </p:nvPicPr>
        <p:blipFill>
          <a:blip r:embed="rId3"/>
          <a:stretch>
            <a:fillRect/>
          </a:stretch>
        </p:blipFill>
        <p:spPr>
          <a:xfrm>
            <a:off x="7573281" y="1027770"/>
            <a:ext cx="4551384" cy="2486161"/>
          </a:xfrm>
          <a:prstGeom prst="rect">
            <a:avLst/>
          </a:prstGeom>
          <a:ln>
            <a:solidFill>
              <a:schemeClr val="accent1"/>
            </a:solidFill>
          </a:ln>
        </p:spPr>
      </p:pic>
      <p:pic>
        <p:nvPicPr>
          <p:cNvPr id="8" name="内容占位符 4">
            <a:extLst>
              <a:ext uri="{FF2B5EF4-FFF2-40B4-BE49-F238E27FC236}">
                <a16:creationId xmlns:a16="http://schemas.microsoft.com/office/drawing/2014/main" id="{0DDA6F92-4086-B49C-64C2-2F1CCC8B348C}"/>
              </a:ext>
            </a:extLst>
          </p:cNvPr>
          <p:cNvPicPr>
            <a:picLocks noChangeAspect="1"/>
          </p:cNvPicPr>
          <p:nvPr/>
        </p:nvPicPr>
        <p:blipFill>
          <a:blip r:embed="rId4"/>
          <a:stretch>
            <a:fillRect/>
          </a:stretch>
        </p:blipFill>
        <p:spPr>
          <a:xfrm>
            <a:off x="1319833" y="5204452"/>
            <a:ext cx="9781309" cy="1653548"/>
          </a:xfrm>
          <a:prstGeom prst="rect">
            <a:avLst/>
          </a:prstGeom>
          <a:ln>
            <a:solidFill>
              <a:srgbClr val="0BB863"/>
            </a:solidFill>
          </a:ln>
        </p:spPr>
      </p:pic>
    </p:spTree>
    <p:extLst>
      <p:ext uri="{BB962C8B-B14F-4D97-AF65-F5344CB8AC3E}">
        <p14:creationId xmlns:p14="http://schemas.microsoft.com/office/powerpoint/2010/main" val="3629813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207464DB-175A-6C3D-3C72-51FD39609FEF}"/>
              </a:ext>
            </a:extLst>
          </p:cNvPr>
          <p:cNvSpPr>
            <a:spLocks noGrp="1"/>
          </p:cNvSpPr>
          <p:nvPr>
            <p:ph type="body" sz="quarter" idx="18"/>
          </p:nvPr>
        </p:nvSpPr>
        <p:spPr/>
        <p:txBody>
          <a:bodyPr/>
          <a:lstStyle/>
          <a:p>
            <a:r>
              <a:rPr lang="zh-CN" altLang="en-US"/>
              <a:t>用户登录接口</a:t>
            </a:r>
          </a:p>
        </p:txBody>
      </p:sp>
      <p:pic>
        <p:nvPicPr>
          <p:cNvPr id="13" name="内容占位符 12">
            <a:extLst>
              <a:ext uri="{FF2B5EF4-FFF2-40B4-BE49-F238E27FC236}">
                <a16:creationId xmlns:a16="http://schemas.microsoft.com/office/drawing/2014/main" id="{D545FA71-88B0-DED5-B06A-A00B489404C3}"/>
              </a:ext>
            </a:extLst>
          </p:cNvPr>
          <p:cNvPicPr>
            <a:picLocks noGrp="1" noChangeAspect="1"/>
          </p:cNvPicPr>
          <p:nvPr>
            <p:ph sz="quarter" idx="19"/>
          </p:nvPr>
        </p:nvPicPr>
        <p:blipFill>
          <a:blip r:embed="rId2"/>
          <a:stretch>
            <a:fillRect/>
          </a:stretch>
        </p:blipFill>
        <p:spPr>
          <a:xfrm>
            <a:off x="584206" y="882795"/>
            <a:ext cx="9676809" cy="5761037"/>
          </a:xfrm>
          <a:prstGeom prst="rect">
            <a:avLst/>
          </a:prstGeom>
          <a:ln>
            <a:solidFill>
              <a:srgbClr val="0BB863"/>
            </a:solidFill>
          </a:ln>
        </p:spPr>
      </p:pic>
      <p:pic>
        <p:nvPicPr>
          <p:cNvPr id="15" name="图片 14">
            <a:extLst>
              <a:ext uri="{FF2B5EF4-FFF2-40B4-BE49-F238E27FC236}">
                <a16:creationId xmlns:a16="http://schemas.microsoft.com/office/drawing/2014/main" id="{32C96D53-2F59-FD66-4064-55E9E4366727}"/>
              </a:ext>
            </a:extLst>
          </p:cNvPr>
          <p:cNvPicPr>
            <a:picLocks noChangeAspect="1"/>
          </p:cNvPicPr>
          <p:nvPr/>
        </p:nvPicPr>
        <p:blipFill>
          <a:blip r:embed="rId3"/>
          <a:stretch>
            <a:fillRect/>
          </a:stretch>
        </p:blipFill>
        <p:spPr>
          <a:xfrm>
            <a:off x="7969336" y="121311"/>
            <a:ext cx="3638458" cy="3307689"/>
          </a:xfrm>
          <a:prstGeom prst="rect">
            <a:avLst/>
          </a:prstGeom>
          <a:ln>
            <a:solidFill>
              <a:srgbClr val="0BB863"/>
            </a:solidFill>
          </a:ln>
        </p:spPr>
      </p:pic>
    </p:spTree>
    <p:extLst>
      <p:ext uri="{BB962C8B-B14F-4D97-AF65-F5344CB8AC3E}">
        <p14:creationId xmlns:p14="http://schemas.microsoft.com/office/powerpoint/2010/main" val="4202451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9C76C69-0E0E-81AF-C6C5-ABA3F659961F}"/>
              </a:ext>
            </a:extLst>
          </p:cNvPr>
          <p:cNvSpPr>
            <a:spLocks noGrp="1"/>
          </p:cNvSpPr>
          <p:nvPr>
            <p:ph type="body" sz="quarter" idx="18"/>
          </p:nvPr>
        </p:nvSpPr>
        <p:spPr/>
        <p:txBody>
          <a:bodyPr/>
          <a:lstStyle/>
          <a:p>
            <a:r>
              <a:rPr lang="zh-CN" altLang="en-US"/>
              <a:t>用户登录接口</a:t>
            </a:r>
          </a:p>
        </p:txBody>
      </p:sp>
      <p:pic>
        <p:nvPicPr>
          <p:cNvPr id="9" name="内容占位符 8">
            <a:extLst>
              <a:ext uri="{FF2B5EF4-FFF2-40B4-BE49-F238E27FC236}">
                <a16:creationId xmlns:a16="http://schemas.microsoft.com/office/drawing/2014/main" id="{437731A8-AF53-82D2-6FF5-D9754FD21FED}"/>
              </a:ext>
            </a:extLst>
          </p:cNvPr>
          <p:cNvPicPr>
            <a:picLocks noGrp="1" noChangeAspect="1"/>
          </p:cNvPicPr>
          <p:nvPr>
            <p:ph sz="quarter" idx="19"/>
          </p:nvPr>
        </p:nvPicPr>
        <p:blipFill>
          <a:blip r:embed="rId2"/>
          <a:stretch>
            <a:fillRect/>
          </a:stretch>
        </p:blipFill>
        <p:spPr>
          <a:xfrm>
            <a:off x="536575" y="1275528"/>
            <a:ext cx="11176000" cy="4883207"/>
          </a:xfrm>
          <a:prstGeom prst="rect">
            <a:avLst/>
          </a:prstGeom>
        </p:spPr>
      </p:pic>
      <p:pic>
        <p:nvPicPr>
          <p:cNvPr id="11" name="图片 10">
            <a:extLst>
              <a:ext uri="{FF2B5EF4-FFF2-40B4-BE49-F238E27FC236}">
                <a16:creationId xmlns:a16="http://schemas.microsoft.com/office/drawing/2014/main" id="{725BB84D-1188-F999-1B04-3FE0227AA7A0}"/>
              </a:ext>
            </a:extLst>
          </p:cNvPr>
          <p:cNvPicPr>
            <a:picLocks noChangeAspect="1"/>
          </p:cNvPicPr>
          <p:nvPr/>
        </p:nvPicPr>
        <p:blipFill>
          <a:blip r:embed="rId3"/>
          <a:stretch>
            <a:fillRect/>
          </a:stretch>
        </p:blipFill>
        <p:spPr>
          <a:xfrm>
            <a:off x="6489934" y="100867"/>
            <a:ext cx="4062430" cy="2872597"/>
          </a:xfrm>
          <a:prstGeom prst="rect">
            <a:avLst/>
          </a:prstGeom>
          <a:ln>
            <a:solidFill>
              <a:srgbClr val="0BB863"/>
            </a:solidFill>
          </a:ln>
        </p:spPr>
      </p:pic>
    </p:spTree>
    <p:extLst>
      <p:ext uri="{BB962C8B-B14F-4D97-AF65-F5344CB8AC3E}">
        <p14:creationId xmlns:p14="http://schemas.microsoft.com/office/powerpoint/2010/main" val="1377884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E0E2BDA-99EC-90E3-0743-A704714A15B0}"/>
              </a:ext>
            </a:extLst>
          </p:cNvPr>
          <p:cNvSpPr>
            <a:spLocks noGrp="1"/>
          </p:cNvSpPr>
          <p:nvPr>
            <p:ph type="body" sz="quarter" idx="18"/>
          </p:nvPr>
        </p:nvSpPr>
        <p:spPr/>
        <p:txBody>
          <a:bodyPr/>
          <a:lstStyle/>
          <a:p>
            <a:r>
              <a:rPr lang="zh-CN" altLang="en-US"/>
              <a:t>作业六（登录必做，其他选做）</a:t>
            </a:r>
          </a:p>
        </p:txBody>
      </p:sp>
      <p:pic>
        <p:nvPicPr>
          <p:cNvPr id="13" name="内容占位符 12">
            <a:extLst>
              <a:ext uri="{FF2B5EF4-FFF2-40B4-BE49-F238E27FC236}">
                <a16:creationId xmlns:a16="http://schemas.microsoft.com/office/drawing/2014/main" id="{D65B11CA-97F2-3231-6A3E-000D72A4A621}"/>
              </a:ext>
            </a:extLst>
          </p:cNvPr>
          <p:cNvPicPr>
            <a:picLocks noGrp="1" noChangeAspect="1"/>
          </p:cNvPicPr>
          <p:nvPr>
            <p:ph sz="quarter" idx="19"/>
          </p:nvPr>
        </p:nvPicPr>
        <p:blipFill>
          <a:blip r:embed="rId2"/>
          <a:stretch>
            <a:fillRect/>
          </a:stretch>
        </p:blipFill>
        <p:spPr>
          <a:xfrm>
            <a:off x="810289" y="1117131"/>
            <a:ext cx="10628571" cy="5200000"/>
          </a:xfrm>
          <a:prstGeom prst="rect">
            <a:avLst/>
          </a:prstGeom>
        </p:spPr>
      </p:pic>
    </p:spTree>
    <p:extLst>
      <p:ext uri="{BB962C8B-B14F-4D97-AF65-F5344CB8AC3E}">
        <p14:creationId xmlns:p14="http://schemas.microsoft.com/office/powerpoint/2010/main" val="26914840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作业一</a:t>
            </a:r>
            <a:r>
              <a:rPr lang="en-US" altLang="zh-CN"/>
              <a:t>~</a:t>
            </a:r>
            <a:r>
              <a:rPr lang="zh-CN" altLang="en-US"/>
              <a:t>六的提交要求（第七次课）</a:t>
            </a:r>
          </a:p>
        </p:txBody>
      </p:sp>
      <p:grpSp>
        <p:nvGrpSpPr>
          <p:cNvPr id="5" name="组合 4"/>
          <p:cNvGrpSpPr/>
          <p:nvPr/>
        </p:nvGrpSpPr>
        <p:grpSpPr>
          <a:xfrm>
            <a:off x="817563" y="1710901"/>
            <a:ext cx="10871200" cy="5092380"/>
            <a:chOff x="817563" y="1710901"/>
            <a:chExt cx="10871200" cy="5092380"/>
          </a:xfrm>
        </p:grpSpPr>
        <p:sp>
          <p:nvSpPr>
            <p:cNvPr id="6" name="任意多边形 5"/>
            <p:cNvSpPr/>
            <p:nvPr/>
          </p:nvSpPr>
          <p:spPr>
            <a:xfrm>
              <a:off x="817563" y="1991341"/>
              <a:ext cx="10871200" cy="3112200"/>
            </a:xfrm>
            <a:custGeom>
              <a:avLst/>
              <a:gdLst>
                <a:gd name="connsiteX0" fmla="*/ 0 w 10871200"/>
                <a:gd name="connsiteY0" fmla="*/ 0 h 3112200"/>
                <a:gd name="connsiteX1" fmla="*/ 10871200 w 10871200"/>
                <a:gd name="connsiteY1" fmla="*/ 0 h 3112200"/>
                <a:gd name="connsiteX2" fmla="*/ 10871200 w 10871200"/>
                <a:gd name="connsiteY2" fmla="*/ 3112200 h 3112200"/>
                <a:gd name="connsiteX3" fmla="*/ 0 w 10871200"/>
                <a:gd name="connsiteY3" fmla="*/ 3112200 h 3112200"/>
                <a:gd name="connsiteX4" fmla="*/ 0 w 10871200"/>
                <a:gd name="connsiteY4" fmla="*/ 0 h 311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1200" h="3112200">
                  <a:moveTo>
                    <a:pt x="0" y="0"/>
                  </a:moveTo>
                  <a:lnTo>
                    <a:pt x="10871200" y="0"/>
                  </a:lnTo>
                  <a:lnTo>
                    <a:pt x="10871200" y="3112200"/>
                  </a:lnTo>
                  <a:lnTo>
                    <a:pt x="0" y="3112200"/>
                  </a:lnTo>
                  <a:lnTo>
                    <a:pt x="0" y="0"/>
                  </a:lnTo>
                  <a:close/>
                </a:path>
              </a:pathLst>
            </a:cu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3726" tIns="395732" rIns="843726" bIns="85344" numCol="1" spcCol="1270" anchor="t" anchorCtr="0">
              <a:noAutofit/>
            </a:bodyPr>
            <a:lstStyle/>
            <a:p>
              <a:pPr marL="228600" lvl="1" indent="-228600" defTabSz="533400">
                <a:lnSpc>
                  <a:spcPts val="2300"/>
                </a:lnSpc>
                <a:spcBef>
                  <a:spcPct val="0"/>
                </a:spcBef>
                <a:spcAft>
                  <a:spcPct val="15000"/>
                </a:spcAft>
                <a:buFont typeface="+mj-ea"/>
                <a:buAutoNum type="circleNumDbPlain"/>
              </a:pPr>
              <a:r>
                <a:rPr lang="zh-CN" altLang="en-US" sz="1600"/>
                <a:t>作业一</a:t>
              </a:r>
              <a:r>
                <a:rPr lang="en-US" altLang="zh-CN" sz="1600"/>
                <a:t> </a:t>
              </a:r>
              <a:r>
                <a:rPr lang="zh-CN" altLang="en-US" sz="1600"/>
                <a:t>表</a:t>
              </a:r>
              <a:r>
                <a:rPr lang="en-US" altLang="zh-CN" sz="1600"/>
                <a:t>7-11</a:t>
              </a:r>
              <a:r>
                <a:rPr lang="zh-CN" altLang="en-US" sz="1600"/>
                <a:t>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作业二 表</a:t>
              </a:r>
              <a:r>
                <a:rPr lang="en-US" altLang="zh-CN" sz="1600"/>
                <a:t>7-12</a:t>
              </a:r>
              <a:r>
                <a:rPr lang="zh-CN" altLang="en-US" sz="1600"/>
                <a:t>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作业三 表</a:t>
              </a:r>
              <a:r>
                <a:rPr lang="en-US" altLang="zh-CN" sz="1600"/>
                <a:t>7-13</a:t>
              </a:r>
              <a:r>
                <a:rPr lang="zh-CN" altLang="en-US" sz="1600"/>
                <a:t>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作业四 表</a:t>
              </a:r>
              <a:r>
                <a:rPr lang="en-US" altLang="zh-CN" sz="1600"/>
                <a:t>7-14</a:t>
              </a:r>
              <a:r>
                <a:rPr lang="zh-CN" altLang="en-US" sz="1600"/>
                <a:t>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作业五 表</a:t>
              </a:r>
              <a:r>
                <a:rPr lang="en-US" altLang="zh-CN" sz="1600"/>
                <a:t>7-15</a:t>
              </a:r>
              <a:r>
                <a:rPr lang="zh-CN" altLang="en-US" sz="1600"/>
                <a:t>截图；</a:t>
              </a:r>
              <a:endParaRPr lang="en-US" altLang="zh-CN" sz="1600"/>
            </a:p>
            <a:p>
              <a:pPr marL="228600" lvl="1" indent="-228600" algn="l" defTabSz="533400">
                <a:lnSpc>
                  <a:spcPts val="2300"/>
                </a:lnSpc>
                <a:spcBef>
                  <a:spcPct val="0"/>
                </a:spcBef>
                <a:spcAft>
                  <a:spcPct val="15000"/>
                </a:spcAft>
                <a:buFont typeface="+mj-ea"/>
                <a:buAutoNum type="circleNumDbPlain"/>
              </a:pPr>
              <a:r>
                <a:rPr lang="zh-CN" altLang="en-US" sz="1600"/>
                <a:t>作业六 在</a:t>
              </a:r>
              <a:r>
                <a:rPr lang="en-US" altLang="zh-CN" sz="1600"/>
                <a:t>Apifox</a:t>
              </a:r>
              <a:r>
                <a:rPr lang="zh-CN" altLang="en-US" sz="1600"/>
                <a:t>完成登录接口的</a:t>
              </a:r>
              <a:r>
                <a:rPr lang="en-US" altLang="zh-CN" sz="1600"/>
                <a:t>API</a:t>
              </a:r>
              <a:r>
                <a:rPr lang="zh-CN" altLang="en-US" sz="1600"/>
                <a:t>文档预览截图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作业六在</a:t>
              </a:r>
              <a:r>
                <a:rPr lang="en-US" altLang="zh-CN" sz="1600"/>
                <a:t>Apifox</a:t>
              </a:r>
              <a:r>
                <a:rPr lang="zh-CN" altLang="en-US" sz="1600"/>
                <a:t>完成登录接口的</a:t>
              </a:r>
              <a:r>
                <a:rPr lang="en-US" altLang="zh-CN" sz="1600"/>
                <a:t>API</a:t>
              </a:r>
              <a:r>
                <a:rPr lang="zh-CN" altLang="en-US" sz="1600"/>
                <a:t>文档共享地址</a:t>
              </a:r>
              <a:endParaRPr lang="en-US" altLang="zh-CN" sz="1600" kern="1200"/>
            </a:p>
          </p:txBody>
        </p:sp>
        <p:sp>
          <p:nvSpPr>
            <p:cNvPr id="7" name="任意多边形 6"/>
            <p:cNvSpPr/>
            <p:nvPr/>
          </p:nvSpPr>
          <p:spPr>
            <a:xfrm>
              <a:off x="1361123" y="1710901"/>
              <a:ext cx="7609840" cy="560880"/>
            </a:xfrm>
            <a:custGeom>
              <a:avLst/>
              <a:gdLst>
                <a:gd name="connsiteX0" fmla="*/ 0 w 7609840"/>
                <a:gd name="connsiteY0" fmla="*/ 93482 h 560880"/>
                <a:gd name="connsiteX1" fmla="*/ 93482 w 7609840"/>
                <a:gd name="connsiteY1" fmla="*/ 0 h 560880"/>
                <a:gd name="connsiteX2" fmla="*/ 7516358 w 7609840"/>
                <a:gd name="connsiteY2" fmla="*/ 0 h 560880"/>
                <a:gd name="connsiteX3" fmla="*/ 7609840 w 7609840"/>
                <a:gd name="connsiteY3" fmla="*/ 93482 h 560880"/>
                <a:gd name="connsiteX4" fmla="*/ 7609840 w 7609840"/>
                <a:gd name="connsiteY4" fmla="*/ 467398 h 560880"/>
                <a:gd name="connsiteX5" fmla="*/ 7516358 w 7609840"/>
                <a:gd name="connsiteY5" fmla="*/ 560880 h 560880"/>
                <a:gd name="connsiteX6" fmla="*/ 93482 w 7609840"/>
                <a:gd name="connsiteY6" fmla="*/ 560880 h 560880"/>
                <a:gd name="connsiteX7" fmla="*/ 0 w 7609840"/>
                <a:gd name="connsiteY7" fmla="*/ 467398 h 560880"/>
                <a:gd name="connsiteX8" fmla="*/ 0 w 7609840"/>
                <a:gd name="connsiteY8" fmla="*/ 93482 h 56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9840" h="560880">
                  <a:moveTo>
                    <a:pt x="0" y="93482"/>
                  </a:moveTo>
                  <a:cubicBezTo>
                    <a:pt x="0" y="41853"/>
                    <a:pt x="41853" y="0"/>
                    <a:pt x="93482" y="0"/>
                  </a:cubicBezTo>
                  <a:lnTo>
                    <a:pt x="7516358" y="0"/>
                  </a:lnTo>
                  <a:cubicBezTo>
                    <a:pt x="7567987" y="0"/>
                    <a:pt x="7609840" y="41853"/>
                    <a:pt x="7609840" y="93482"/>
                  </a:cubicBezTo>
                  <a:lnTo>
                    <a:pt x="7609840" y="467398"/>
                  </a:lnTo>
                  <a:cubicBezTo>
                    <a:pt x="7609840" y="519027"/>
                    <a:pt x="7567987" y="560880"/>
                    <a:pt x="7516358" y="560880"/>
                  </a:cubicBezTo>
                  <a:lnTo>
                    <a:pt x="93482" y="560880"/>
                  </a:lnTo>
                  <a:cubicBezTo>
                    <a:pt x="41853" y="560880"/>
                    <a:pt x="0" y="519027"/>
                    <a:pt x="0" y="467398"/>
                  </a:cubicBezTo>
                  <a:lnTo>
                    <a:pt x="0" y="93482"/>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15014" tIns="27380" rIns="315014" bIns="27380" numCol="1" spcCol="1270" anchor="ctr" anchorCtr="0">
              <a:noAutofit/>
            </a:bodyPr>
            <a:lstStyle/>
            <a:p>
              <a:pPr lvl="0" algn="l" defTabSz="844550">
                <a:lnSpc>
                  <a:spcPct val="90000"/>
                </a:lnSpc>
                <a:spcBef>
                  <a:spcPct val="0"/>
                </a:spcBef>
                <a:spcAft>
                  <a:spcPct val="35000"/>
                </a:spcAft>
              </a:pPr>
              <a:r>
                <a:rPr lang="zh-CN" altLang="en-US" sz="1900" kern="1200"/>
                <a:t>提交内容（合并</a:t>
              </a:r>
              <a:r>
                <a:rPr lang="en-US" altLang="zh-CN" sz="1900"/>
                <a:t>7</a:t>
              </a:r>
              <a:r>
                <a:rPr lang="zh-CN" altLang="en-US" sz="1900" kern="1200"/>
                <a:t>张图片为一个文件，允许是图片或</a:t>
              </a:r>
              <a:r>
                <a:rPr lang="en-US" altLang="zh-CN" sz="1900" kern="1200"/>
                <a:t>pdf</a:t>
              </a:r>
              <a:r>
                <a:rPr lang="zh-CN" altLang="en-US" sz="1900" kern="1200"/>
                <a:t>）</a:t>
              </a:r>
            </a:p>
          </p:txBody>
        </p:sp>
        <p:sp>
          <p:nvSpPr>
            <p:cNvPr id="8" name="任意多边形 7"/>
            <p:cNvSpPr/>
            <p:nvPr/>
          </p:nvSpPr>
          <p:spPr>
            <a:xfrm>
              <a:off x="817563" y="5486581"/>
              <a:ext cx="10871200" cy="1316700"/>
            </a:xfrm>
            <a:custGeom>
              <a:avLst/>
              <a:gdLst>
                <a:gd name="connsiteX0" fmla="*/ 0 w 10871200"/>
                <a:gd name="connsiteY0" fmla="*/ 0 h 1316700"/>
                <a:gd name="connsiteX1" fmla="*/ 10871200 w 10871200"/>
                <a:gd name="connsiteY1" fmla="*/ 0 h 1316700"/>
                <a:gd name="connsiteX2" fmla="*/ 10871200 w 10871200"/>
                <a:gd name="connsiteY2" fmla="*/ 1316700 h 1316700"/>
                <a:gd name="connsiteX3" fmla="*/ 0 w 10871200"/>
                <a:gd name="connsiteY3" fmla="*/ 1316700 h 1316700"/>
                <a:gd name="connsiteX4" fmla="*/ 0 w 10871200"/>
                <a:gd name="connsiteY4" fmla="*/ 0 h 1316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1200" h="1316700">
                  <a:moveTo>
                    <a:pt x="0" y="0"/>
                  </a:moveTo>
                  <a:lnTo>
                    <a:pt x="10871200" y="0"/>
                  </a:lnTo>
                  <a:lnTo>
                    <a:pt x="10871200" y="1316700"/>
                  </a:lnTo>
                  <a:lnTo>
                    <a:pt x="0" y="1316700"/>
                  </a:lnTo>
                  <a:lnTo>
                    <a:pt x="0" y="0"/>
                  </a:lnTo>
                  <a:close/>
                </a:path>
              </a:pathLst>
            </a:custGeom>
          </p:spPr>
          <p:style>
            <a:lnRef idx="2">
              <a:schemeClr val="accent5">
                <a:hueOff val="-3010874"/>
                <a:satOff val="15631"/>
                <a:lumOff val="1137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3726" tIns="395732" rIns="843726" bIns="135128" numCol="1" spcCol="1270" anchor="t" anchorCtr="0">
              <a:noAutofit/>
            </a:bodyPr>
            <a:lstStyle/>
            <a:p>
              <a:pPr lvl="1" indent="-457200" algn="l" defTabSz="844550">
                <a:lnSpc>
                  <a:spcPct val="90000"/>
                </a:lnSpc>
                <a:spcBef>
                  <a:spcPct val="0"/>
                </a:spcBef>
                <a:spcAft>
                  <a:spcPct val="15000"/>
                </a:spcAft>
                <a:buFont typeface="+mj-ea"/>
                <a:buAutoNum type="circleNumDbPlain"/>
              </a:pPr>
              <a:r>
                <a:rPr lang="zh-CN" altLang="en-US" sz="1900" kern="1200"/>
                <a:t>图片显眼位置写入学号；方法的注释写入学号。</a:t>
              </a:r>
            </a:p>
          </p:txBody>
        </p:sp>
        <p:sp>
          <p:nvSpPr>
            <p:cNvPr id="9" name="任意多边形 8"/>
            <p:cNvSpPr/>
            <p:nvPr/>
          </p:nvSpPr>
          <p:spPr>
            <a:xfrm>
              <a:off x="1361123" y="5206142"/>
              <a:ext cx="7609840" cy="560880"/>
            </a:xfrm>
            <a:custGeom>
              <a:avLst/>
              <a:gdLst>
                <a:gd name="connsiteX0" fmla="*/ 0 w 7609840"/>
                <a:gd name="connsiteY0" fmla="*/ 93482 h 560880"/>
                <a:gd name="connsiteX1" fmla="*/ 93482 w 7609840"/>
                <a:gd name="connsiteY1" fmla="*/ 0 h 560880"/>
                <a:gd name="connsiteX2" fmla="*/ 7516358 w 7609840"/>
                <a:gd name="connsiteY2" fmla="*/ 0 h 560880"/>
                <a:gd name="connsiteX3" fmla="*/ 7609840 w 7609840"/>
                <a:gd name="connsiteY3" fmla="*/ 93482 h 560880"/>
                <a:gd name="connsiteX4" fmla="*/ 7609840 w 7609840"/>
                <a:gd name="connsiteY4" fmla="*/ 467398 h 560880"/>
                <a:gd name="connsiteX5" fmla="*/ 7516358 w 7609840"/>
                <a:gd name="connsiteY5" fmla="*/ 560880 h 560880"/>
                <a:gd name="connsiteX6" fmla="*/ 93482 w 7609840"/>
                <a:gd name="connsiteY6" fmla="*/ 560880 h 560880"/>
                <a:gd name="connsiteX7" fmla="*/ 0 w 7609840"/>
                <a:gd name="connsiteY7" fmla="*/ 467398 h 560880"/>
                <a:gd name="connsiteX8" fmla="*/ 0 w 7609840"/>
                <a:gd name="connsiteY8" fmla="*/ 93482 h 56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9840" h="560880">
                  <a:moveTo>
                    <a:pt x="0" y="93482"/>
                  </a:moveTo>
                  <a:cubicBezTo>
                    <a:pt x="0" y="41853"/>
                    <a:pt x="41853" y="0"/>
                    <a:pt x="93482" y="0"/>
                  </a:cubicBezTo>
                  <a:lnTo>
                    <a:pt x="7516358" y="0"/>
                  </a:lnTo>
                  <a:cubicBezTo>
                    <a:pt x="7567987" y="0"/>
                    <a:pt x="7609840" y="41853"/>
                    <a:pt x="7609840" y="93482"/>
                  </a:cubicBezTo>
                  <a:lnTo>
                    <a:pt x="7609840" y="467398"/>
                  </a:lnTo>
                  <a:cubicBezTo>
                    <a:pt x="7609840" y="519027"/>
                    <a:pt x="7567987" y="560880"/>
                    <a:pt x="7516358" y="560880"/>
                  </a:cubicBezTo>
                  <a:lnTo>
                    <a:pt x="93482" y="560880"/>
                  </a:lnTo>
                  <a:cubicBezTo>
                    <a:pt x="41853" y="560880"/>
                    <a:pt x="0" y="519027"/>
                    <a:pt x="0" y="467398"/>
                  </a:cubicBezTo>
                  <a:lnTo>
                    <a:pt x="0" y="93482"/>
                  </a:lnTo>
                  <a:close/>
                </a:path>
              </a:pathLst>
            </a:custGeom>
          </p:spPr>
          <p:style>
            <a:lnRef idx="2">
              <a:schemeClr val="lt1">
                <a:hueOff val="0"/>
                <a:satOff val="0"/>
                <a:lumOff val="0"/>
                <a:alphaOff val="0"/>
              </a:schemeClr>
            </a:lnRef>
            <a:fillRef idx="1">
              <a:schemeClr val="accent5">
                <a:hueOff val="-3010874"/>
                <a:satOff val="15631"/>
                <a:lumOff val="11372"/>
                <a:alphaOff val="0"/>
              </a:schemeClr>
            </a:fillRef>
            <a:effectRef idx="0">
              <a:schemeClr val="accent5">
                <a:hueOff val="-3010874"/>
                <a:satOff val="15631"/>
                <a:lumOff val="11372"/>
                <a:alphaOff val="0"/>
              </a:schemeClr>
            </a:effectRef>
            <a:fontRef idx="minor">
              <a:schemeClr val="lt1"/>
            </a:fontRef>
          </p:style>
          <p:txBody>
            <a:bodyPr spcFirstLastPara="0" vert="horz" wrap="square" lIns="315014" tIns="27380" rIns="315014" bIns="27380" numCol="1" spcCol="1270" anchor="ctr" anchorCtr="0">
              <a:noAutofit/>
            </a:bodyPr>
            <a:lstStyle/>
            <a:p>
              <a:pPr lvl="0" algn="l" defTabSz="844550">
                <a:lnSpc>
                  <a:spcPct val="90000"/>
                </a:lnSpc>
                <a:spcBef>
                  <a:spcPct val="0"/>
                </a:spcBef>
                <a:spcAft>
                  <a:spcPct val="35000"/>
                </a:spcAft>
              </a:pPr>
              <a:r>
                <a:rPr lang="zh-CN" altLang="en-US" sz="1900" kern="1200"/>
                <a:t>提交标识</a:t>
              </a: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7354004"/>
      </p:ext>
    </p:extLst>
  </p:cSld>
  <p:clrMapOvr>
    <a:masterClrMapping/>
  </p:clrMapOvr>
</p:sld>
</file>

<file path=ppt/theme/theme1.xml><?xml version="1.0" encoding="utf-8"?>
<a:theme xmlns:a="http://schemas.openxmlformats.org/drawingml/2006/main" name="2026绿色主题">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6绿色主题" id="{9D59F0FF-9DE1-4FD8-B542-85E5090F44B8}" vid="{7C6C7B51-D446-4378-B131-6CFA378A3A87}"/>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主题1">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2094BA78-B0FD-4069-8085-5BDBD23254F9}" vid="{597F16F3-6BD7-41B8-9533-1A7E1BB3BB65}"/>
    </a:ext>
  </a:extLst>
</a:theme>
</file>

<file path=ppt/theme/theme5.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926</TotalTime>
  <Words>2008</Words>
  <Application>Microsoft Office PowerPoint</Application>
  <PresentationFormat>宽屏</PresentationFormat>
  <Paragraphs>282</Paragraphs>
  <Slides>47</Slides>
  <Notes>9</Notes>
  <HiddenSlides>0</HiddenSlides>
  <MMClips>0</MMClips>
  <ScaleCrop>false</ScaleCrop>
  <HeadingPairs>
    <vt:vector size="6" baseType="variant">
      <vt:variant>
        <vt:lpstr>已用的字体</vt:lpstr>
      </vt:variant>
      <vt:variant>
        <vt:i4>8</vt:i4>
      </vt:variant>
      <vt:variant>
        <vt:lpstr>主题</vt:lpstr>
      </vt:variant>
      <vt:variant>
        <vt:i4>7</vt:i4>
      </vt:variant>
      <vt:variant>
        <vt:lpstr>幻灯片标题</vt:lpstr>
      </vt:variant>
      <vt:variant>
        <vt:i4>47</vt:i4>
      </vt:variant>
    </vt:vector>
  </HeadingPairs>
  <TitlesOfParts>
    <vt:vector size="62" baseType="lpstr">
      <vt:lpstr>Menlo</vt:lpstr>
      <vt:lpstr>quote-cjk-patch</vt:lpstr>
      <vt:lpstr>等线</vt:lpstr>
      <vt:lpstr>等线 Light</vt:lpstr>
      <vt:lpstr>微软雅黑</vt:lpstr>
      <vt:lpstr>Arial</vt:lpstr>
      <vt:lpstr>Calibri</vt:lpstr>
      <vt:lpstr>Wingdings</vt:lpstr>
      <vt:lpstr>2026绿色主题</vt:lpstr>
      <vt:lpstr>1_自定义设计方案</vt:lpstr>
      <vt:lpstr>自定义设计方案</vt:lpstr>
      <vt:lpstr>主题1</vt:lpstr>
      <vt:lpstr>2_自定义设计方案</vt:lpstr>
      <vt:lpstr>3_自定义设计方案</vt:lpstr>
      <vt:lpstr>4_自定义设计方案</vt:lpstr>
      <vt:lpstr>252602 WEB项目应用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作业一~六的提交要求（第七次课）</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荣枝 桂</dc:creator>
  <cp:lastModifiedBy>荣枝 桂</cp:lastModifiedBy>
  <cp:revision>286</cp:revision>
  <dcterms:created xsi:type="dcterms:W3CDTF">2026-03-27T11:24:42Z</dcterms:created>
  <dcterms:modified xsi:type="dcterms:W3CDTF">2026-04-14T11:56:45Z</dcterms:modified>
</cp:coreProperties>
</file>