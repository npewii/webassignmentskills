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37"/>
  </p:notesMasterIdLst>
  <p:sldIdLst>
    <p:sldId id="1235" r:id="rId8"/>
    <p:sldId id="1299" r:id="rId9"/>
    <p:sldId id="1334" r:id="rId10"/>
    <p:sldId id="1384" r:id="rId11"/>
    <p:sldId id="1389" r:id="rId12"/>
    <p:sldId id="1388" r:id="rId13"/>
    <p:sldId id="1407" r:id="rId14"/>
    <p:sldId id="1393" r:id="rId15"/>
    <p:sldId id="1411" r:id="rId16"/>
    <p:sldId id="1408" r:id="rId17"/>
    <p:sldId id="1412" r:id="rId18"/>
    <p:sldId id="1390" r:id="rId19"/>
    <p:sldId id="1391" r:id="rId20"/>
    <p:sldId id="1387" r:id="rId21"/>
    <p:sldId id="1392" r:id="rId22"/>
    <p:sldId id="1410" r:id="rId23"/>
    <p:sldId id="1414" r:id="rId24"/>
    <p:sldId id="1413" r:id="rId25"/>
    <p:sldId id="1415" r:id="rId26"/>
    <p:sldId id="1383" r:id="rId27"/>
    <p:sldId id="1405" r:id="rId28"/>
    <p:sldId id="1406" r:id="rId29"/>
    <p:sldId id="1418" r:id="rId30"/>
    <p:sldId id="1416" r:id="rId31"/>
    <p:sldId id="1417" r:id="rId32"/>
    <p:sldId id="1386" r:id="rId33"/>
    <p:sldId id="1419" r:id="rId34"/>
    <p:sldId id="463" r:id="rId35"/>
    <p:sldId id="1338"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89" d="100"/>
          <a:sy n="89" d="100"/>
        </p:scale>
        <p:origin x="2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1EED6A50-F52B-4751-AACB-69B14CFBC95D}">
      <dgm:prSet phldrT="[文本]"/>
      <dgm:spPr/>
      <dgm:t>
        <a:bodyPr/>
        <a:lstStyle/>
        <a:p>
          <a:r>
            <a:rPr lang="zh-CN" altLang="en-US"/>
            <a:t>“有状态”登录认证的实现原理</a:t>
          </a:r>
        </a:p>
      </dgm:t>
    </dgm:pt>
    <dgm:pt modelId="{00D1C5AD-F0AE-4CCB-9A4D-FD29C9DFA30F}" type="parTrans" cxnId="{D8CFE409-C27F-4600-9E5C-B5C667AC89F6}">
      <dgm:prSet/>
      <dgm:spPr/>
      <dgm:t>
        <a:bodyPr/>
        <a:lstStyle/>
        <a:p>
          <a:endParaRPr lang="zh-CN" altLang="en-US"/>
        </a:p>
      </dgm:t>
    </dgm:pt>
    <dgm:pt modelId="{7702CF36-97A4-4876-B491-D738262D463A}" type="sibTrans" cxnId="{D8CFE409-C27F-4600-9E5C-B5C667AC89F6}">
      <dgm:prSet/>
      <dgm:spPr/>
      <dgm:t>
        <a:bodyPr/>
        <a:lstStyle/>
        <a:p>
          <a:endParaRPr lang="zh-CN" altLang="en-US"/>
        </a:p>
      </dgm:t>
    </dgm:pt>
    <dgm:pt modelId="{6918702A-D9A2-4A84-B304-B5E13F42C633}">
      <dgm:prSet phldrT="[文本]"/>
      <dgm:spPr/>
      <dgm:t>
        <a:bodyPr/>
        <a:lstStyle/>
        <a:p>
          <a:r>
            <a:rPr lang="zh-CN" altLang="en-US"/>
            <a:t>有状态</a:t>
          </a:r>
          <a:r>
            <a:rPr lang="en-US" altLang="zh-CN"/>
            <a:t>VS</a:t>
          </a:r>
          <a:r>
            <a:rPr lang="zh-CN" altLang="en-US"/>
            <a:t>无状态</a:t>
          </a:r>
        </a:p>
      </dgm:t>
    </dgm:pt>
    <dgm:pt modelId="{8A2F56E8-AF4C-45B6-B22C-746F526D78B8}" type="parTrans" cxnId="{5F1EA009-523A-4487-A9A1-8F2FD8E81F29}">
      <dgm:prSet/>
      <dgm:spPr/>
      <dgm:t>
        <a:bodyPr/>
        <a:lstStyle/>
        <a:p>
          <a:endParaRPr lang="zh-CN" altLang="en-US"/>
        </a:p>
      </dgm:t>
    </dgm:pt>
    <dgm:pt modelId="{E24D23FA-CE03-4366-8B89-90D13941A91C}" type="sibTrans" cxnId="{5F1EA009-523A-4487-A9A1-8F2FD8E81F29}">
      <dgm:prSet/>
      <dgm:spPr/>
      <dgm:t>
        <a:bodyPr/>
        <a:lstStyle/>
        <a:p>
          <a:endParaRPr lang="zh-CN" altLang="en-US"/>
        </a:p>
      </dgm:t>
    </dgm:pt>
    <dgm:pt modelId="{E4E84131-338A-41C8-BE32-46F182F27244}">
      <dgm:prSet phldrT="[文本]"/>
      <dgm:spPr/>
      <dgm:t>
        <a:bodyPr/>
        <a:lstStyle/>
        <a:p>
          <a:r>
            <a:rPr lang="zh-CN" altLang="en-US"/>
            <a:t>什么是</a:t>
          </a:r>
          <a:r>
            <a:rPr lang="en-US" altLang="zh-CN"/>
            <a:t>Session</a:t>
          </a:r>
          <a:endParaRPr lang="zh-CN" altLang="en-US"/>
        </a:p>
      </dgm:t>
    </dgm:pt>
    <dgm:pt modelId="{116D12D0-FD64-44AF-B498-51777B89BF95}" type="parTrans" cxnId="{31E8B112-19A6-43EF-A8D6-158C93793C79}">
      <dgm:prSet/>
      <dgm:spPr/>
      <dgm:t>
        <a:bodyPr/>
        <a:lstStyle/>
        <a:p>
          <a:endParaRPr lang="zh-CN" altLang="en-US"/>
        </a:p>
      </dgm:t>
    </dgm:pt>
    <dgm:pt modelId="{805F6827-AB56-4849-9C24-D82184446F3D}" type="sibTrans" cxnId="{31E8B112-19A6-43EF-A8D6-158C93793C79}">
      <dgm:prSet/>
      <dgm:spPr/>
      <dgm:t>
        <a:bodyPr/>
        <a:lstStyle/>
        <a:p>
          <a:endParaRPr lang="zh-CN" altLang="en-US"/>
        </a:p>
      </dgm:t>
    </dgm:pt>
    <dgm:pt modelId="{981A5377-650B-44D4-88CA-040EC6EE3EFB}">
      <dgm:prSet phldrT="[文本]"/>
      <dgm:spPr/>
      <dgm:t>
        <a:bodyPr/>
        <a:lstStyle/>
        <a:p>
          <a:r>
            <a:rPr lang="en-US" altLang="zh-CN"/>
            <a:t>Session</a:t>
          </a:r>
          <a:r>
            <a:rPr lang="zh-CN" altLang="en-US"/>
            <a:t>的工作机制、存储及数据结构、认证流程</a:t>
          </a:r>
        </a:p>
      </dgm:t>
    </dgm:pt>
    <dgm:pt modelId="{E2AC8954-F195-4DEF-A237-24C41FBE2E37}" type="parTrans" cxnId="{11F16C44-48F0-4A59-9E77-914E39B74EBE}">
      <dgm:prSet/>
      <dgm:spPr/>
      <dgm:t>
        <a:bodyPr/>
        <a:lstStyle/>
        <a:p>
          <a:endParaRPr lang="zh-CN" altLang="en-US"/>
        </a:p>
      </dgm:t>
    </dgm:pt>
    <dgm:pt modelId="{1B5A9362-0199-4A45-82FB-A4966E0AF861}" type="sibTrans" cxnId="{11F16C44-48F0-4A59-9E77-914E39B74EBE}">
      <dgm:prSet/>
      <dgm:spPr/>
      <dgm:t>
        <a:bodyPr/>
        <a:lstStyle/>
        <a:p>
          <a:endParaRPr lang="zh-CN" altLang="en-US"/>
        </a:p>
      </dgm:t>
    </dgm:pt>
    <dgm:pt modelId="{7674CBEB-5B51-421A-A698-0580799C1105}">
      <dgm:prSet phldrT="[文本]" phldr="0"/>
      <dgm:spPr/>
      <dgm:t>
        <a:bodyPr/>
        <a:lstStyle/>
        <a:p>
          <a:r>
            <a:rPr lang="zh-CN" altLang="en-US"/>
            <a:t>系统登录认证的实现</a:t>
          </a:r>
        </a:p>
      </dgm:t>
    </dgm:pt>
    <dgm:pt modelId="{2203DF9D-B7D0-48FC-A9B3-E2DBD56812E4}" type="parTrans" cxnId="{1CF578AF-A056-4E37-B426-F1A941FB64F2}">
      <dgm:prSet/>
      <dgm:spPr/>
      <dgm:t>
        <a:bodyPr/>
        <a:lstStyle/>
        <a:p>
          <a:endParaRPr lang="zh-CN" altLang="en-US"/>
        </a:p>
      </dgm:t>
    </dgm:pt>
    <dgm:pt modelId="{053D8B9C-C289-4F50-B3F4-220634EF10BD}" type="sibTrans" cxnId="{1CF578AF-A056-4E37-B426-F1A941FB64F2}">
      <dgm:prSet/>
      <dgm:spPr/>
      <dgm:t>
        <a:bodyPr/>
        <a:lstStyle/>
        <a:p>
          <a:endParaRPr lang="zh-CN" altLang="en-US"/>
        </a:p>
      </dgm:t>
    </dgm:pt>
    <dgm:pt modelId="{0CD59371-3804-449A-9B47-0B19CBE36247}">
      <dgm:prSet phldrT="[文本]" phldr="0"/>
      <dgm:spPr/>
      <dgm:t>
        <a:bodyPr/>
        <a:lstStyle/>
        <a:p>
          <a:r>
            <a:rPr lang="zh-CN" altLang="en-US"/>
            <a:t>登录认证的实现分析</a:t>
          </a:r>
        </a:p>
      </dgm:t>
    </dgm:pt>
    <dgm:pt modelId="{B87CE1A8-C5C5-488A-98DA-0AA4CED43805}" type="parTrans" cxnId="{054B20C2-E799-4169-AE2A-F507F94598DF}">
      <dgm:prSet/>
      <dgm:spPr/>
      <dgm:t>
        <a:bodyPr/>
        <a:lstStyle/>
        <a:p>
          <a:endParaRPr lang="zh-CN" altLang="en-US"/>
        </a:p>
      </dgm:t>
    </dgm:pt>
    <dgm:pt modelId="{A0318E7E-A049-4BD8-8325-54A09C602630}" type="sibTrans" cxnId="{054B20C2-E799-4169-AE2A-F507F94598DF}">
      <dgm:prSet/>
      <dgm:spPr/>
      <dgm:t>
        <a:bodyPr/>
        <a:lstStyle/>
        <a:p>
          <a:endParaRPr lang="zh-CN" altLang="en-US"/>
        </a:p>
      </dgm:t>
    </dgm:pt>
    <dgm:pt modelId="{042F5761-B908-4D6B-A0BA-648DFAABF424}">
      <dgm:prSet phldrT="[文本]" phldr="0"/>
      <dgm:spPr/>
      <dgm:t>
        <a:bodyPr/>
        <a:lstStyle/>
        <a:p>
          <a:r>
            <a:rPr lang="en-US" altLang="zh-CN"/>
            <a:t>User</a:t>
          </a:r>
          <a:r>
            <a:rPr lang="zh-CN" altLang="en-US"/>
            <a:t>、</a:t>
          </a:r>
          <a:r>
            <a:rPr lang="en-US" altLang="zh-CN"/>
            <a:t>Stu</a:t>
          </a:r>
          <a:r>
            <a:rPr lang="zh-CN" altLang="en-US"/>
            <a:t>和</a:t>
          </a:r>
          <a:r>
            <a:rPr lang="en-US" altLang="zh-CN"/>
            <a:t>Te</a:t>
          </a:r>
          <a:r>
            <a:rPr lang="zh-CN" altLang="en-US"/>
            <a:t>类的编写</a:t>
          </a:r>
        </a:p>
      </dgm:t>
    </dgm:pt>
    <dgm:pt modelId="{5BD17A0A-E940-4C91-BEFF-D0FF86A8EA0E}" type="parTrans" cxnId="{3D8E3125-1F72-4A86-915E-12FF7A0091E1}">
      <dgm:prSet/>
      <dgm:spPr/>
      <dgm:t>
        <a:bodyPr/>
        <a:lstStyle/>
        <a:p>
          <a:endParaRPr lang="zh-CN" altLang="en-US"/>
        </a:p>
      </dgm:t>
    </dgm:pt>
    <dgm:pt modelId="{25CFDCD7-836E-46D8-8B1F-79E59AC2CB61}" type="sibTrans" cxnId="{3D8E3125-1F72-4A86-915E-12FF7A0091E1}">
      <dgm:prSet/>
      <dgm:spPr/>
      <dgm:t>
        <a:bodyPr/>
        <a:lstStyle/>
        <a:p>
          <a:endParaRPr lang="zh-CN" altLang="en-US"/>
        </a:p>
      </dgm:t>
    </dgm:pt>
    <dgm:pt modelId="{94E6CE77-9DE9-41C1-9DB6-9FBC8D1E6328}">
      <dgm:prSet phldrT="[文本]" phldr="0"/>
      <dgm:spPr/>
      <dgm:t>
        <a:bodyPr/>
        <a:lstStyle/>
        <a:p>
          <a:r>
            <a:rPr lang="zh-CN" altLang="en-US"/>
            <a:t>作业二</a:t>
          </a:r>
        </a:p>
      </dgm:t>
    </dgm:pt>
    <dgm:pt modelId="{BFC672D8-F31B-46A4-823B-C1DB3DA6C004}" type="parTrans" cxnId="{700D7E43-C9A4-4CBE-9B9B-C46F4DF9AFBE}">
      <dgm:prSet/>
      <dgm:spPr/>
      <dgm:t>
        <a:bodyPr/>
        <a:lstStyle/>
        <a:p>
          <a:endParaRPr lang="zh-CN" altLang="en-US"/>
        </a:p>
      </dgm:t>
    </dgm:pt>
    <dgm:pt modelId="{751284CF-CC69-4926-9122-E1A1157C50E0}" type="sibTrans" cxnId="{700D7E43-C9A4-4CBE-9B9B-C46F4DF9AFBE}">
      <dgm:prSet/>
      <dgm:spPr/>
      <dgm:t>
        <a:bodyPr/>
        <a:lstStyle/>
        <a:p>
          <a:endParaRPr lang="zh-CN" altLang="en-US"/>
        </a:p>
      </dgm:t>
    </dgm:pt>
    <dgm:pt modelId="{057D6E32-5FDA-48F5-A295-1C5E28FC5537}">
      <dgm:prSet phldrT="[文本]" phldr="0"/>
      <dgm:spPr/>
      <dgm:t>
        <a:bodyPr/>
        <a:lstStyle/>
        <a:p>
          <a:r>
            <a:rPr lang="en-US" altLang="zh-CN"/>
            <a:t>API</a:t>
          </a:r>
          <a:r>
            <a:rPr lang="zh-CN" altLang="en-US"/>
            <a:t>文档的编写</a:t>
          </a:r>
        </a:p>
      </dgm:t>
    </dgm:pt>
    <dgm:pt modelId="{DD47A2B2-BDE8-4493-A22F-41E64F488AA4}" type="parTrans" cxnId="{55C9894F-AEE5-4A19-9953-EE617E39DAB0}">
      <dgm:prSet/>
      <dgm:spPr/>
    </dgm:pt>
    <dgm:pt modelId="{C63D4AB5-19FF-40E0-A169-85DCC109B27F}" type="sibTrans" cxnId="{55C9894F-AEE5-4A19-9953-EE617E39DAB0}">
      <dgm:prSet/>
      <dgm:spPr/>
    </dgm:pt>
    <dgm:pt modelId="{A72232D4-1CD0-49EC-82B9-99E0C49EC541}" type="pres">
      <dgm:prSet presAssocID="{D55D8971-ACB2-4236-B6E6-139E5A972C1D}" presName="linear" presStyleCnt="0">
        <dgm:presLayoutVars>
          <dgm:dir/>
          <dgm:animLvl val="lvl"/>
          <dgm:resizeHandles val="exact"/>
        </dgm:presLayoutVars>
      </dgm:prSet>
      <dgm:spPr/>
    </dgm:pt>
    <dgm:pt modelId="{9C3CBC96-AF21-4643-9E9D-1A751FFC226B}" type="pres">
      <dgm:prSet presAssocID="{1EED6A50-F52B-4751-AACB-69B14CFBC95D}" presName="parentLin" presStyleCnt="0"/>
      <dgm:spPr/>
    </dgm:pt>
    <dgm:pt modelId="{1185D513-C557-4399-924C-45C2CD763330}" type="pres">
      <dgm:prSet presAssocID="{1EED6A50-F52B-4751-AACB-69B14CFBC95D}" presName="parentLeftMargin" presStyleLbl="node1" presStyleIdx="0" presStyleCnt="2"/>
      <dgm:spPr/>
    </dgm:pt>
    <dgm:pt modelId="{5819CD99-12DF-4676-BB87-1B1516323252}" type="pres">
      <dgm:prSet presAssocID="{1EED6A50-F52B-4751-AACB-69B14CFBC95D}" presName="parentText" presStyleLbl="node1" presStyleIdx="0" presStyleCnt="2">
        <dgm:presLayoutVars>
          <dgm:chMax val="0"/>
          <dgm:bulletEnabled val="1"/>
        </dgm:presLayoutVars>
      </dgm:prSet>
      <dgm:spPr/>
    </dgm:pt>
    <dgm:pt modelId="{01F8B929-91A2-49BE-BCBE-EB906955AAF0}" type="pres">
      <dgm:prSet presAssocID="{1EED6A50-F52B-4751-AACB-69B14CFBC95D}" presName="negativeSpace" presStyleCnt="0"/>
      <dgm:spPr/>
    </dgm:pt>
    <dgm:pt modelId="{78515A71-7EA4-48CC-A838-ABBADEA150D6}" type="pres">
      <dgm:prSet presAssocID="{1EED6A50-F52B-4751-AACB-69B14CFBC95D}" presName="childText" presStyleLbl="conFgAcc1" presStyleIdx="0" presStyleCnt="2">
        <dgm:presLayoutVars>
          <dgm:bulletEnabled val="1"/>
        </dgm:presLayoutVars>
      </dgm:prSet>
      <dgm:spPr/>
    </dgm:pt>
    <dgm:pt modelId="{AE7789D7-FF84-4ABD-8D38-DF9F9A4C5F6D}" type="pres">
      <dgm:prSet presAssocID="{7702CF36-97A4-4876-B491-D738262D463A}" presName="spaceBetweenRectangles" presStyleCnt="0"/>
      <dgm:spPr/>
    </dgm:pt>
    <dgm:pt modelId="{ED74AB36-051E-4ADA-8785-479AEDEF9096}" type="pres">
      <dgm:prSet presAssocID="{7674CBEB-5B51-421A-A698-0580799C1105}" presName="parentLin" presStyleCnt="0"/>
      <dgm:spPr/>
    </dgm:pt>
    <dgm:pt modelId="{5E2B493D-B152-4637-B37F-BDFF5AF361BA}" type="pres">
      <dgm:prSet presAssocID="{7674CBEB-5B51-421A-A698-0580799C1105}" presName="parentLeftMargin" presStyleLbl="node1" presStyleIdx="0" presStyleCnt="2"/>
      <dgm:spPr/>
    </dgm:pt>
    <dgm:pt modelId="{7AED97A5-34F7-4EB5-AB5C-89D886E5248D}" type="pres">
      <dgm:prSet presAssocID="{7674CBEB-5B51-421A-A698-0580799C1105}" presName="parentText" presStyleLbl="node1" presStyleIdx="1" presStyleCnt="2">
        <dgm:presLayoutVars>
          <dgm:chMax val="0"/>
          <dgm:bulletEnabled val="1"/>
        </dgm:presLayoutVars>
      </dgm:prSet>
      <dgm:spPr/>
    </dgm:pt>
    <dgm:pt modelId="{6EED2FB1-CE5E-4C39-B429-DFEBF8335D13}" type="pres">
      <dgm:prSet presAssocID="{7674CBEB-5B51-421A-A698-0580799C1105}" presName="negativeSpace" presStyleCnt="0"/>
      <dgm:spPr/>
    </dgm:pt>
    <dgm:pt modelId="{DCE72A8E-A6BC-45F1-B82E-450A8F65E0B6}" type="pres">
      <dgm:prSet presAssocID="{7674CBEB-5B51-421A-A698-0580799C1105}" presName="childText" presStyleLbl="conFgAcc1" presStyleIdx="1" presStyleCnt="2" custLinFactNeighborX="-18540">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5F1EA009-523A-4487-A9A1-8F2FD8E81F29}" srcId="{1EED6A50-F52B-4751-AACB-69B14CFBC95D}" destId="{6918702A-D9A2-4A84-B304-B5E13F42C633}" srcOrd="0" destOrd="0" parTransId="{8A2F56E8-AF4C-45B6-B22C-746F526D78B8}" sibTransId="{E24D23FA-CE03-4366-8B89-90D13941A91C}"/>
    <dgm:cxn modelId="{D8CFE409-C27F-4600-9E5C-B5C667AC89F6}" srcId="{D55D8971-ACB2-4236-B6E6-139E5A972C1D}" destId="{1EED6A50-F52B-4751-AACB-69B14CFBC95D}" srcOrd="0" destOrd="0" parTransId="{00D1C5AD-F0AE-4CCB-9A4D-FD29C9DFA30F}" sibTransId="{7702CF36-97A4-4876-B491-D738262D463A}"/>
    <dgm:cxn modelId="{31E8B112-19A6-43EF-A8D6-158C93793C79}" srcId="{1EED6A50-F52B-4751-AACB-69B14CFBC95D}" destId="{E4E84131-338A-41C8-BE32-46F182F27244}" srcOrd="1" destOrd="0" parTransId="{116D12D0-FD64-44AF-B498-51777B89BF95}" sibTransId="{805F6827-AB56-4849-9C24-D82184446F3D}"/>
    <dgm:cxn modelId="{595FC715-EF13-47FB-8C6F-31A4CD6CD733}" type="presOf" srcId="{7674CBEB-5B51-421A-A698-0580799C1105}" destId="{5E2B493D-B152-4637-B37F-BDFF5AF361BA}" srcOrd="0" destOrd="0" presId="urn:microsoft.com/office/officeart/2005/8/layout/list1"/>
    <dgm:cxn modelId="{3D8E3125-1F72-4A86-915E-12FF7A0091E1}" srcId="{7674CBEB-5B51-421A-A698-0580799C1105}" destId="{042F5761-B908-4D6B-A0BA-648DFAABF424}" srcOrd="2" destOrd="0" parTransId="{5BD17A0A-E940-4C91-BEFF-D0FF86A8EA0E}" sibTransId="{25CFDCD7-836E-46D8-8B1F-79E59AC2CB61}"/>
    <dgm:cxn modelId="{700D7E43-C9A4-4CBE-9B9B-C46F4DF9AFBE}" srcId="{7674CBEB-5B51-421A-A698-0580799C1105}" destId="{94E6CE77-9DE9-41C1-9DB6-9FBC8D1E6328}" srcOrd="3" destOrd="0" parTransId="{BFC672D8-F31B-46A4-823B-C1DB3DA6C004}" sibTransId="{751284CF-CC69-4926-9122-E1A1157C50E0}"/>
    <dgm:cxn modelId="{11F16C44-48F0-4A59-9E77-914E39B74EBE}" srcId="{1EED6A50-F52B-4751-AACB-69B14CFBC95D}" destId="{981A5377-650B-44D4-88CA-040EC6EE3EFB}" srcOrd="2" destOrd="0" parTransId="{E2AC8954-F195-4DEF-A237-24C41FBE2E37}" sibTransId="{1B5A9362-0199-4A45-82FB-A4966E0AF861}"/>
    <dgm:cxn modelId="{12FBF646-2376-458C-9E3C-0689B7455D29}" type="presOf" srcId="{7674CBEB-5B51-421A-A698-0580799C1105}" destId="{7AED97A5-34F7-4EB5-AB5C-89D886E5248D}" srcOrd="1" destOrd="0" presId="urn:microsoft.com/office/officeart/2005/8/layout/list1"/>
    <dgm:cxn modelId="{55C9894F-AEE5-4A19-9953-EE617E39DAB0}" srcId="{7674CBEB-5B51-421A-A698-0580799C1105}" destId="{057D6E32-5FDA-48F5-A295-1C5E28FC5537}" srcOrd="1" destOrd="0" parTransId="{DD47A2B2-BDE8-4493-A22F-41E64F488AA4}" sibTransId="{C63D4AB5-19FF-40E0-A169-85DCC109B27F}"/>
    <dgm:cxn modelId="{FB708A53-D75E-4FCB-B066-022F18604E2A}" type="presOf" srcId="{1EED6A50-F52B-4751-AACB-69B14CFBC95D}" destId="{5819CD99-12DF-4676-BB87-1B1516323252}" srcOrd="1" destOrd="0" presId="urn:microsoft.com/office/officeart/2005/8/layout/list1"/>
    <dgm:cxn modelId="{FC7D90A9-CE8E-4BA7-944B-5EBA10B41D0E}" type="presOf" srcId="{6918702A-D9A2-4A84-B304-B5E13F42C633}" destId="{78515A71-7EA4-48CC-A838-ABBADEA150D6}" srcOrd="0" destOrd="0" presId="urn:microsoft.com/office/officeart/2005/8/layout/list1"/>
    <dgm:cxn modelId="{1CF578AF-A056-4E37-B426-F1A941FB64F2}" srcId="{D55D8971-ACB2-4236-B6E6-139E5A972C1D}" destId="{7674CBEB-5B51-421A-A698-0580799C1105}" srcOrd="1" destOrd="0" parTransId="{2203DF9D-B7D0-48FC-A9B3-E2DBD56812E4}" sibTransId="{053D8B9C-C289-4F50-B3F4-220634EF10BD}"/>
    <dgm:cxn modelId="{054B20C2-E799-4169-AE2A-F507F94598DF}" srcId="{7674CBEB-5B51-421A-A698-0580799C1105}" destId="{0CD59371-3804-449A-9B47-0B19CBE36247}" srcOrd="0" destOrd="0" parTransId="{B87CE1A8-C5C5-488A-98DA-0AA4CED43805}" sibTransId="{A0318E7E-A049-4BD8-8325-54A09C602630}"/>
    <dgm:cxn modelId="{5ED548DD-6B5B-4C21-9FE2-83741A138F9E}" type="presOf" srcId="{057D6E32-5FDA-48F5-A295-1C5E28FC5537}" destId="{DCE72A8E-A6BC-45F1-B82E-450A8F65E0B6}" srcOrd="0" destOrd="1" presId="urn:microsoft.com/office/officeart/2005/8/layout/list1"/>
    <dgm:cxn modelId="{0D2146E8-992C-4643-9326-4BB4768092FB}" type="presOf" srcId="{1EED6A50-F52B-4751-AACB-69B14CFBC95D}" destId="{1185D513-C557-4399-924C-45C2CD763330}" srcOrd="0" destOrd="0" presId="urn:microsoft.com/office/officeart/2005/8/layout/list1"/>
    <dgm:cxn modelId="{D20058EE-865C-4482-ACA8-DEE7A7CCD805}" type="presOf" srcId="{94E6CE77-9DE9-41C1-9DB6-9FBC8D1E6328}" destId="{DCE72A8E-A6BC-45F1-B82E-450A8F65E0B6}" srcOrd="0" destOrd="3" presId="urn:microsoft.com/office/officeart/2005/8/layout/list1"/>
    <dgm:cxn modelId="{F0C502F1-6F8D-4904-A05D-1CA6E9CC577B}" type="presOf" srcId="{E4E84131-338A-41C8-BE32-46F182F27244}" destId="{78515A71-7EA4-48CC-A838-ABBADEA150D6}" srcOrd="0" destOrd="1" presId="urn:microsoft.com/office/officeart/2005/8/layout/list1"/>
    <dgm:cxn modelId="{ADEB31F8-8AED-42F9-9904-339C19B4B2D4}" type="presOf" srcId="{981A5377-650B-44D4-88CA-040EC6EE3EFB}" destId="{78515A71-7EA4-48CC-A838-ABBADEA150D6}" srcOrd="0" destOrd="2" presId="urn:microsoft.com/office/officeart/2005/8/layout/list1"/>
    <dgm:cxn modelId="{FFFD97FE-3670-4FE3-84C7-17055A89FAC5}" type="presOf" srcId="{042F5761-B908-4D6B-A0BA-648DFAABF424}" destId="{DCE72A8E-A6BC-45F1-B82E-450A8F65E0B6}" srcOrd="0" destOrd="2" presId="urn:microsoft.com/office/officeart/2005/8/layout/list1"/>
    <dgm:cxn modelId="{C41F7EFF-B9FE-4CFB-9A56-42BE57EFB477}" type="presOf" srcId="{0CD59371-3804-449A-9B47-0B19CBE36247}" destId="{DCE72A8E-A6BC-45F1-B82E-450A8F65E0B6}" srcOrd="0" destOrd="0" presId="urn:microsoft.com/office/officeart/2005/8/layout/list1"/>
    <dgm:cxn modelId="{B4F5BC2D-2CFC-40BA-B239-9EBA17B27D9C}" type="presParOf" srcId="{A72232D4-1CD0-49EC-82B9-99E0C49EC541}" destId="{9C3CBC96-AF21-4643-9E9D-1A751FFC226B}" srcOrd="0" destOrd="0" presId="urn:microsoft.com/office/officeart/2005/8/layout/list1"/>
    <dgm:cxn modelId="{7DFAC60D-E02D-4870-9144-05C665C50B9B}" type="presParOf" srcId="{9C3CBC96-AF21-4643-9E9D-1A751FFC226B}" destId="{1185D513-C557-4399-924C-45C2CD763330}" srcOrd="0" destOrd="0" presId="urn:microsoft.com/office/officeart/2005/8/layout/list1"/>
    <dgm:cxn modelId="{6BA19FD5-99B0-46C1-91BE-8B09E0079939}" type="presParOf" srcId="{9C3CBC96-AF21-4643-9E9D-1A751FFC226B}" destId="{5819CD99-12DF-4676-BB87-1B1516323252}" srcOrd="1" destOrd="0" presId="urn:microsoft.com/office/officeart/2005/8/layout/list1"/>
    <dgm:cxn modelId="{8185DF63-230E-4651-9C09-7CDC98CEE06A}" type="presParOf" srcId="{A72232D4-1CD0-49EC-82B9-99E0C49EC541}" destId="{01F8B929-91A2-49BE-BCBE-EB906955AAF0}" srcOrd="1" destOrd="0" presId="urn:microsoft.com/office/officeart/2005/8/layout/list1"/>
    <dgm:cxn modelId="{1B0E39BC-C37B-472B-8796-C41E04AB028D}" type="presParOf" srcId="{A72232D4-1CD0-49EC-82B9-99E0C49EC541}" destId="{78515A71-7EA4-48CC-A838-ABBADEA150D6}" srcOrd="2" destOrd="0" presId="urn:microsoft.com/office/officeart/2005/8/layout/list1"/>
    <dgm:cxn modelId="{1FD9B7CD-D6D9-4559-9F19-B1044A2B5A35}" type="presParOf" srcId="{A72232D4-1CD0-49EC-82B9-99E0C49EC541}" destId="{AE7789D7-FF84-4ABD-8D38-DF9F9A4C5F6D}" srcOrd="3" destOrd="0" presId="urn:microsoft.com/office/officeart/2005/8/layout/list1"/>
    <dgm:cxn modelId="{BFDBD2BA-B288-49FF-97B7-1A6DE7997D6F}" type="presParOf" srcId="{A72232D4-1CD0-49EC-82B9-99E0C49EC541}" destId="{ED74AB36-051E-4ADA-8785-479AEDEF9096}" srcOrd="4" destOrd="0" presId="urn:microsoft.com/office/officeart/2005/8/layout/list1"/>
    <dgm:cxn modelId="{FE38B638-360D-4B96-8844-86311508E05F}" type="presParOf" srcId="{ED74AB36-051E-4ADA-8785-479AEDEF9096}" destId="{5E2B493D-B152-4637-B37F-BDFF5AF361BA}" srcOrd="0" destOrd="0" presId="urn:microsoft.com/office/officeart/2005/8/layout/list1"/>
    <dgm:cxn modelId="{1995FB92-13A0-4FCA-8331-732AE8043096}" type="presParOf" srcId="{ED74AB36-051E-4ADA-8785-479AEDEF9096}" destId="{7AED97A5-34F7-4EB5-AB5C-89D886E5248D}" srcOrd="1" destOrd="0" presId="urn:microsoft.com/office/officeart/2005/8/layout/list1"/>
    <dgm:cxn modelId="{92BEF13A-EDCF-444C-A501-D8E2B77AE6C1}" type="presParOf" srcId="{A72232D4-1CD0-49EC-82B9-99E0C49EC541}" destId="{6EED2FB1-CE5E-4C39-B429-DFEBF8335D13}" srcOrd="5" destOrd="0" presId="urn:microsoft.com/office/officeart/2005/8/layout/list1"/>
    <dgm:cxn modelId="{39D49103-6E72-4F3F-B36F-EE52407EB12C}" type="presParOf" srcId="{A72232D4-1CD0-49EC-82B9-99E0C49EC541}" destId="{DCE72A8E-A6BC-45F1-B82E-450A8F65E0B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F09880-C7FF-4BBC-A4F8-C88C227C1118}"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zh-CN" altLang="en-US"/>
        </a:p>
      </dgm:t>
    </dgm:pt>
    <dgm:pt modelId="{BDB86739-244E-4161-B398-20D6CEE83C54}">
      <dgm:prSet phldrT="[文本]" custT="1"/>
      <dgm:spPr/>
      <dgm:t>
        <a:bodyPr/>
        <a:lstStyle/>
        <a:p>
          <a:r>
            <a:rPr lang="zh-CN" altLang="en-US" sz="1800"/>
            <a:t>什么是</a:t>
          </a:r>
          <a:r>
            <a:rPr lang="en-US" altLang="zh-CN" sz="1800"/>
            <a:t>Session</a:t>
          </a:r>
          <a:endParaRPr lang="zh-CN" altLang="en-US" sz="1800"/>
        </a:p>
      </dgm:t>
    </dgm:pt>
    <dgm:pt modelId="{B95AA79B-4134-4F52-B561-139491548C46}" type="parTrans" cxnId="{43A2CF0D-687F-4367-8964-DAB703F298DC}">
      <dgm:prSet/>
      <dgm:spPr/>
      <dgm:t>
        <a:bodyPr/>
        <a:lstStyle/>
        <a:p>
          <a:endParaRPr lang="zh-CN" altLang="en-US" sz="1600"/>
        </a:p>
      </dgm:t>
    </dgm:pt>
    <dgm:pt modelId="{F4350BA7-B135-497E-826C-D5F6B99508EC}" type="sibTrans" cxnId="{43A2CF0D-687F-4367-8964-DAB703F298DC}">
      <dgm:prSet/>
      <dgm:spPr/>
      <dgm:t>
        <a:bodyPr/>
        <a:lstStyle/>
        <a:p>
          <a:endParaRPr lang="zh-CN" altLang="en-US" sz="1600"/>
        </a:p>
      </dgm:t>
    </dgm:pt>
    <dgm:pt modelId="{A8D36B42-46EB-45F7-9F51-BCDBE6352552}">
      <dgm:prSet phldrT="[文本]" custT="1"/>
      <dgm:spPr/>
      <dgm:t>
        <a:bodyPr/>
        <a:lstStyle/>
        <a:p>
          <a:pPr>
            <a:buNone/>
          </a:pPr>
          <a:r>
            <a:rPr lang="en-US" sz="1800"/>
            <a:t>Session ID</a:t>
          </a:r>
          <a:endParaRPr lang="zh-CN" altLang="en-US" sz="1800"/>
        </a:p>
      </dgm:t>
    </dgm:pt>
    <dgm:pt modelId="{576AB35B-83B0-4B39-A944-9670C04912C2}" type="parTrans" cxnId="{7F721EC3-D3AB-4713-A94A-32C7C694015F}">
      <dgm:prSet/>
      <dgm:spPr/>
      <dgm:t>
        <a:bodyPr/>
        <a:lstStyle/>
        <a:p>
          <a:endParaRPr lang="zh-CN" altLang="en-US" sz="1600"/>
        </a:p>
      </dgm:t>
    </dgm:pt>
    <dgm:pt modelId="{EB8830D1-1E9A-43D1-A70E-FFAFE00F99F0}" type="sibTrans" cxnId="{7F721EC3-D3AB-4713-A94A-32C7C694015F}">
      <dgm:prSet/>
      <dgm:spPr/>
      <dgm:t>
        <a:bodyPr/>
        <a:lstStyle/>
        <a:p>
          <a:endParaRPr lang="zh-CN" altLang="en-US" sz="1600"/>
        </a:p>
      </dgm:t>
    </dgm:pt>
    <dgm:pt modelId="{7F40533E-CD4F-4C8F-AC6B-9D9A6DECF7DB}">
      <dgm:prSet phldrT="[文本]" custT="1"/>
      <dgm:spPr/>
      <dgm:t>
        <a:bodyPr/>
        <a:lstStyle/>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全局唯一，在服务器端生成</a:t>
          </a:r>
        </a:p>
      </dgm:t>
    </dgm:pt>
    <dgm:pt modelId="{BCC29999-055E-4C70-A31D-F739FF95D6D6}" type="parTrans" cxnId="{512202DD-89E1-42AA-BE8F-1DC14557A50B}">
      <dgm:prSet/>
      <dgm:spPr/>
      <dgm:t>
        <a:bodyPr/>
        <a:lstStyle/>
        <a:p>
          <a:endParaRPr lang="zh-CN" altLang="en-US" sz="1600"/>
        </a:p>
      </dgm:t>
    </dgm:pt>
    <dgm:pt modelId="{B2BC9567-8D03-4196-9760-64BDA04C32AC}" type="sibTrans" cxnId="{512202DD-89E1-42AA-BE8F-1DC14557A50B}">
      <dgm:prSet/>
      <dgm:spPr/>
      <dgm:t>
        <a:bodyPr/>
        <a:lstStyle/>
        <a:p>
          <a:endParaRPr lang="zh-CN" altLang="en-US" sz="1600"/>
        </a:p>
      </dgm:t>
    </dgm:pt>
    <dgm:pt modelId="{599843B0-7597-4E4F-BC97-F067667D6254}">
      <dgm:prSet phldrT="[文本]" custT="1"/>
      <dgm:spPr/>
      <dgm:t>
        <a:bodyPr/>
        <a:lstStyle/>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服务器用</a:t>
          </a:r>
          <a:r>
            <a:rPr lang="en-US" altLang="zh-CN" sz="1600" kern="1200">
              <a:latin typeface="Arial"/>
              <a:ea typeface="微软雅黑"/>
              <a:cs typeface="+mn-cs"/>
            </a:rPr>
            <a:t>ID</a:t>
          </a:r>
          <a:r>
            <a:rPr lang="zh-CN" altLang="en-US" sz="1600" kern="1200">
              <a:latin typeface="Arial"/>
              <a:ea typeface="微软雅黑"/>
              <a:cs typeface="+mn-cs"/>
            </a:rPr>
            <a:t>来恢复与客户的会话（读写服务器的用户数据）</a:t>
          </a:r>
        </a:p>
      </dgm:t>
    </dgm:pt>
    <dgm:pt modelId="{A86896CE-BD3C-4A18-95CC-5E7FB891A91C}" type="parTrans" cxnId="{EB4BA72E-962D-42C8-B3ED-189E6280226A}">
      <dgm:prSet/>
      <dgm:spPr/>
      <dgm:t>
        <a:bodyPr/>
        <a:lstStyle/>
        <a:p>
          <a:endParaRPr lang="zh-CN" altLang="en-US" sz="1600"/>
        </a:p>
      </dgm:t>
    </dgm:pt>
    <dgm:pt modelId="{6A6ECF7C-2755-4CD2-BA0E-149035DDB270}" type="sibTrans" cxnId="{EB4BA72E-962D-42C8-B3ED-189E6280226A}">
      <dgm:prSet/>
      <dgm:spPr/>
      <dgm:t>
        <a:bodyPr/>
        <a:lstStyle/>
        <a:p>
          <a:endParaRPr lang="zh-CN" altLang="en-US" sz="1600"/>
        </a:p>
      </dgm:t>
    </dgm:pt>
    <dgm:pt modelId="{DEF4CACD-4CFF-404A-A4D4-16CA24413153}">
      <dgm:prSet phldrT="[文本]" phldr="0" custT="1"/>
      <dgm:spPr/>
      <dgm:t>
        <a:bodyPr/>
        <a:lstStyle/>
        <a:p>
          <a:r>
            <a:rPr lang="en-US" altLang="zh-CN" sz="1600"/>
            <a:t>Web </a:t>
          </a:r>
          <a:r>
            <a:rPr lang="zh-CN" altLang="en-US" sz="1600"/>
            <a:t>开发中用于跨页面保持用户状态的机制</a:t>
          </a:r>
        </a:p>
      </dgm:t>
    </dgm:pt>
    <dgm:pt modelId="{DEF1060F-EB44-4F83-AF81-19E3FDB1342C}" type="parTrans" cxnId="{8C46BEC7-9D3C-445B-BFE5-AB5D2F7381F2}">
      <dgm:prSet/>
      <dgm:spPr/>
      <dgm:t>
        <a:bodyPr/>
        <a:lstStyle/>
        <a:p>
          <a:endParaRPr lang="zh-CN" altLang="en-US" sz="1600"/>
        </a:p>
      </dgm:t>
    </dgm:pt>
    <dgm:pt modelId="{423FEFA3-851E-4C03-B96E-DC0B992F1560}" type="sibTrans" cxnId="{8C46BEC7-9D3C-445B-BFE5-AB5D2F7381F2}">
      <dgm:prSet/>
      <dgm:spPr/>
      <dgm:t>
        <a:bodyPr/>
        <a:lstStyle/>
        <a:p>
          <a:endParaRPr lang="zh-CN" altLang="en-US" sz="1600"/>
        </a:p>
      </dgm:t>
    </dgm:pt>
    <dgm:pt modelId="{4A4B3332-F237-4629-87D6-C11A80F8FEE0}">
      <dgm:prSet phldrT="[文本]" phldr="0" custT="1"/>
      <dgm:spPr/>
      <dgm:t>
        <a:bodyPr/>
        <a:lstStyle/>
        <a:p>
          <a:r>
            <a:rPr lang="zh-CN" altLang="en-US" sz="1600"/>
            <a:t>在服务端存储用户数据，解决</a:t>
          </a:r>
          <a:r>
            <a:rPr lang="en-US" altLang="zh-CN" sz="1600"/>
            <a:t>"</a:t>
          </a:r>
          <a:r>
            <a:rPr lang="zh-CN" altLang="en-US" sz="1600"/>
            <a:t>服务器如何识别同一个用户</a:t>
          </a:r>
          <a:r>
            <a:rPr lang="en-US" altLang="zh-CN" sz="1600"/>
            <a:t>"</a:t>
          </a:r>
          <a:r>
            <a:rPr lang="zh-CN" altLang="en-US" sz="1600"/>
            <a:t>的问题</a:t>
          </a:r>
        </a:p>
      </dgm:t>
    </dgm:pt>
    <dgm:pt modelId="{44E8D035-3BB0-44F3-A8CA-E3AADB7D87FF}" type="parTrans" cxnId="{3E476964-0247-42F4-9804-987CB6DC85BF}">
      <dgm:prSet/>
      <dgm:spPr/>
      <dgm:t>
        <a:bodyPr/>
        <a:lstStyle/>
        <a:p>
          <a:endParaRPr lang="zh-CN" altLang="en-US" sz="1600"/>
        </a:p>
      </dgm:t>
    </dgm:pt>
    <dgm:pt modelId="{2813AD1B-2F91-4BFF-8ACC-A099FBD3800B}" type="sibTrans" cxnId="{3E476964-0247-42F4-9804-987CB6DC85BF}">
      <dgm:prSet/>
      <dgm:spPr/>
      <dgm:t>
        <a:bodyPr/>
        <a:lstStyle/>
        <a:p>
          <a:endParaRPr lang="zh-CN" altLang="en-US" sz="1600"/>
        </a:p>
      </dgm:t>
    </dgm:pt>
    <dgm:pt modelId="{8F4AAF1A-62A9-483F-A38E-F25512831026}">
      <dgm:prSet phldrT="[文本]" custT="1"/>
      <dgm:spPr/>
      <dgm:t>
        <a:bodyPr/>
        <a:lstStyle/>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识别客户，客户端保存，每次请求带着</a:t>
          </a:r>
        </a:p>
      </dgm:t>
    </dgm:pt>
    <dgm:pt modelId="{1C9482C3-B7C6-48BE-98C1-FA51E54525AF}" type="parTrans" cxnId="{B3B29D9E-98C2-42F1-838F-D95B4AF65A04}">
      <dgm:prSet/>
      <dgm:spPr/>
      <dgm:t>
        <a:bodyPr/>
        <a:lstStyle/>
        <a:p>
          <a:endParaRPr lang="zh-CN" altLang="en-US" sz="1600"/>
        </a:p>
      </dgm:t>
    </dgm:pt>
    <dgm:pt modelId="{5CDB7923-B2D8-4EC3-829C-2B4947AC4DDF}" type="sibTrans" cxnId="{B3B29D9E-98C2-42F1-838F-D95B4AF65A04}">
      <dgm:prSet/>
      <dgm:spPr/>
      <dgm:t>
        <a:bodyPr/>
        <a:lstStyle/>
        <a:p>
          <a:endParaRPr lang="zh-CN" altLang="en-US" sz="1600"/>
        </a:p>
      </dgm:t>
    </dgm:pt>
    <dgm:pt modelId="{9631C0D4-202D-44CB-A044-9A92C0CC8072}">
      <dgm:prSet phldrT="[文本]" custT="1"/>
      <dgm:spPr/>
      <dgm:t>
        <a:bodyPr/>
        <a:lstStyle/>
        <a:p>
          <a:pPr marL="0" lvl="0" indent="0" algn="l" defTabSz="622300">
            <a:lnSpc>
              <a:spcPct val="90000"/>
            </a:lnSpc>
            <a:spcBef>
              <a:spcPct val="0"/>
            </a:spcBef>
            <a:spcAft>
              <a:spcPct val="35000"/>
            </a:spcAft>
            <a:buNone/>
          </a:pPr>
          <a:r>
            <a:rPr lang="zh-CN" altLang="en-US" sz="1800" kern="1200">
              <a:latin typeface="Arial"/>
              <a:ea typeface="微软雅黑"/>
              <a:cs typeface="+mn-cs"/>
            </a:rPr>
            <a:t>适用场景</a:t>
          </a:r>
        </a:p>
      </dgm:t>
    </dgm:pt>
    <dgm:pt modelId="{2A551018-5697-4D8A-B088-9FAB24F6BF96}" type="parTrans" cxnId="{E8693EB3-D4A0-4F4D-9F5C-F60056836B09}">
      <dgm:prSet/>
      <dgm:spPr/>
      <dgm:t>
        <a:bodyPr/>
        <a:lstStyle/>
        <a:p>
          <a:endParaRPr lang="zh-CN" altLang="en-US" sz="1600"/>
        </a:p>
      </dgm:t>
    </dgm:pt>
    <dgm:pt modelId="{1CFEBE81-1294-4D23-85E4-B8A1E1BCEA87}" type="sibTrans" cxnId="{E8693EB3-D4A0-4F4D-9F5C-F60056836B09}">
      <dgm:prSet/>
      <dgm:spPr/>
      <dgm:t>
        <a:bodyPr/>
        <a:lstStyle/>
        <a:p>
          <a:endParaRPr lang="zh-CN" altLang="en-US" sz="1600"/>
        </a:p>
      </dgm:t>
    </dgm:pt>
    <dgm:pt modelId="{BDA727F4-4BE8-4FA1-8397-AB478899F7E9}">
      <dgm:prSet phldrT="[文本]" custT="1"/>
      <dgm:spPr/>
      <dgm:t>
        <a:bodyPr/>
        <a:lstStyle/>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适用于传统 </a:t>
          </a:r>
          <a:r>
            <a:rPr lang="en-US" altLang="en-US" sz="1600" kern="1200">
              <a:latin typeface="Arial"/>
              <a:ea typeface="微软雅黑"/>
              <a:cs typeface="+mn-cs"/>
            </a:rPr>
            <a:t>Web </a:t>
          </a:r>
          <a:r>
            <a:rPr lang="zh-CN" altLang="en-US" sz="1600" kern="1200">
              <a:latin typeface="Arial"/>
              <a:ea typeface="微软雅黑"/>
              <a:cs typeface="+mn-cs"/>
            </a:rPr>
            <a:t>网站用户登录、管理后台系统、购物车功能、临时数据存储、表单跨页面传值等场景</a:t>
          </a:r>
        </a:p>
      </dgm:t>
    </dgm:pt>
    <dgm:pt modelId="{F1EFA5B4-6318-425E-8A89-62F4B3D95C03}" type="parTrans" cxnId="{3A0EBB4C-FF5D-4BCC-930D-5B0CDF5449D4}">
      <dgm:prSet/>
      <dgm:spPr/>
      <dgm:t>
        <a:bodyPr/>
        <a:lstStyle/>
        <a:p>
          <a:endParaRPr lang="zh-CN" altLang="en-US" sz="1600"/>
        </a:p>
      </dgm:t>
    </dgm:pt>
    <dgm:pt modelId="{5A4D65F3-E2DC-4F95-8106-1681FC6BD583}" type="sibTrans" cxnId="{3A0EBB4C-FF5D-4BCC-930D-5B0CDF5449D4}">
      <dgm:prSet/>
      <dgm:spPr/>
      <dgm:t>
        <a:bodyPr/>
        <a:lstStyle/>
        <a:p>
          <a:endParaRPr lang="zh-CN" altLang="en-US" sz="1600"/>
        </a:p>
      </dgm:t>
    </dgm:pt>
    <dgm:pt modelId="{D5910B97-3598-4D76-A91F-1CEADFBD73FE}" type="pres">
      <dgm:prSet presAssocID="{17F09880-C7FF-4BBC-A4F8-C88C227C1118}" presName="linear" presStyleCnt="0">
        <dgm:presLayoutVars>
          <dgm:dir/>
          <dgm:animLvl val="lvl"/>
          <dgm:resizeHandles val="exact"/>
        </dgm:presLayoutVars>
      </dgm:prSet>
      <dgm:spPr/>
    </dgm:pt>
    <dgm:pt modelId="{0169D783-1EB1-48B6-ACF5-7499A726C9C8}" type="pres">
      <dgm:prSet presAssocID="{BDB86739-244E-4161-B398-20D6CEE83C54}" presName="parentLin" presStyleCnt="0"/>
      <dgm:spPr/>
    </dgm:pt>
    <dgm:pt modelId="{17A937FD-6705-4C7F-91F7-A68FE9B76AF2}" type="pres">
      <dgm:prSet presAssocID="{BDB86739-244E-4161-B398-20D6CEE83C54}" presName="parentLeftMargin" presStyleLbl="node1" presStyleIdx="0" presStyleCnt="3"/>
      <dgm:spPr/>
    </dgm:pt>
    <dgm:pt modelId="{53144AFA-EFDC-42A0-8D80-A11E5F1D5E01}" type="pres">
      <dgm:prSet presAssocID="{BDB86739-244E-4161-B398-20D6CEE83C54}" presName="parentText" presStyleLbl="node1" presStyleIdx="0" presStyleCnt="3">
        <dgm:presLayoutVars>
          <dgm:chMax val="0"/>
          <dgm:bulletEnabled val="1"/>
        </dgm:presLayoutVars>
      </dgm:prSet>
      <dgm:spPr/>
    </dgm:pt>
    <dgm:pt modelId="{13D8A71A-66F6-48E6-9787-6DC774F35B4F}" type="pres">
      <dgm:prSet presAssocID="{BDB86739-244E-4161-B398-20D6CEE83C54}" presName="negativeSpace" presStyleCnt="0"/>
      <dgm:spPr/>
    </dgm:pt>
    <dgm:pt modelId="{53B763E4-0DBF-4388-8780-A39F52558A6D}" type="pres">
      <dgm:prSet presAssocID="{BDB86739-244E-4161-B398-20D6CEE83C54}" presName="childText" presStyleLbl="conFgAcc1" presStyleIdx="0" presStyleCnt="3">
        <dgm:presLayoutVars>
          <dgm:bulletEnabled val="1"/>
        </dgm:presLayoutVars>
      </dgm:prSet>
      <dgm:spPr/>
    </dgm:pt>
    <dgm:pt modelId="{3FD0EC04-DBEA-4E71-BED7-76DE6ACC36BC}" type="pres">
      <dgm:prSet presAssocID="{F4350BA7-B135-497E-826C-D5F6B99508EC}" presName="spaceBetweenRectangles" presStyleCnt="0"/>
      <dgm:spPr/>
    </dgm:pt>
    <dgm:pt modelId="{6317D598-B457-4506-AB5E-4D068F1B384E}" type="pres">
      <dgm:prSet presAssocID="{A8D36B42-46EB-45F7-9F51-BCDBE6352552}" presName="parentLin" presStyleCnt="0"/>
      <dgm:spPr/>
    </dgm:pt>
    <dgm:pt modelId="{A38B91BC-7245-4CCB-BD57-C45FBDBDBBB2}" type="pres">
      <dgm:prSet presAssocID="{A8D36B42-46EB-45F7-9F51-BCDBE6352552}" presName="parentLeftMargin" presStyleLbl="node1" presStyleIdx="0" presStyleCnt="3"/>
      <dgm:spPr/>
    </dgm:pt>
    <dgm:pt modelId="{56EFF5B8-C1CD-414F-B1E6-CBFE88A62102}" type="pres">
      <dgm:prSet presAssocID="{A8D36B42-46EB-45F7-9F51-BCDBE6352552}" presName="parentText" presStyleLbl="node1" presStyleIdx="1" presStyleCnt="3">
        <dgm:presLayoutVars>
          <dgm:chMax val="0"/>
          <dgm:bulletEnabled val="1"/>
        </dgm:presLayoutVars>
      </dgm:prSet>
      <dgm:spPr/>
    </dgm:pt>
    <dgm:pt modelId="{C3BB5FC5-A780-402D-9C6C-DAC4100B5B27}" type="pres">
      <dgm:prSet presAssocID="{A8D36B42-46EB-45F7-9F51-BCDBE6352552}" presName="negativeSpace" presStyleCnt="0"/>
      <dgm:spPr/>
    </dgm:pt>
    <dgm:pt modelId="{493FD989-AF27-4289-BAAA-290C4B701541}" type="pres">
      <dgm:prSet presAssocID="{A8D36B42-46EB-45F7-9F51-BCDBE6352552}" presName="childText" presStyleLbl="conFgAcc1" presStyleIdx="1" presStyleCnt="3">
        <dgm:presLayoutVars>
          <dgm:bulletEnabled val="1"/>
        </dgm:presLayoutVars>
      </dgm:prSet>
      <dgm:spPr/>
    </dgm:pt>
    <dgm:pt modelId="{3CCD388A-E06F-40D4-BFDB-DE684E5978BA}" type="pres">
      <dgm:prSet presAssocID="{EB8830D1-1E9A-43D1-A70E-FFAFE00F99F0}" presName="spaceBetweenRectangles" presStyleCnt="0"/>
      <dgm:spPr/>
    </dgm:pt>
    <dgm:pt modelId="{7D1D3B78-24E4-4D82-99AD-DFFA41F3ED25}" type="pres">
      <dgm:prSet presAssocID="{9631C0D4-202D-44CB-A044-9A92C0CC8072}" presName="parentLin" presStyleCnt="0"/>
      <dgm:spPr/>
    </dgm:pt>
    <dgm:pt modelId="{98BB7B70-1CDD-4D5B-B463-42CB3C9E76CC}" type="pres">
      <dgm:prSet presAssocID="{9631C0D4-202D-44CB-A044-9A92C0CC8072}" presName="parentLeftMargin" presStyleLbl="node1" presStyleIdx="1" presStyleCnt="3"/>
      <dgm:spPr/>
    </dgm:pt>
    <dgm:pt modelId="{19D63A30-BEE8-48DC-86DB-CD4B8E64587B}" type="pres">
      <dgm:prSet presAssocID="{9631C0D4-202D-44CB-A044-9A92C0CC8072}" presName="parentText" presStyleLbl="node1" presStyleIdx="2" presStyleCnt="3">
        <dgm:presLayoutVars>
          <dgm:chMax val="0"/>
          <dgm:bulletEnabled val="1"/>
        </dgm:presLayoutVars>
      </dgm:prSet>
      <dgm:spPr/>
    </dgm:pt>
    <dgm:pt modelId="{D1AA7875-4C68-41A2-BE7C-834B4B43F87A}" type="pres">
      <dgm:prSet presAssocID="{9631C0D4-202D-44CB-A044-9A92C0CC8072}" presName="negativeSpace" presStyleCnt="0"/>
      <dgm:spPr/>
    </dgm:pt>
    <dgm:pt modelId="{F852FA53-D78F-42DD-9AEA-4981ECEF6E7A}" type="pres">
      <dgm:prSet presAssocID="{9631C0D4-202D-44CB-A044-9A92C0CC8072}" presName="childText" presStyleLbl="conFgAcc1" presStyleIdx="2" presStyleCnt="3">
        <dgm:presLayoutVars>
          <dgm:bulletEnabled val="1"/>
        </dgm:presLayoutVars>
      </dgm:prSet>
      <dgm:spPr/>
    </dgm:pt>
  </dgm:ptLst>
  <dgm:cxnLst>
    <dgm:cxn modelId="{D68FE107-B28D-4F0A-B8CD-67CC565A0E4B}" type="presOf" srcId="{A8D36B42-46EB-45F7-9F51-BCDBE6352552}" destId="{A38B91BC-7245-4CCB-BD57-C45FBDBDBBB2}" srcOrd="0" destOrd="0" presId="urn:microsoft.com/office/officeart/2005/8/layout/list1"/>
    <dgm:cxn modelId="{43A2CF0D-687F-4367-8964-DAB703F298DC}" srcId="{17F09880-C7FF-4BBC-A4F8-C88C227C1118}" destId="{BDB86739-244E-4161-B398-20D6CEE83C54}" srcOrd="0" destOrd="0" parTransId="{B95AA79B-4134-4F52-B561-139491548C46}" sibTransId="{F4350BA7-B135-497E-826C-D5F6B99508EC}"/>
    <dgm:cxn modelId="{F3EB9516-8217-4674-A6D0-06C5C1BE3C6F}" type="presOf" srcId="{8F4AAF1A-62A9-483F-A38E-F25512831026}" destId="{493FD989-AF27-4289-BAAA-290C4B701541}" srcOrd="0" destOrd="1" presId="urn:microsoft.com/office/officeart/2005/8/layout/list1"/>
    <dgm:cxn modelId="{EB4BA72E-962D-42C8-B3ED-189E6280226A}" srcId="{A8D36B42-46EB-45F7-9F51-BCDBE6352552}" destId="{599843B0-7597-4E4F-BC97-F067667D6254}" srcOrd="2" destOrd="0" parTransId="{A86896CE-BD3C-4A18-95CC-5E7FB891A91C}" sibTransId="{6A6ECF7C-2755-4CD2-BA0E-149035DDB270}"/>
    <dgm:cxn modelId="{9D0A4033-F0F6-4050-A265-B639709DECFD}" type="presOf" srcId="{BDB86739-244E-4161-B398-20D6CEE83C54}" destId="{17A937FD-6705-4C7F-91F7-A68FE9B76AF2}" srcOrd="0" destOrd="0" presId="urn:microsoft.com/office/officeart/2005/8/layout/list1"/>
    <dgm:cxn modelId="{3FFD0C3F-9525-45AE-8391-88B724AD200B}" type="presOf" srcId="{BDB86739-244E-4161-B398-20D6CEE83C54}" destId="{53144AFA-EFDC-42A0-8D80-A11E5F1D5E01}" srcOrd="1" destOrd="0" presId="urn:microsoft.com/office/officeart/2005/8/layout/list1"/>
    <dgm:cxn modelId="{3E476964-0247-42F4-9804-987CB6DC85BF}" srcId="{BDB86739-244E-4161-B398-20D6CEE83C54}" destId="{4A4B3332-F237-4629-87D6-C11A80F8FEE0}" srcOrd="1" destOrd="0" parTransId="{44E8D035-3BB0-44F3-A8CA-E3AADB7D87FF}" sibTransId="{2813AD1B-2F91-4BFF-8ACC-A099FBD3800B}"/>
    <dgm:cxn modelId="{3A0EBB4C-FF5D-4BCC-930D-5B0CDF5449D4}" srcId="{9631C0D4-202D-44CB-A044-9A92C0CC8072}" destId="{BDA727F4-4BE8-4FA1-8397-AB478899F7E9}" srcOrd="0" destOrd="0" parTransId="{F1EFA5B4-6318-425E-8A89-62F4B3D95C03}" sibTransId="{5A4D65F3-E2DC-4F95-8106-1681FC6BD583}"/>
    <dgm:cxn modelId="{B8E63F7B-8354-494D-8190-B7D8772C3B28}" type="presOf" srcId="{9631C0D4-202D-44CB-A044-9A92C0CC8072}" destId="{98BB7B70-1CDD-4D5B-B463-42CB3C9E76CC}" srcOrd="0" destOrd="0" presId="urn:microsoft.com/office/officeart/2005/8/layout/list1"/>
    <dgm:cxn modelId="{B3B29D9E-98C2-42F1-838F-D95B4AF65A04}" srcId="{A8D36B42-46EB-45F7-9F51-BCDBE6352552}" destId="{8F4AAF1A-62A9-483F-A38E-F25512831026}" srcOrd="1" destOrd="0" parTransId="{1C9482C3-B7C6-48BE-98C1-FA51E54525AF}" sibTransId="{5CDB7923-B2D8-4EC3-829C-2B4947AC4DDF}"/>
    <dgm:cxn modelId="{FF8049A2-297F-4ABB-B9CF-C722E5685373}" type="presOf" srcId="{599843B0-7597-4E4F-BC97-F067667D6254}" destId="{493FD989-AF27-4289-BAAA-290C4B701541}" srcOrd="0" destOrd="2" presId="urn:microsoft.com/office/officeart/2005/8/layout/list1"/>
    <dgm:cxn modelId="{E8693EB3-D4A0-4F4D-9F5C-F60056836B09}" srcId="{17F09880-C7FF-4BBC-A4F8-C88C227C1118}" destId="{9631C0D4-202D-44CB-A044-9A92C0CC8072}" srcOrd="2" destOrd="0" parTransId="{2A551018-5697-4D8A-B088-9FAB24F6BF96}" sibTransId="{1CFEBE81-1294-4D23-85E4-B8A1E1BCEA87}"/>
    <dgm:cxn modelId="{3AD2C3C0-4694-414D-A129-2E13938FF1E9}" type="presOf" srcId="{BDA727F4-4BE8-4FA1-8397-AB478899F7E9}" destId="{F852FA53-D78F-42DD-9AEA-4981ECEF6E7A}" srcOrd="0" destOrd="0" presId="urn:microsoft.com/office/officeart/2005/8/layout/list1"/>
    <dgm:cxn modelId="{7F721EC3-D3AB-4713-A94A-32C7C694015F}" srcId="{17F09880-C7FF-4BBC-A4F8-C88C227C1118}" destId="{A8D36B42-46EB-45F7-9F51-BCDBE6352552}" srcOrd="1" destOrd="0" parTransId="{576AB35B-83B0-4B39-A944-9670C04912C2}" sibTransId="{EB8830D1-1E9A-43D1-A70E-FFAFE00F99F0}"/>
    <dgm:cxn modelId="{8C46BEC7-9D3C-445B-BFE5-AB5D2F7381F2}" srcId="{BDB86739-244E-4161-B398-20D6CEE83C54}" destId="{DEF4CACD-4CFF-404A-A4D4-16CA24413153}" srcOrd="0" destOrd="0" parTransId="{DEF1060F-EB44-4F83-AF81-19E3FDB1342C}" sibTransId="{423FEFA3-851E-4C03-B96E-DC0B992F1560}"/>
    <dgm:cxn modelId="{23944DD4-2797-4141-86A0-FC3D35E02CC8}" type="presOf" srcId="{17F09880-C7FF-4BBC-A4F8-C88C227C1118}" destId="{D5910B97-3598-4D76-A91F-1CEADFBD73FE}" srcOrd="0" destOrd="0" presId="urn:microsoft.com/office/officeart/2005/8/layout/list1"/>
    <dgm:cxn modelId="{512202DD-89E1-42AA-BE8F-1DC14557A50B}" srcId="{A8D36B42-46EB-45F7-9F51-BCDBE6352552}" destId="{7F40533E-CD4F-4C8F-AC6B-9D9A6DECF7DB}" srcOrd="0" destOrd="0" parTransId="{BCC29999-055E-4C70-A31D-F739FF95D6D6}" sibTransId="{B2BC9567-8D03-4196-9760-64BDA04C32AC}"/>
    <dgm:cxn modelId="{D02469DE-7222-4674-BC1B-18F2F4403C9A}" type="presOf" srcId="{4A4B3332-F237-4629-87D6-C11A80F8FEE0}" destId="{53B763E4-0DBF-4388-8780-A39F52558A6D}" srcOrd="0" destOrd="1" presId="urn:microsoft.com/office/officeart/2005/8/layout/list1"/>
    <dgm:cxn modelId="{5328FEDF-A5FF-4F41-A9BA-D5A46B550BCD}" type="presOf" srcId="{A8D36B42-46EB-45F7-9F51-BCDBE6352552}" destId="{56EFF5B8-C1CD-414F-B1E6-CBFE88A62102}" srcOrd="1" destOrd="0" presId="urn:microsoft.com/office/officeart/2005/8/layout/list1"/>
    <dgm:cxn modelId="{151174E5-6F3D-4D12-8CF1-F8F2E13F2EC5}" type="presOf" srcId="{DEF4CACD-4CFF-404A-A4D4-16CA24413153}" destId="{53B763E4-0DBF-4388-8780-A39F52558A6D}" srcOrd="0" destOrd="0" presId="urn:microsoft.com/office/officeart/2005/8/layout/list1"/>
    <dgm:cxn modelId="{ACCCCBEC-BD67-4246-992D-22D1B0956BF4}" type="presOf" srcId="{7F40533E-CD4F-4C8F-AC6B-9D9A6DECF7DB}" destId="{493FD989-AF27-4289-BAAA-290C4B701541}" srcOrd="0" destOrd="0" presId="urn:microsoft.com/office/officeart/2005/8/layout/list1"/>
    <dgm:cxn modelId="{F4C8E8FC-E5DC-44B9-AE79-BC4F8316571D}" type="presOf" srcId="{9631C0D4-202D-44CB-A044-9A92C0CC8072}" destId="{19D63A30-BEE8-48DC-86DB-CD4B8E64587B}" srcOrd="1" destOrd="0" presId="urn:microsoft.com/office/officeart/2005/8/layout/list1"/>
    <dgm:cxn modelId="{1CE63AFF-8753-4787-8389-5DA22AF7DD3A}" type="presParOf" srcId="{D5910B97-3598-4D76-A91F-1CEADFBD73FE}" destId="{0169D783-1EB1-48B6-ACF5-7499A726C9C8}" srcOrd="0" destOrd="0" presId="urn:microsoft.com/office/officeart/2005/8/layout/list1"/>
    <dgm:cxn modelId="{6DCD2459-E857-482D-9F27-9BCA782D18B1}" type="presParOf" srcId="{0169D783-1EB1-48B6-ACF5-7499A726C9C8}" destId="{17A937FD-6705-4C7F-91F7-A68FE9B76AF2}" srcOrd="0" destOrd="0" presId="urn:microsoft.com/office/officeart/2005/8/layout/list1"/>
    <dgm:cxn modelId="{F9F29A96-9F96-4C77-8365-EDF3569CFC1D}" type="presParOf" srcId="{0169D783-1EB1-48B6-ACF5-7499A726C9C8}" destId="{53144AFA-EFDC-42A0-8D80-A11E5F1D5E01}" srcOrd="1" destOrd="0" presId="urn:microsoft.com/office/officeart/2005/8/layout/list1"/>
    <dgm:cxn modelId="{09FBB74B-FB16-4CD8-8AB1-E7491E4CC4A2}" type="presParOf" srcId="{D5910B97-3598-4D76-A91F-1CEADFBD73FE}" destId="{13D8A71A-66F6-48E6-9787-6DC774F35B4F}" srcOrd="1" destOrd="0" presId="urn:microsoft.com/office/officeart/2005/8/layout/list1"/>
    <dgm:cxn modelId="{867E7805-D955-4D5B-89EA-76DA00D9B9CF}" type="presParOf" srcId="{D5910B97-3598-4D76-A91F-1CEADFBD73FE}" destId="{53B763E4-0DBF-4388-8780-A39F52558A6D}" srcOrd="2" destOrd="0" presId="urn:microsoft.com/office/officeart/2005/8/layout/list1"/>
    <dgm:cxn modelId="{7DCEFA04-6993-4BA1-9E67-38FCCDFFCF2E}" type="presParOf" srcId="{D5910B97-3598-4D76-A91F-1CEADFBD73FE}" destId="{3FD0EC04-DBEA-4E71-BED7-76DE6ACC36BC}" srcOrd="3" destOrd="0" presId="urn:microsoft.com/office/officeart/2005/8/layout/list1"/>
    <dgm:cxn modelId="{B4ED7795-CCCA-47E3-9332-015D77123CA5}" type="presParOf" srcId="{D5910B97-3598-4D76-A91F-1CEADFBD73FE}" destId="{6317D598-B457-4506-AB5E-4D068F1B384E}" srcOrd="4" destOrd="0" presId="urn:microsoft.com/office/officeart/2005/8/layout/list1"/>
    <dgm:cxn modelId="{890791F1-DBF6-41E4-95B5-C50A4491A5C7}" type="presParOf" srcId="{6317D598-B457-4506-AB5E-4D068F1B384E}" destId="{A38B91BC-7245-4CCB-BD57-C45FBDBDBBB2}" srcOrd="0" destOrd="0" presId="urn:microsoft.com/office/officeart/2005/8/layout/list1"/>
    <dgm:cxn modelId="{E7C577AC-067B-4EA4-AF9D-F7BFA9B70899}" type="presParOf" srcId="{6317D598-B457-4506-AB5E-4D068F1B384E}" destId="{56EFF5B8-C1CD-414F-B1E6-CBFE88A62102}" srcOrd="1" destOrd="0" presId="urn:microsoft.com/office/officeart/2005/8/layout/list1"/>
    <dgm:cxn modelId="{73A99C3D-0512-4243-89E4-FE1EAB599C59}" type="presParOf" srcId="{D5910B97-3598-4D76-A91F-1CEADFBD73FE}" destId="{C3BB5FC5-A780-402D-9C6C-DAC4100B5B27}" srcOrd="5" destOrd="0" presId="urn:microsoft.com/office/officeart/2005/8/layout/list1"/>
    <dgm:cxn modelId="{06E3E236-6A8F-4D37-BDFA-63A41ED1FEE2}" type="presParOf" srcId="{D5910B97-3598-4D76-A91F-1CEADFBD73FE}" destId="{493FD989-AF27-4289-BAAA-290C4B701541}" srcOrd="6" destOrd="0" presId="urn:microsoft.com/office/officeart/2005/8/layout/list1"/>
    <dgm:cxn modelId="{6390969D-068F-482F-968F-45D5A684F988}" type="presParOf" srcId="{D5910B97-3598-4D76-A91F-1CEADFBD73FE}" destId="{3CCD388A-E06F-40D4-BFDB-DE684E5978BA}" srcOrd="7" destOrd="0" presId="urn:microsoft.com/office/officeart/2005/8/layout/list1"/>
    <dgm:cxn modelId="{7041ECF2-47AE-44B1-B0BF-6228F7D0ED98}" type="presParOf" srcId="{D5910B97-3598-4D76-A91F-1CEADFBD73FE}" destId="{7D1D3B78-24E4-4D82-99AD-DFFA41F3ED25}" srcOrd="8" destOrd="0" presId="urn:microsoft.com/office/officeart/2005/8/layout/list1"/>
    <dgm:cxn modelId="{1E46EEBE-5975-4251-9327-5408D1B9A6A5}" type="presParOf" srcId="{7D1D3B78-24E4-4D82-99AD-DFFA41F3ED25}" destId="{98BB7B70-1CDD-4D5B-B463-42CB3C9E76CC}" srcOrd="0" destOrd="0" presId="urn:microsoft.com/office/officeart/2005/8/layout/list1"/>
    <dgm:cxn modelId="{79278623-A79F-4C92-97F6-DE92FE079F4D}" type="presParOf" srcId="{7D1D3B78-24E4-4D82-99AD-DFFA41F3ED25}" destId="{19D63A30-BEE8-48DC-86DB-CD4B8E64587B}" srcOrd="1" destOrd="0" presId="urn:microsoft.com/office/officeart/2005/8/layout/list1"/>
    <dgm:cxn modelId="{D1A387A2-681D-4A0F-8E42-27919A989FF3}" type="presParOf" srcId="{D5910B97-3598-4D76-A91F-1CEADFBD73FE}" destId="{D1AA7875-4C68-41A2-BE7C-834B4B43F87A}" srcOrd="9" destOrd="0" presId="urn:microsoft.com/office/officeart/2005/8/layout/list1"/>
    <dgm:cxn modelId="{D6F66AD3-C962-4625-B78B-805A9D5FA6DC}" type="presParOf" srcId="{D5910B97-3598-4D76-A91F-1CEADFBD73FE}" destId="{F852FA53-D78F-42DD-9AEA-4981ECEF6E7A}"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6E5AFF-0EF6-4D20-8BF5-4F12AE65594B}"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B026F4C9-0FBD-446D-89BA-DF4B8A4413D7}">
      <dgm:prSet phldrT="[文本]" custT="1"/>
      <dgm:spPr/>
      <dgm:t>
        <a:bodyPr/>
        <a:lstStyle/>
        <a:p>
          <a:r>
            <a:rPr lang="en-US" altLang="zh-CN" sz="3200"/>
            <a:t>session_start();</a:t>
          </a:r>
          <a:endParaRPr lang="zh-CN" altLang="en-US" sz="3200"/>
        </a:p>
      </dgm:t>
    </dgm:pt>
    <dgm:pt modelId="{612F32A4-C0C1-46AF-91C4-44F97B921358}" type="parTrans" cxnId="{7C7CD33F-3C70-4477-BDBC-E9AF271BAD47}">
      <dgm:prSet/>
      <dgm:spPr/>
      <dgm:t>
        <a:bodyPr/>
        <a:lstStyle/>
        <a:p>
          <a:endParaRPr lang="zh-CN" altLang="en-US" sz="2800"/>
        </a:p>
      </dgm:t>
    </dgm:pt>
    <dgm:pt modelId="{281AD700-0DC6-48DD-ABAE-D430F2F19100}" type="sibTrans" cxnId="{7C7CD33F-3C70-4477-BDBC-E9AF271BAD47}">
      <dgm:prSet custT="1"/>
      <dgm:spPr/>
      <dgm:t>
        <a:bodyPr/>
        <a:lstStyle/>
        <a:p>
          <a:endParaRPr lang="zh-CN" altLang="en-US" sz="4800"/>
        </a:p>
      </dgm:t>
    </dgm:pt>
    <dgm:pt modelId="{96AEF8D0-19FE-4853-B3F4-A5802C6EB5D4}">
      <dgm:prSet phldrT="[文本]" phldr="0" custT="1"/>
      <dgm:spPr/>
      <dgm:t>
        <a:bodyPr/>
        <a:lstStyle/>
        <a:p>
          <a:r>
            <a:rPr lang="en-US" altLang="zh-CN" sz="3200"/>
            <a:t>session_id();</a:t>
          </a:r>
          <a:endParaRPr lang="zh-CN" altLang="en-US" sz="3200"/>
        </a:p>
      </dgm:t>
    </dgm:pt>
    <dgm:pt modelId="{9ECBC41D-E172-4BB2-A5BB-41425F4E3A37}" type="parTrans" cxnId="{D549096B-5E56-42A5-8233-4B301B7F2674}">
      <dgm:prSet/>
      <dgm:spPr/>
      <dgm:t>
        <a:bodyPr/>
        <a:lstStyle/>
        <a:p>
          <a:endParaRPr lang="zh-CN" altLang="en-US" sz="2800"/>
        </a:p>
      </dgm:t>
    </dgm:pt>
    <dgm:pt modelId="{BC1DA173-C407-4C28-901B-39E02253097B}" type="sibTrans" cxnId="{D549096B-5E56-42A5-8233-4B301B7F2674}">
      <dgm:prSet/>
      <dgm:spPr/>
      <dgm:t>
        <a:bodyPr/>
        <a:lstStyle/>
        <a:p>
          <a:endParaRPr lang="zh-CN" altLang="en-US" sz="2800"/>
        </a:p>
      </dgm:t>
    </dgm:pt>
    <dgm:pt modelId="{EA5FDEA8-9DEF-40ED-9D4A-E84CB441D702}">
      <dgm:prSet phldrT="[文本]" phldr="0" custT="1"/>
      <dgm:spPr/>
      <dgm:t>
        <a:bodyPr/>
        <a:lstStyle/>
        <a:p>
          <a:r>
            <a:rPr lang="zh-CN" altLang="en-US" sz="2400"/>
            <a:t>把用户数据存入新文件</a:t>
          </a:r>
        </a:p>
      </dgm:t>
    </dgm:pt>
    <dgm:pt modelId="{5A176E77-7D28-41C7-B017-7B64D42BB3A1}" type="parTrans" cxnId="{C572CF49-6ECB-47A0-8CF5-2187F57A41F0}">
      <dgm:prSet/>
      <dgm:spPr/>
      <dgm:t>
        <a:bodyPr/>
        <a:lstStyle/>
        <a:p>
          <a:endParaRPr lang="zh-CN" altLang="en-US"/>
        </a:p>
      </dgm:t>
    </dgm:pt>
    <dgm:pt modelId="{A393E2B0-A322-4318-94C9-3473DE8C4862}" type="sibTrans" cxnId="{C572CF49-6ECB-47A0-8CF5-2187F57A41F0}">
      <dgm:prSet/>
      <dgm:spPr/>
      <dgm:t>
        <a:bodyPr/>
        <a:lstStyle/>
        <a:p>
          <a:endParaRPr lang="zh-CN" altLang="en-US"/>
        </a:p>
      </dgm:t>
    </dgm:pt>
    <dgm:pt modelId="{6D49D5B4-D186-4A79-90A5-F3E8573B3F14}" type="pres">
      <dgm:prSet presAssocID="{A66E5AFF-0EF6-4D20-8BF5-4F12AE65594B}" presName="outerComposite" presStyleCnt="0">
        <dgm:presLayoutVars>
          <dgm:chMax val="5"/>
          <dgm:dir/>
          <dgm:resizeHandles val="exact"/>
        </dgm:presLayoutVars>
      </dgm:prSet>
      <dgm:spPr/>
    </dgm:pt>
    <dgm:pt modelId="{F31116AE-B4D9-44B4-8F89-B4E737EEC1DC}" type="pres">
      <dgm:prSet presAssocID="{A66E5AFF-0EF6-4D20-8BF5-4F12AE65594B}" presName="dummyMaxCanvas" presStyleCnt="0">
        <dgm:presLayoutVars/>
      </dgm:prSet>
      <dgm:spPr/>
    </dgm:pt>
    <dgm:pt modelId="{FA0FD81E-34A9-490C-B398-E2A09FD3533D}" type="pres">
      <dgm:prSet presAssocID="{A66E5AFF-0EF6-4D20-8BF5-4F12AE65594B}" presName="ThreeNodes_1" presStyleLbl="node1" presStyleIdx="0" presStyleCnt="3">
        <dgm:presLayoutVars>
          <dgm:bulletEnabled val="1"/>
        </dgm:presLayoutVars>
      </dgm:prSet>
      <dgm:spPr/>
    </dgm:pt>
    <dgm:pt modelId="{9B0AD455-856D-4B46-8B57-E7CAD0B234C8}" type="pres">
      <dgm:prSet presAssocID="{A66E5AFF-0EF6-4D20-8BF5-4F12AE65594B}" presName="ThreeNodes_2" presStyleLbl="node1" presStyleIdx="1" presStyleCnt="3">
        <dgm:presLayoutVars>
          <dgm:bulletEnabled val="1"/>
        </dgm:presLayoutVars>
      </dgm:prSet>
      <dgm:spPr/>
    </dgm:pt>
    <dgm:pt modelId="{7E53C799-94A6-4680-81E5-2FAECE724076}" type="pres">
      <dgm:prSet presAssocID="{A66E5AFF-0EF6-4D20-8BF5-4F12AE65594B}" presName="ThreeNodes_3" presStyleLbl="node1" presStyleIdx="2" presStyleCnt="3">
        <dgm:presLayoutVars>
          <dgm:bulletEnabled val="1"/>
        </dgm:presLayoutVars>
      </dgm:prSet>
      <dgm:spPr/>
    </dgm:pt>
    <dgm:pt modelId="{4AAA8C49-38DB-4797-83AB-06F9A3515E36}" type="pres">
      <dgm:prSet presAssocID="{A66E5AFF-0EF6-4D20-8BF5-4F12AE65594B}" presName="ThreeConn_1-2" presStyleLbl="fgAccFollowNode1" presStyleIdx="0" presStyleCnt="2">
        <dgm:presLayoutVars>
          <dgm:bulletEnabled val="1"/>
        </dgm:presLayoutVars>
      </dgm:prSet>
      <dgm:spPr/>
    </dgm:pt>
    <dgm:pt modelId="{CC73BA0F-F748-4707-8158-258BC92609BE}" type="pres">
      <dgm:prSet presAssocID="{A66E5AFF-0EF6-4D20-8BF5-4F12AE65594B}" presName="ThreeConn_2-3" presStyleLbl="fgAccFollowNode1" presStyleIdx="1" presStyleCnt="2">
        <dgm:presLayoutVars>
          <dgm:bulletEnabled val="1"/>
        </dgm:presLayoutVars>
      </dgm:prSet>
      <dgm:spPr/>
    </dgm:pt>
    <dgm:pt modelId="{7C926BCE-36F1-4D27-BE4C-B13A46E4CCA9}" type="pres">
      <dgm:prSet presAssocID="{A66E5AFF-0EF6-4D20-8BF5-4F12AE65594B}" presName="ThreeNodes_1_text" presStyleLbl="node1" presStyleIdx="2" presStyleCnt="3">
        <dgm:presLayoutVars>
          <dgm:bulletEnabled val="1"/>
        </dgm:presLayoutVars>
      </dgm:prSet>
      <dgm:spPr/>
    </dgm:pt>
    <dgm:pt modelId="{10551204-A718-4697-BBB1-241A1ABF0D1B}" type="pres">
      <dgm:prSet presAssocID="{A66E5AFF-0EF6-4D20-8BF5-4F12AE65594B}" presName="ThreeNodes_2_text" presStyleLbl="node1" presStyleIdx="2" presStyleCnt="3">
        <dgm:presLayoutVars>
          <dgm:bulletEnabled val="1"/>
        </dgm:presLayoutVars>
      </dgm:prSet>
      <dgm:spPr/>
    </dgm:pt>
    <dgm:pt modelId="{756E2A5B-D297-4C27-A003-36F58772FAFB}" type="pres">
      <dgm:prSet presAssocID="{A66E5AFF-0EF6-4D20-8BF5-4F12AE65594B}" presName="ThreeNodes_3_text" presStyleLbl="node1" presStyleIdx="2" presStyleCnt="3">
        <dgm:presLayoutVars>
          <dgm:bulletEnabled val="1"/>
        </dgm:presLayoutVars>
      </dgm:prSet>
      <dgm:spPr/>
    </dgm:pt>
  </dgm:ptLst>
  <dgm:cxnLst>
    <dgm:cxn modelId="{4568010C-5C66-4822-A02B-BFA931EFBB23}" type="presOf" srcId="{96AEF8D0-19FE-4853-B3F4-A5802C6EB5D4}" destId="{9B0AD455-856D-4B46-8B57-E7CAD0B234C8}" srcOrd="0" destOrd="0" presId="urn:microsoft.com/office/officeart/2005/8/layout/vProcess5"/>
    <dgm:cxn modelId="{9C4A892E-AAC1-4062-9AB0-44B394714FD0}" type="presOf" srcId="{B026F4C9-0FBD-446D-89BA-DF4B8A4413D7}" destId="{FA0FD81E-34A9-490C-B398-E2A09FD3533D}" srcOrd="0" destOrd="0" presId="urn:microsoft.com/office/officeart/2005/8/layout/vProcess5"/>
    <dgm:cxn modelId="{2CA1233D-E554-42BE-ACB9-61B5AF897EE3}" type="presOf" srcId="{A66E5AFF-0EF6-4D20-8BF5-4F12AE65594B}" destId="{6D49D5B4-D186-4A79-90A5-F3E8573B3F14}" srcOrd="0" destOrd="0" presId="urn:microsoft.com/office/officeart/2005/8/layout/vProcess5"/>
    <dgm:cxn modelId="{7C7CD33F-3C70-4477-BDBC-E9AF271BAD47}" srcId="{A66E5AFF-0EF6-4D20-8BF5-4F12AE65594B}" destId="{B026F4C9-0FBD-446D-89BA-DF4B8A4413D7}" srcOrd="0" destOrd="0" parTransId="{612F32A4-C0C1-46AF-91C4-44F97B921358}" sibTransId="{281AD700-0DC6-48DD-ABAE-D430F2F19100}"/>
    <dgm:cxn modelId="{EC8B4540-2139-4A55-906A-FDBDFB623793}" type="presOf" srcId="{96AEF8D0-19FE-4853-B3F4-A5802C6EB5D4}" destId="{10551204-A718-4697-BBB1-241A1ABF0D1B}" srcOrd="1" destOrd="0" presId="urn:microsoft.com/office/officeart/2005/8/layout/vProcess5"/>
    <dgm:cxn modelId="{C572CF49-6ECB-47A0-8CF5-2187F57A41F0}" srcId="{A66E5AFF-0EF6-4D20-8BF5-4F12AE65594B}" destId="{EA5FDEA8-9DEF-40ED-9D4A-E84CB441D702}" srcOrd="2" destOrd="0" parTransId="{5A176E77-7D28-41C7-B017-7B64D42BB3A1}" sibTransId="{A393E2B0-A322-4318-94C9-3473DE8C4862}"/>
    <dgm:cxn modelId="{D549096B-5E56-42A5-8233-4B301B7F2674}" srcId="{A66E5AFF-0EF6-4D20-8BF5-4F12AE65594B}" destId="{96AEF8D0-19FE-4853-B3F4-A5802C6EB5D4}" srcOrd="1" destOrd="0" parTransId="{9ECBC41D-E172-4BB2-A5BB-41425F4E3A37}" sibTransId="{BC1DA173-C407-4C28-901B-39E02253097B}"/>
    <dgm:cxn modelId="{8CE4158B-8DA8-4B71-99F3-F662255E62EC}" type="presOf" srcId="{BC1DA173-C407-4C28-901B-39E02253097B}" destId="{CC73BA0F-F748-4707-8158-258BC92609BE}" srcOrd="0" destOrd="0" presId="urn:microsoft.com/office/officeart/2005/8/layout/vProcess5"/>
    <dgm:cxn modelId="{E1646FCD-52B3-4379-9B3F-F518A62B11AD}" type="presOf" srcId="{B026F4C9-0FBD-446D-89BA-DF4B8A4413D7}" destId="{7C926BCE-36F1-4D27-BE4C-B13A46E4CCA9}" srcOrd="1" destOrd="0" presId="urn:microsoft.com/office/officeart/2005/8/layout/vProcess5"/>
    <dgm:cxn modelId="{37DC04D3-9E72-46E2-9DCC-290BAFA06903}" type="presOf" srcId="{281AD700-0DC6-48DD-ABAE-D430F2F19100}" destId="{4AAA8C49-38DB-4797-83AB-06F9A3515E36}" srcOrd="0" destOrd="0" presId="urn:microsoft.com/office/officeart/2005/8/layout/vProcess5"/>
    <dgm:cxn modelId="{B1D943D7-646E-470F-840E-A263DCB0D146}" type="presOf" srcId="{EA5FDEA8-9DEF-40ED-9D4A-E84CB441D702}" destId="{756E2A5B-D297-4C27-A003-36F58772FAFB}" srcOrd="1" destOrd="0" presId="urn:microsoft.com/office/officeart/2005/8/layout/vProcess5"/>
    <dgm:cxn modelId="{054E49E1-0F74-47C8-903E-54031C939974}" type="presOf" srcId="{EA5FDEA8-9DEF-40ED-9D4A-E84CB441D702}" destId="{7E53C799-94A6-4680-81E5-2FAECE724076}" srcOrd="0" destOrd="0" presId="urn:microsoft.com/office/officeart/2005/8/layout/vProcess5"/>
    <dgm:cxn modelId="{3D196E88-4445-4846-B6DE-0BC5F08F53B4}" type="presParOf" srcId="{6D49D5B4-D186-4A79-90A5-F3E8573B3F14}" destId="{F31116AE-B4D9-44B4-8F89-B4E737EEC1DC}" srcOrd="0" destOrd="0" presId="urn:microsoft.com/office/officeart/2005/8/layout/vProcess5"/>
    <dgm:cxn modelId="{E853492A-2AA9-4ACF-BBB3-BE317DC0A294}" type="presParOf" srcId="{6D49D5B4-D186-4A79-90A5-F3E8573B3F14}" destId="{FA0FD81E-34A9-490C-B398-E2A09FD3533D}" srcOrd="1" destOrd="0" presId="urn:microsoft.com/office/officeart/2005/8/layout/vProcess5"/>
    <dgm:cxn modelId="{5C0CB27D-5DB5-43BA-896F-2C68892F497E}" type="presParOf" srcId="{6D49D5B4-D186-4A79-90A5-F3E8573B3F14}" destId="{9B0AD455-856D-4B46-8B57-E7CAD0B234C8}" srcOrd="2" destOrd="0" presId="urn:microsoft.com/office/officeart/2005/8/layout/vProcess5"/>
    <dgm:cxn modelId="{7374728F-FF03-4AAC-B08B-5A7027453C11}" type="presParOf" srcId="{6D49D5B4-D186-4A79-90A5-F3E8573B3F14}" destId="{7E53C799-94A6-4680-81E5-2FAECE724076}" srcOrd="3" destOrd="0" presId="urn:microsoft.com/office/officeart/2005/8/layout/vProcess5"/>
    <dgm:cxn modelId="{367E9E6A-6309-43F6-B78E-4EED613E6949}" type="presParOf" srcId="{6D49D5B4-D186-4A79-90A5-F3E8573B3F14}" destId="{4AAA8C49-38DB-4797-83AB-06F9A3515E36}" srcOrd="4" destOrd="0" presId="urn:microsoft.com/office/officeart/2005/8/layout/vProcess5"/>
    <dgm:cxn modelId="{21A3A537-B414-407A-B40F-9216FA910DF3}" type="presParOf" srcId="{6D49D5B4-D186-4A79-90A5-F3E8573B3F14}" destId="{CC73BA0F-F748-4707-8158-258BC92609BE}" srcOrd="5" destOrd="0" presId="urn:microsoft.com/office/officeart/2005/8/layout/vProcess5"/>
    <dgm:cxn modelId="{F62477ED-E1FA-4616-AF86-D092CFC6BABE}" type="presParOf" srcId="{6D49D5B4-D186-4A79-90A5-F3E8573B3F14}" destId="{7C926BCE-36F1-4D27-BE4C-B13A46E4CCA9}" srcOrd="6" destOrd="0" presId="urn:microsoft.com/office/officeart/2005/8/layout/vProcess5"/>
    <dgm:cxn modelId="{64AFBB98-CF9E-4AF1-93BE-690E16738E38}" type="presParOf" srcId="{6D49D5B4-D186-4A79-90A5-F3E8573B3F14}" destId="{10551204-A718-4697-BBB1-241A1ABF0D1B}" srcOrd="7" destOrd="0" presId="urn:microsoft.com/office/officeart/2005/8/layout/vProcess5"/>
    <dgm:cxn modelId="{0D935162-68CE-4EF4-8293-EEB8207EDB1E}" type="presParOf" srcId="{6D49D5B4-D186-4A79-90A5-F3E8573B3F14}" destId="{756E2A5B-D297-4C27-A003-36F58772FAFB}"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6E5AFF-0EF6-4D20-8BF5-4F12AE65594B}" type="doc">
      <dgm:prSet loTypeId="urn:microsoft.com/office/officeart/2005/8/layout/vProcess5" loCatId="process" qsTypeId="urn:microsoft.com/office/officeart/2005/8/quickstyle/simple1" qsCatId="simple" csTypeId="urn:microsoft.com/office/officeart/2005/8/colors/accent6_2" csCatId="accent6" phldr="1"/>
      <dgm:spPr/>
      <dgm:t>
        <a:bodyPr/>
        <a:lstStyle/>
        <a:p>
          <a:endParaRPr lang="zh-CN" altLang="en-US"/>
        </a:p>
      </dgm:t>
    </dgm:pt>
    <dgm:pt modelId="{B026F4C9-0FBD-446D-89BA-DF4B8A4413D7}">
      <dgm:prSet phldrT="[文本]" phldr="0" custT="1"/>
      <dgm:spPr/>
      <dgm:t>
        <a:bodyPr/>
        <a:lstStyle/>
        <a:p>
          <a:r>
            <a:rPr lang="en-US" altLang="zh-CN" sz="2800"/>
            <a:t>session_id($token);</a:t>
          </a:r>
          <a:endParaRPr lang="zh-CN" altLang="en-US" sz="2800"/>
        </a:p>
      </dgm:t>
    </dgm:pt>
    <dgm:pt modelId="{612F32A4-C0C1-46AF-91C4-44F97B921358}" type="parTrans" cxnId="{7C7CD33F-3C70-4477-BDBC-E9AF271BAD47}">
      <dgm:prSet/>
      <dgm:spPr/>
      <dgm:t>
        <a:bodyPr/>
        <a:lstStyle/>
        <a:p>
          <a:endParaRPr lang="zh-CN" altLang="en-US" sz="2800"/>
        </a:p>
      </dgm:t>
    </dgm:pt>
    <dgm:pt modelId="{281AD700-0DC6-48DD-ABAE-D430F2F19100}" type="sibTrans" cxnId="{7C7CD33F-3C70-4477-BDBC-E9AF271BAD47}">
      <dgm:prSet custT="1"/>
      <dgm:spPr/>
      <dgm:t>
        <a:bodyPr/>
        <a:lstStyle/>
        <a:p>
          <a:endParaRPr lang="zh-CN" altLang="en-US" sz="4800"/>
        </a:p>
      </dgm:t>
    </dgm:pt>
    <dgm:pt modelId="{3333E6E0-2548-4A07-AB9D-7A6217357A28}">
      <dgm:prSet phldrT="[文本]" custT="1"/>
      <dgm:spPr/>
      <dgm:t>
        <a:bodyPr/>
        <a:lstStyle/>
        <a:p>
          <a:r>
            <a:rPr lang="en-US" altLang="zh-CN" sz="3200"/>
            <a:t>session_start();</a:t>
          </a:r>
          <a:endParaRPr lang="zh-CN" altLang="en-US" sz="3200"/>
        </a:p>
      </dgm:t>
    </dgm:pt>
    <dgm:pt modelId="{05A3267C-C190-4B18-BAAC-B66478286ED6}" type="parTrans" cxnId="{7033586E-211E-4966-AEE8-13B33B83E616}">
      <dgm:prSet/>
      <dgm:spPr/>
      <dgm:t>
        <a:bodyPr/>
        <a:lstStyle/>
        <a:p>
          <a:endParaRPr lang="zh-CN" altLang="en-US"/>
        </a:p>
      </dgm:t>
    </dgm:pt>
    <dgm:pt modelId="{667BBADD-FAD3-49A6-9612-EE0DD92D388F}" type="sibTrans" cxnId="{7033586E-211E-4966-AEE8-13B33B83E616}">
      <dgm:prSet/>
      <dgm:spPr/>
      <dgm:t>
        <a:bodyPr/>
        <a:lstStyle/>
        <a:p>
          <a:endParaRPr lang="zh-CN" altLang="en-US"/>
        </a:p>
      </dgm:t>
    </dgm:pt>
    <dgm:pt modelId="{761C8F38-9B66-4F70-ADBA-E2AF0C39F2B7}">
      <dgm:prSet phldrT="[文本]" custT="1"/>
      <dgm:spPr/>
      <dgm:t>
        <a:bodyPr/>
        <a:lstStyle/>
        <a:p>
          <a:r>
            <a:rPr lang="zh-CN" altLang="en-US" sz="2400"/>
            <a:t>从已有文件中提取数据</a:t>
          </a:r>
        </a:p>
      </dgm:t>
    </dgm:pt>
    <dgm:pt modelId="{3DD4C6FD-4955-4FFD-8029-D34658D480B4}" type="parTrans" cxnId="{3735B093-F728-4A82-97FD-48637E911968}">
      <dgm:prSet/>
      <dgm:spPr/>
      <dgm:t>
        <a:bodyPr/>
        <a:lstStyle/>
        <a:p>
          <a:endParaRPr lang="zh-CN" altLang="en-US"/>
        </a:p>
      </dgm:t>
    </dgm:pt>
    <dgm:pt modelId="{4942A923-529E-4741-8A36-63277A7B3D91}" type="sibTrans" cxnId="{3735B093-F728-4A82-97FD-48637E911968}">
      <dgm:prSet/>
      <dgm:spPr/>
      <dgm:t>
        <a:bodyPr/>
        <a:lstStyle/>
        <a:p>
          <a:endParaRPr lang="zh-CN" altLang="en-US"/>
        </a:p>
      </dgm:t>
    </dgm:pt>
    <dgm:pt modelId="{6D49D5B4-D186-4A79-90A5-F3E8573B3F14}" type="pres">
      <dgm:prSet presAssocID="{A66E5AFF-0EF6-4D20-8BF5-4F12AE65594B}" presName="outerComposite" presStyleCnt="0">
        <dgm:presLayoutVars>
          <dgm:chMax val="5"/>
          <dgm:dir/>
          <dgm:resizeHandles val="exact"/>
        </dgm:presLayoutVars>
      </dgm:prSet>
      <dgm:spPr/>
    </dgm:pt>
    <dgm:pt modelId="{F31116AE-B4D9-44B4-8F89-B4E737EEC1DC}" type="pres">
      <dgm:prSet presAssocID="{A66E5AFF-0EF6-4D20-8BF5-4F12AE65594B}" presName="dummyMaxCanvas" presStyleCnt="0">
        <dgm:presLayoutVars/>
      </dgm:prSet>
      <dgm:spPr/>
    </dgm:pt>
    <dgm:pt modelId="{D080ED30-453E-4F24-ABF4-F85CE57BC036}" type="pres">
      <dgm:prSet presAssocID="{A66E5AFF-0EF6-4D20-8BF5-4F12AE65594B}" presName="ThreeNodes_1" presStyleLbl="node1" presStyleIdx="0" presStyleCnt="3">
        <dgm:presLayoutVars>
          <dgm:bulletEnabled val="1"/>
        </dgm:presLayoutVars>
      </dgm:prSet>
      <dgm:spPr/>
    </dgm:pt>
    <dgm:pt modelId="{E8346EF8-B5B4-44F8-BAF5-785F1BFC21FE}" type="pres">
      <dgm:prSet presAssocID="{A66E5AFF-0EF6-4D20-8BF5-4F12AE65594B}" presName="ThreeNodes_2" presStyleLbl="node1" presStyleIdx="1" presStyleCnt="3">
        <dgm:presLayoutVars>
          <dgm:bulletEnabled val="1"/>
        </dgm:presLayoutVars>
      </dgm:prSet>
      <dgm:spPr/>
    </dgm:pt>
    <dgm:pt modelId="{27328829-1B1D-4DF5-9463-3B142019C69A}" type="pres">
      <dgm:prSet presAssocID="{A66E5AFF-0EF6-4D20-8BF5-4F12AE65594B}" presName="ThreeNodes_3" presStyleLbl="node1" presStyleIdx="2" presStyleCnt="3">
        <dgm:presLayoutVars>
          <dgm:bulletEnabled val="1"/>
        </dgm:presLayoutVars>
      </dgm:prSet>
      <dgm:spPr/>
    </dgm:pt>
    <dgm:pt modelId="{191A560F-54E9-453D-909C-B0BB7810121E}" type="pres">
      <dgm:prSet presAssocID="{A66E5AFF-0EF6-4D20-8BF5-4F12AE65594B}" presName="ThreeConn_1-2" presStyleLbl="fgAccFollowNode1" presStyleIdx="0" presStyleCnt="2">
        <dgm:presLayoutVars>
          <dgm:bulletEnabled val="1"/>
        </dgm:presLayoutVars>
      </dgm:prSet>
      <dgm:spPr/>
    </dgm:pt>
    <dgm:pt modelId="{8384ECAA-236F-450D-B646-167DEE7AE789}" type="pres">
      <dgm:prSet presAssocID="{A66E5AFF-0EF6-4D20-8BF5-4F12AE65594B}" presName="ThreeConn_2-3" presStyleLbl="fgAccFollowNode1" presStyleIdx="1" presStyleCnt="2">
        <dgm:presLayoutVars>
          <dgm:bulletEnabled val="1"/>
        </dgm:presLayoutVars>
      </dgm:prSet>
      <dgm:spPr/>
    </dgm:pt>
    <dgm:pt modelId="{F49F5C43-037C-4109-A3B0-BF797FE046B8}" type="pres">
      <dgm:prSet presAssocID="{A66E5AFF-0EF6-4D20-8BF5-4F12AE65594B}" presName="ThreeNodes_1_text" presStyleLbl="node1" presStyleIdx="2" presStyleCnt="3">
        <dgm:presLayoutVars>
          <dgm:bulletEnabled val="1"/>
        </dgm:presLayoutVars>
      </dgm:prSet>
      <dgm:spPr/>
    </dgm:pt>
    <dgm:pt modelId="{93A0F51B-1CC5-4D55-ADE0-C7348885A07C}" type="pres">
      <dgm:prSet presAssocID="{A66E5AFF-0EF6-4D20-8BF5-4F12AE65594B}" presName="ThreeNodes_2_text" presStyleLbl="node1" presStyleIdx="2" presStyleCnt="3">
        <dgm:presLayoutVars>
          <dgm:bulletEnabled val="1"/>
        </dgm:presLayoutVars>
      </dgm:prSet>
      <dgm:spPr/>
    </dgm:pt>
    <dgm:pt modelId="{E914D635-C3FC-4FF3-ACB8-2B431866AA7D}" type="pres">
      <dgm:prSet presAssocID="{A66E5AFF-0EF6-4D20-8BF5-4F12AE65594B}" presName="ThreeNodes_3_text" presStyleLbl="node1" presStyleIdx="2" presStyleCnt="3">
        <dgm:presLayoutVars>
          <dgm:bulletEnabled val="1"/>
        </dgm:presLayoutVars>
      </dgm:prSet>
      <dgm:spPr/>
    </dgm:pt>
  </dgm:ptLst>
  <dgm:cxnLst>
    <dgm:cxn modelId="{6B26E118-3365-47EF-946A-B6F86A65B133}" type="presOf" srcId="{3333E6E0-2548-4A07-AB9D-7A6217357A28}" destId="{E8346EF8-B5B4-44F8-BAF5-785F1BFC21FE}" srcOrd="0" destOrd="0" presId="urn:microsoft.com/office/officeart/2005/8/layout/vProcess5"/>
    <dgm:cxn modelId="{2CA1233D-E554-42BE-ACB9-61B5AF897EE3}" type="presOf" srcId="{A66E5AFF-0EF6-4D20-8BF5-4F12AE65594B}" destId="{6D49D5B4-D186-4A79-90A5-F3E8573B3F14}" srcOrd="0" destOrd="0" presId="urn:microsoft.com/office/officeart/2005/8/layout/vProcess5"/>
    <dgm:cxn modelId="{7C7CD33F-3C70-4477-BDBC-E9AF271BAD47}" srcId="{A66E5AFF-0EF6-4D20-8BF5-4F12AE65594B}" destId="{B026F4C9-0FBD-446D-89BA-DF4B8A4413D7}" srcOrd="0" destOrd="0" parTransId="{612F32A4-C0C1-46AF-91C4-44F97B921358}" sibTransId="{281AD700-0DC6-48DD-ABAE-D430F2F19100}"/>
    <dgm:cxn modelId="{96104B44-340B-4800-B8E8-2B50D1D78EBA}" type="presOf" srcId="{B026F4C9-0FBD-446D-89BA-DF4B8A4413D7}" destId="{D080ED30-453E-4F24-ABF4-F85CE57BC036}" srcOrd="0" destOrd="0" presId="urn:microsoft.com/office/officeart/2005/8/layout/vProcess5"/>
    <dgm:cxn modelId="{7033586E-211E-4966-AEE8-13B33B83E616}" srcId="{A66E5AFF-0EF6-4D20-8BF5-4F12AE65594B}" destId="{3333E6E0-2548-4A07-AB9D-7A6217357A28}" srcOrd="1" destOrd="0" parTransId="{05A3267C-C190-4B18-BAAC-B66478286ED6}" sibTransId="{667BBADD-FAD3-49A6-9612-EE0DD92D388F}"/>
    <dgm:cxn modelId="{95D08255-8B83-4265-9105-956C7CF3436D}" type="presOf" srcId="{761C8F38-9B66-4F70-ADBA-E2AF0C39F2B7}" destId="{27328829-1B1D-4DF5-9463-3B142019C69A}" srcOrd="0" destOrd="0" presId="urn:microsoft.com/office/officeart/2005/8/layout/vProcess5"/>
    <dgm:cxn modelId="{142E6D7E-0415-4F9B-A70E-49220BFA6B70}" type="presOf" srcId="{761C8F38-9B66-4F70-ADBA-E2AF0C39F2B7}" destId="{E914D635-C3FC-4FF3-ACB8-2B431866AA7D}" srcOrd="1" destOrd="0" presId="urn:microsoft.com/office/officeart/2005/8/layout/vProcess5"/>
    <dgm:cxn modelId="{4BCAA293-C4CE-4E59-BE3B-F9C1CC7EB3E0}" type="presOf" srcId="{B026F4C9-0FBD-446D-89BA-DF4B8A4413D7}" destId="{F49F5C43-037C-4109-A3B0-BF797FE046B8}" srcOrd="1" destOrd="0" presId="urn:microsoft.com/office/officeart/2005/8/layout/vProcess5"/>
    <dgm:cxn modelId="{3735B093-F728-4A82-97FD-48637E911968}" srcId="{A66E5AFF-0EF6-4D20-8BF5-4F12AE65594B}" destId="{761C8F38-9B66-4F70-ADBA-E2AF0C39F2B7}" srcOrd="2" destOrd="0" parTransId="{3DD4C6FD-4955-4FFD-8029-D34658D480B4}" sibTransId="{4942A923-529E-4741-8A36-63277A7B3D91}"/>
    <dgm:cxn modelId="{88FC5994-F247-483B-8548-74F393195528}" type="presOf" srcId="{281AD700-0DC6-48DD-ABAE-D430F2F19100}" destId="{191A560F-54E9-453D-909C-B0BB7810121E}" srcOrd="0" destOrd="0" presId="urn:microsoft.com/office/officeart/2005/8/layout/vProcess5"/>
    <dgm:cxn modelId="{971A28C4-DBC6-43A6-AF97-60C43006BED1}" type="presOf" srcId="{3333E6E0-2548-4A07-AB9D-7A6217357A28}" destId="{93A0F51B-1CC5-4D55-ADE0-C7348885A07C}" srcOrd="1" destOrd="0" presId="urn:microsoft.com/office/officeart/2005/8/layout/vProcess5"/>
    <dgm:cxn modelId="{E087B7E5-9BAE-40A3-846D-9A9B297F92E6}" type="presOf" srcId="{667BBADD-FAD3-49A6-9612-EE0DD92D388F}" destId="{8384ECAA-236F-450D-B646-167DEE7AE789}" srcOrd="0" destOrd="0" presId="urn:microsoft.com/office/officeart/2005/8/layout/vProcess5"/>
    <dgm:cxn modelId="{3D196E88-4445-4846-B6DE-0BC5F08F53B4}" type="presParOf" srcId="{6D49D5B4-D186-4A79-90A5-F3E8573B3F14}" destId="{F31116AE-B4D9-44B4-8F89-B4E737EEC1DC}" srcOrd="0" destOrd="0" presId="urn:microsoft.com/office/officeart/2005/8/layout/vProcess5"/>
    <dgm:cxn modelId="{7CBBD154-E1F6-4327-9B65-1A1D675E8CB0}" type="presParOf" srcId="{6D49D5B4-D186-4A79-90A5-F3E8573B3F14}" destId="{D080ED30-453E-4F24-ABF4-F85CE57BC036}" srcOrd="1" destOrd="0" presId="urn:microsoft.com/office/officeart/2005/8/layout/vProcess5"/>
    <dgm:cxn modelId="{AE8CD796-168B-45B8-8812-FE41DA235777}" type="presParOf" srcId="{6D49D5B4-D186-4A79-90A5-F3E8573B3F14}" destId="{E8346EF8-B5B4-44F8-BAF5-785F1BFC21FE}" srcOrd="2" destOrd="0" presId="urn:microsoft.com/office/officeart/2005/8/layout/vProcess5"/>
    <dgm:cxn modelId="{658F039B-2EE5-4022-A6C9-8FC607CE05ED}" type="presParOf" srcId="{6D49D5B4-D186-4A79-90A5-F3E8573B3F14}" destId="{27328829-1B1D-4DF5-9463-3B142019C69A}" srcOrd="3" destOrd="0" presId="urn:microsoft.com/office/officeart/2005/8/layout/vProcess5"/>
    <dgm:cxn modelId="{3C75C46F-62A0-4367-8FDE-6E2B97944831}" type="presParOf" srcId="{6D49D5B4-D186-4A79-90A5-F3E8573B3F14}" destId="{191A560F-54E9-453D-909C-B0BB7810121E}" srcOrd="4" destOrd="0" presId="urn:microsoft.com/office/officeart/2005/8/layout/vProcess5"/>
    <dgm:cxn modelId="{0DB07898-3F2C-487A-86B1-612725E112FE}" type="presParOf" srcId="{6D49D5B4-D186-4A79-90A5-F3E8573B3F14}" destId="{8384ECAA-236F-450D-B646-167DEE7AE789}" srcOrd="5" destOrd="0" presId="urn:microsoft.com/office/officeart/2005/8/layout/vProcess5"/>
    <dgm:cxn modelId="{D2AAE804-392A-47A8-8251-A0A09D7C6D38}" type="presParOf" srcId="{6D49D5B4-D186-4A79-90A5-F3E8573B3F14}" destId="{F49F5C43-037C-4109-A3B0-BF797FE046B8}" srcOrd="6" destOrd="0" presId="urn:microsoft.com/office/officeart/2005/8/layout/vProcess5"/>
    <dgm:cxn modelId="{5753BC20-3F24-4657-B651-9B93D838FE1E}" type="presParOf" srcId="{6D49D5B4-D186-4A79-90A5-F3E8573B3F14}" destId="{93A0F51B-1CC5-4D55-ADE0-C7348885A07C}" srcOrd="7" destOrd="0" presId="urn:microsoft.com/office/officeart/2005/8/layout/vProcess5"/>
    <dgm:cxn modelId="{EBD58896-76E4-451B-ADFB-F7BFB46C8F07}" type="presParOf" srcId="{6D49D5B4-D186-4A79-90A5-F3E8573B3F14}" destId="{E914D635-C3FC-4FF3-ACB8-2B431866AA7D}" srcOrd="8"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9E5579-7C77-478F-A396-24A729EEB4E6}" type="doc">
      <dgm:prSet loTypeId="urn:microsoft.com/office/officeart/2005/8/layout/list1" loCatId="list" qsTypeId="urn:microsoft.com/office/officeart/2005/8/quickstyle/simple2" qsCatId="simple" csTypeId="urn:microsoft.com/office/officeart/2005/8/colors/accent1_1" csCatId="accent1" phldr="1"/>
      <dgm:spPr/>
      <dgm:t>
        <a:bodyPr/>
        <a:lstStyle/>
        <a:p>
          <a:endParaRPr lang="zh-CN" altLang="en-US"/>
        </a:p>
      </dgm:t>
    </dgm:pt>
    <dgm:pt modelId="{0A1BDE88-80E7-4629-90E6-344A553D3C0D}">
      <dgm:prSet phldrT="[文本]"/>
      <dgm:spPr/>
      <dgm:t>
        <a:bodyPr/>
        <a:lstStyle/>
        <a:p>
          <a:r>
            <a:rPr lang="en-US" altLang="zh-CN"/>
            <a:t>session_start</a:t>
          </a:r>
          <a:r>
            <a:rPr lang="zh-CN" altLang="en-US"/>
            <a:t>和</a:t>
          </a:r>
          <a:r>
            <a:rPr lang="en-US" altLang="zh-CN"/>
            <a:t>session_id</a:t>
          </a:r>
          <a:r>
            <a:rPr lang="zh-CN" altLang="en-US"/>
            <a:t>的执行顺序</a:t>
          </a:r>
        </a:p>
      </dgm:t>
    </dgm:pt>
    <dgm:pt modelId="{527DBAAF-635D-4586-A51C-CC971A4B6E0E}" type="parTrans" cxnId="{00FAEB3C-8BEA-456D-981B-13955F1E43C1}">
      <dgm:prSet/>
      <dgm:spPr/>
      <dgm:t>
        <a:bodyPr/>
        <a:lstStyle/>
        <a:p>
          <a:endParaRPr lang="zh-CN" altLang="en-US"/>
        </a:p>
      </dgm:t>
    </dgm:pt>
    <dgm:pt modelId="{70BE5B2E-C83B-4981-B785-70B76DE4BDC3}" type="sibTrans" cxnId="{00FAEB3C-8BEA-456D-981B-13955F1E43C1}">
      <dgm:prSet/>
      <dgm:spPr/>
      <dgm:t>
        <a:bodyPr/>
        <a:lstStyle/>
        <a:p>
          <a:endParaRPr lang="zh-CN" altLang="en-US"/>
        </a:p>
      </dgm:t>
    </dgm:pt>
    <dgm:pt modelId="{EE2FD62C-C937-4232-A799-1442269034CF}">
      <dgm:prSet phldrT="[文本]"/>
      <dgm:spPr/>
      <dgm:t>
        <a:bodyPr/>
        <a:lstStyle/>
        <a:p>
          <a:r>
            <a:rPr lang="zh-CN" altLang="en-US"/>
            <a:t>新客户：先</a:t>
          </a:r>
          <a:r>
            <a:rPr lang="en-US" altLang="zh-CN"/>
            <a:t>session_start</a:t>
          </a:r>
          <a:endParaRPr lang="zh-CN" altLang="en-US"/>
        </a:p>
      </dgm:t>
    </dgm:pt>
    <dgm:pt modelId="{3507CDDF-EFD7-46B2-980B-6B1CB8CDA20A}" type="parTrans" cxnId="{9B1B4081-EA4E-408D-A66B-F44DB284DB01}">
      <dgm:prSet/>
      <dgm:spPr/>
      <dgm:t>
        <a:bodyPr/>
        <a:lstStyle/>
        <a:p>
          <a:endParaRPr lang="zh-CN" altLang="en-US"/>
        </a:p>
      </dgm:t>
    </dgm:pt>
    <dgm:pt modelId="{1EB7875E-07FE-4A1A-8A5F-9F70DB759D5E}" type="sibTrans" cxnId="{9B1B4081-EA4E-408D-A66B-F44DB284DB01}">
      <dgm:prSet/>
      <dgm:spPr/>
      <dgm:t>
        <a:bodyPr/>
        <a:lstStyle/>
        <a:p>
          <a:endParaRPr lang="zh-CN" altLang="en-US"/>
        </a:p>
      </dgm:t>
    </dgm:pt>
    <dgm:pt modelId="{E7C0030B-7CB9-4B5B-A6B8-60F6C9A80700}">
      <dgm:prSet phldrT="[文本]" phldr="0"/>
      <dgm:spPr/>
      <dgm:t>
        <a:bodyPr/>
        <a:lstStyle/>
        <a:p>
          <a:r>
            <a:rPr lang="zh-CN" altLang="en-US"/>
            <a:t>会话</a:t>
          </a:r>
          <a:r>
            <a:rPr lang="en-US" altLang="zh-CN"/>
            <a:t>id</a:t>
          </a:r>
          <a:r>
            <a:rPr lang="zh-CN" altLang="en-US"/>
            <a:t>的存储</a:t>
          </a:r>
        </a:p>
      </dgm:t>
    </dgm:pt>
    <dgm:pt modelId="{98D5C20E-FF56-4ADC-A860-44E268FF3FE8}" type="parTrans" cxnId="{35C5C06B-6F46-4F99-B66A-FCD4085B32F8}">
      <dgm:prSet/>
      <dgm:spPr/>
      <dgm:t>
        <a:bodyPr/>
        <a:lstStyle/>
        <a:p>
          <a:endParaRPr lang="zh-CN" altLang="en-US"/>
        </a:p>
      </dgm:t>
    </dgm:pt>
    <dgm:pt modelId="{E9CD5F11-E9CA-499F-96F7-63FB5A8067F6}" type="sibTrans" cxnId="{35C5C06B-6F46-4F99-B66A-FCD4085B32F8}">
      <dgm:prSet/>
      <dgm:spPr/>
      <dgm:t>
        <a:bodyPr/>
        <a:lstStyle/>
        <a:p>
          <a:endParaRPr lang="zh-CN" altLang="en-US"/>
        </a:p>
      </dgm:t>
    </dgm:pt>
    <dgm:pt modelId="{C8DC0BA7-42C5-4550-93CB-BBD4D1C2FEEC}">
      <dgm:prSet phldrT="[文本]"/>
      <dgm:spPr/>
      <dgm:t>
        <a:bodyPr/>
        <a:lstStyle/>
        <a:p>
          <a:r>
            <a:rPr lang="zh-CN" altLang="en-US"/>
            <a:t>老客户：先</a:t>
          </a:r>
          <a:r>
            <a:rPr lang="en-US" altLang="zh-CN"/>
            <a:t>session_id</a:t>
          </a:r>
          <a:endParaRPr lang="zh-CN" altLang="en-US"/>
        </a:p>
      </dgm:t>
    </dgm:pt>
    <dgm:pt modelId="{B88EB3A5-FB53-4167-BA6A-8143700342C7}" type="parTrans" cxnId="{4E0340B6-9B40-4721-8FCE-6E7F3D202603}">
      <dgm:prSet/>
      <dgm:spPr/>
      <dgm:t>
        <a:bodyPr/>
        <a:lstStyle/>
        <a:p>
          <a:endParaRPr lang="zh-CN" altLang="en-US"/>
        </a:p>
      </dgm:t>
    </dgm:pt>
    <dgm:pt modelId="{00FD5EBC-F831-459C-92F4-E7B55357038D}" type="sibTrans" cxnId="{4E0340B6-9B40-4721-8FCE-6E7F3D202603}">
      <dgm:prSet/>
      <dgm:spPr/>
      <dgm:t>
        <a:bodyPr/>
        <a:lstStyle/>
        <a:p>
          <a:endParaRPr lang="zh-CN" altLang="en-US"/>
        </a:p>
      </dgm:t>
    </dgm:pt>
    <dgm:pt modelId="{D4175A7D-8F4C-49FC-A528-19EFC47516C3}">
      <dgm:prSet phldrT="[文本]" phldr="0"/>
      <dgm:spPr/>
      <dgm:t>
        <a:bodyPr/>
        <a:lstStyle/>
        <a:p>
          <a:r>
            <a:rPr lang="zh-CN" altLang="en-US"/>
            <a:t>默认：</a:t>
          </a:r>
          <a:r>
            <a:rPr lang="en-US" altLang="zh-CN"/>
            <a:t>cookie——</a:t>
          </a:r>
          <a:r>
            <a:rPr lang="zh-CN" altLang="en-US"/>
            <a:t>有</a:t>
          </a:r>
          <a:r>
            <a:rPr lang="en-US" altLang="zh-CN"/>
            <a:t>CSRF</a:t>
          </a:r>
          <a:r>
            <a:rPr lang="zh-CN" altLang="en-US"/>
            <a:t>攻击隐患</a:t>
          </a:r>
        </a:p>
      </dgm:t>
    </dgm:pt>
    <dgm:pt modelId="{3D82AAB9-3E3E-4B2C-BBE0-A56EDDB471B2}" type="parTrans" cxnId="{D3BBCC69-E5AD-433A-B0BB-D06A9A1264B5}">
      <dgm:prSet/>
      <dgm:spPr/>
      <dgm:t>
        <a:bodyPr/>
        <a:lstStyle/>
        <a:p>
          <a:endParaRPr lang="zh-CN" altLang="en-US"/>
        </a:p>
      </dgm:t>
    </dgm:pt>
    <dgm:pt modelId="{AF6A0C21-554C-4905-82CB-A2C345645D1A}" type="sibTrans" cxnId="{D3BBCC69-E5AD-433A-B0BB-D06A9A1264B5}">
      <dgm:prSet/>
      <dgm:spPr/>
      <dgm:t>
        <a:bodyPr/>
        <a:lstStyle/>
        <a:p>
          <a:endParaRPr lang="zh-CN" altLang="en-US"/>
        </a:p>
      </dgm:t>
    </dgm:pt>
    <dgm:pt modelId="{678AE22B-62CC-499B-BEE1-249CF9AD55B9}">
      <dgm:prSet phldrT="[文本]" phldr="0"/>
      <dgm:spPr/>
      <dgm:t>
        <a:bodyPr/>
        <a:lstStyle/>
        <a:p>
          <a:r>
            <a:rPr lang="zh-CN" altLang="en-US"/>
            <a:t>其他方式：手动在请求头</a:t>
          </a:r>
          <a:r>
            <a:rPr lang="en-US" altLang="zh-CN"/>
            <a:t>Authorization</a:t>
          </a:r>
          <a:r>
            <a:rPr lang="zh-CN" altLang="en-US"/>
            <a:t>存储</a:t>
          </a:r>
          <a:r>
            <a:rPr lang="en-US" altLang="zh-CN"/>
            <a:t>——</a:t>
          </a:r>
          <a:r>
            <a:rPr lang="zh-CN" altLang="en-US"/>
            <a:t>防范</a:t>
          </a:r>
          <a:r>
            <a:rPr lang="en-US" altLang="zh-CN"/>
            <a:t>CSRF</a:t>
          </a:r>
          <a:r>
            <a:rPr lang="zh-CN" altLang="en-US"/>
            <a:t>攻击（本课程认证选择的方式），恢复会话时需要手动设置会话</a:t>
          </a:r>
          <a:r>
            <a:rPr lang="en-US" altLang="zh-CN"/>
            <a:t>id</a:t>
          </a:r>
          <a:endParaRPr lang="zh-CN" altLang="en-US"/>
        </a:p>
      </dgm:t>
    </dgm:pt>
    <dgm:pt modelId="{56CAD3CB-FD33-4AA1-997F-C3EE41F647C3}" type="parTrans" cxnId="{2AA8A036-DA65-415A-8D72-A2E518119CFE}">
      <dgm:prSet/>
      <dgm:spPr/>
      <dgm:t>
        <a:bodyPr/>
        <a:lstStyle/>
        <a:p>
          <a:endParaRPr lang="zh-CN" altLang="en-US"/>
        </a:p>
      </dgm:t>
    </dgm:pt>
    <dgm:pt modelId="{86F98542-4ABD-4090-90EB-1AA84C47188D}" type="sibTrans" cxnId="{2AA8A036-DA65-415A-8D72-A2E518119CFE}">
      <dgm:prSet/>
      <dgm:spPr/>
      <dgm:t>
        <a:bodyPr/>
        <a:lstStyle/>
        <a:p>
          <a:endParaRPr lang="zh-CN" altLang="en-US"/>
        </a:p>
      </dgm:t>
    </dgm:pt>
    <dgm:pt modelId="{3B7D72B0-7110-4DF9-9E59-3048C8266DA2}" type="pres">
      <dgm:prSet presAssocID="{5D9E5579-7C77-478F-A396-24A729EEB4E6}" presName="linear" presStyleCnt="0">
        <dgm:presLayoutVars>
          <dgm:dir/>
          <dgm:animLvl val="lvl"/>
          <dgm:resizeHandles val="exact"/>
        </dgm:presLayoutVars>
      </dgm:prSet>
      <dgm:spPr/>
    </dgm:pt>
    <dgm:pt modelId="{62A0243B-93E9-428B-A300-182688D8A9F8}" type="pres">
      <dgm:prSet presAssocID="{0A1BDE88-80E7-4629-90E6-344A553D3C0D}" presName="parentLin" presStyleCnt="0"/>
      <dgm:spPr/>
    </dgm:pt>
    <dgm:pt modelId="{B782608A-8BE0-487F-BE69-DC9F5A8ECA45}" type="pres">
      <dgm:prSet presAssocID="{0A1BDE88-80E7-4629-90E6-344A553D3C0D}" presName="parentLeftMargin" presStyleLbl="node1" presStyleIdx="0" presStyleCnt="2"/>
      <dgm:spPr/>
    </dgm:pt>
    <dgm:pt modelId="{485FCCFC-DB3F-4C6B-9F65-89917FB68AC2}" type="pres">
      <dgm:prSet presAssocID="{0A1BDE88-80E7-4629-90E6-344A553D3C0D}" presName="parentText" presStyleLbl="node1" presStyleIdx="0" presStyleCnt="2">
        <dgm:presLayoutVars>
          <dgm:chMax val="0"/>
          <dgm:bulletEnabled val="1"/>
        </dgm:presLayoutVars>
      </dgm:prSet>
      <dgm:spPr/>
    </dgm:pt>
    <dgm:pt modelId="{246902DD-61F0-4CB5-BB32-7D5C02E002AD}" type="pres">
      <dgm:prSet presAssocID="{0A1BDE88-80E7-4629-90E6-344A553D3C0D}" presName="negativeSpace" presStyleCnt="0"/>
      <dgm:spPr/>
    </dgm:pt>
    <dgm:pt modelId="{ABF58B88-BDEE-4E5A-9EC2-733FD6BC32CD}" type="pres">
      <dgm:prSet presAssocID="{0A1BDE88-80E7-4629-90E6-344A553D3C0D}" presName="childText" presStyleLbl="conFgAcc1" presStyleIdx="0" presStyleCnt="2">
        <dgm:presLayoutVars>
          <dgm:bulletEnabled val="1"/>
        </dgm:presLayoutVars>
      </dgm:prSet>
      <dgm:spPr/>
    </dgm:pt>
    <dgm:pt modelId="{4588843F-21C4-4F5A-90B9-228D38017F33}" type="pres">
      <dgm:prSet presAssocID="{70BE5B2E-C83B-4981-B785-70B76DE4BDC3}" presName="spaceBetweenRectangles" presStyleCnt="0"/>
      <dgm:spPr/>
    </dgm:pt>
    <dgm:pt modelId="{630D9431-70F0-4734-973B-D5A3C3CF9CEA}" type="pres">
      <dgm:prSet presAssocID="{E7C0030B-7CB9-4B5B-A6B8-60F6C9A80700}" presName="parentLin" presStyleCnt="0"/>
      <dgm:spPr/>
    </dgm:pt>
    <dgm:pt modelId="{F1F5C173-3875-4C56-8361-82EE13744782}" type="pres">
      <dgm:prSet presAssocID="{E7C0030B-7CB9-4B5B-A6B8-60F6C9A80700}" presName="parentLeftMargin" presStyleLbl="node1" presStyleIdx="0" presStyleCnt="2"/>
      <dgm:spPr/>
    </dgm:pt>
    <dgm:pt modelId="{6038E8DC-A3CF-4777-B11F-A9EA20CC5BB9}" type="pres">
      <dgm:prSet presAssocID="{E7C0030B-7CB9-4B5B-A6B8-60F6C9A80700}" presName="parentText" presStyleLbl="node1" presStyleIdx="1" presStyleCnt="2">
        <dgm:presLayoutVars>
          <dgm:chMax val="0"/>
          <dgm:bulletEnabled val="1"/>
        </dgm:presLayoutVars>
      </dgm:prSet>
      <dgm:spPr/>
    </dgm:pt>
    <dgm:pt modelId="{6DDD8EEF-908F-4942-B5D1-F9983B9EC0A8}" type="pres">
      <dgm:prSet presAssocID="{E7C0030B-7CB9-4B5B-A6B8-60F6C9A80700}" presName="negativeSpace" presStyleCnt="0"/>
      <dgm:spPr/>
    </dgm:pt>
    <dgm:pt modelId="{9D06FF5A-AA84-448C-A810-40AFBCB144C2}" type="pres">
      <dgm:prSet presAssocID="{E7C0030B-7CB9-4B5B-A6B8-60F6C9A80700}" presName="childText" presStyleLbl="conFgAcc1" presStyleIdx="1" presStyleCnt="2">
        <dgm:presLayoutVars>
          <dgm:bulletEnabled val="1"/>
        </dgm:presLayoutVars>
      </dgm:prSet>
      <dgm:spPr/>
    </dgm:pt>
  </dgm:ptLst>
  <dgm:cxnLst>
    <dgm:cxn modelId="{57F2830D-099A-45BB-8656-E0E9949836B3}" type="presOf" srcId="{EE2FD62C-C937-4232-A799-1442269034CF}" destId="{ABF58B88-BDEE-4E5A-9EC2-733FD6BC32CD}" srcOrd="0" destOrd="0" presId="urn:microsoft.com/office/officeart/2005/8/layout/list1"/>
    <dgm:cxn modelId="{AC581121-4E9D-49A0-A9FD-2260D382B2E9}" type="presOf" srcId="{C8DC0BA7-42C5-4550-93CB-BBD4D1C2FEEC}" destId="{ABF58B88-BDEE-4E5A-9EC2-733FD6BC32CD}" srcOrd="0" destOrd="1" presId="urn:microsoft.com/office/officeart/2005/8/layout/list1"/>
    <dgm:cxn modelId="{72FC4A28-8592-4F5E-8DE2-D19F044D683F}" type="presOf" srcId="{678AE22B-62CC-499B-BEE1-249CF9AD55B9}" destId="{9D06FF5A-AA84-448C-A810-40AFBCB144C2}" srcOrd="0" destOrd="1" presId="urn:microsoft.com/office/officeart/2005/8/layout/list1"/>
    <dgm:cxn modelId="{2AA8A036-DA65-415A-8D72-A2E518119CFE}" srcId="{E7C0030B-7CB9-4B5B-A6B8-60F6C9A80700}" destId="{678AE22B-62CC-499B-BEE1-249CF9AD55B9}" srcOrd="1" destOrd="0" parTransId="{56CAD3CB-FD33-4AA1-997F-C3EE41F647C3}" sibTransId="{86F98542-4ABD-4090-90EB-1AA84C47188D}"/>
    <dgm:cxn modelId="{00FAEB3C-8BEA-456D-981B-13955F1E43C1}" srcId="{5D9E5579-7C77-478F-A396-24A729EEB4E6}" destId="{0A1BDE88-80E7-4629-90E6-344A553D3C0D}" srcOrd="0" destOrd="0" parTransId="{527DBAAF-635D-4586-A51C-CC971A4B6E0E}" sibTransId="{70BE5B2E-C83B-4981-B785-70B76DE4BDC3}"/>
    <dgm:cxn modelId="{D3BBCC69-E5AD-433A-B0BB-D06A9A1264B5}" srcId="{E7C0030B-7CB9-4B5B-A6B8-60F6C9A80700}" destId="{D4175A7D-8F4C-49FC-A528-19EFC47516C3}" srcOrd="0" destOrd="0" parTransId="{3D82AAB9-3E3E-4B2C-BBE0-A56EDDB471B2}" sibTransId="{AF6A0C21-554C-4905-82CB-A2C345645D1A}"/>
    <dgm:cxn modelId="{35C5C06B-6F46-4F99-B66A-FCD4085B32F8}" srcId="{5D9E5579-7C77-478F-A396-24A729EEB4E6}" destId="{E7C0030B-7CB9-4B5B-A6B8-60F6C9A80700}" srcOrd="1" destOrd="0" parTransId="{98D5C20E-FF56-4ADC-A860-44E268FF3FE8}" sibTransId="{E9CD5F11-E9CA-499F-96F7-63FB5A8067F6}"/>
    <dgm:cxn modelId="{95ECAC7F-274A-47B8-AC0E-2307331208F3}" type="presOf" srcId="{0A1BDE88-80E7-4629-90E6-344A553D3C0D}" destId="{B782608A-8BE0-487F-BE69-DC9F5A8ECA45}" srcOrd="0" destOrd="0" presId="urn:microsoft.com/office/officeart/2005/8/layout/list1"/>
    <dgm:cxn modelId="{9B1B4081-EA4E-408D-A66B-F44DB284DB01}" srcId="{0A1BDE88-80E7-4629-90E6-344A553D3C0D}" destId="{EE2FD62C-C937-4232-A799-1442269034CF}" srcOrd="0" destOrd="0" parTransId="{3507CDDF-EFD7-46B2-980B-6B1CB8CDA20A}" sibTransId="{1EB7875E-07FE-4A1A-8A5F-9F70DB759D5E}"/>
    <dgm:cxn modelId="{E7675087-FCF6-4C60-8969-FDEF68920956}" type="presOf" srcId="{0A1BDE88-80E7-4629-90E6-344A553D3C0D}" destId="{485FCCFC-DB3F-4C6B-9F65-89917FB68AC2}" srcOrd="1" destOrd="0" presId="urn:microsoft.com/office/officeart/2005/8/layout/list1"/>
    <dgm:cxn modelId="{4E0340B6-9B40-4721-8FCE-6E7F3D202603}" srcId="{0A1BDE88-80E7-4629-90E6-344A553D3C0D}" destId="{C8DC0BA7-42C5-4550-93CB-BBD4D1C2FEEC}" srcOrd="1" destOrd="0" parTransId="{B88EB3A5-FB53-4167-BA6A-8143700342C7}" sibTransId="{00FD5EBC-F831-459C-92F4-E7B55357038D}"/>
    <dgm:cxn modelId="{199591BA-3A11-4252-9079-232DE96F3F05}" type="presOf" srcId="{5D9E5579-7C77-478F-A396-24A729EEB4E6}" destId="{3B7D72B0-7110-4DF9-9E59-3048C8266DA2}" srcOrd="0" destOrd="0" presId="urn:microsoft.com/office/officeart/2005/8/layout/list1"/>
    <dgm:cxn modelId="{F8B640BD-EEEB-4CAC-B69F-E47D69D2008B}" type="presOf" srcId="{E7C0030B-7CB9-4B5B-A6B8-60F6C9A80700}" destId="{F1F5C173-3875-4C56-8361-82EE13744782}" srcOrd="0" destOrd="0" presId="urn:microsoft.com/office/officeart/2005/8/layout/list1"/>
    <dgm:cxn modelId="{06FB4DCC-137E-4B47-830E-B3ADE4017CC0}" type="presOf" srcId="{E7C0030B-7CB9-4B5B-A6B8-60F6C9A80700}" destId="{6038E8DC-A3CF-4777-B11F-A9EA20CC5BB9}" srcOrd="1" destOrd="0" presId="urn:microsoft.com/office/officeart/2005/8/layout/list1"/>
    <dgm:cxn modelId="{C6460AE5-675D-4825-89D7-C3BF0105A2B3}" type="presOf" srcId="{D4175A7D-8F4C-49FC-A528-19EFC47516C3}" destId="{9D06FF5A-AA84-448C-A810-40AFBCB144C2}" srcOrd="0" destOrd="0" presId="urn:microsoft.com/office/officeart/2005/8/layout/list1"/>
    <dgm:cxn modelId="{59D7B259-BCD2-4A12-818D-3BE3B0FE5226}" type="presParOf" srcId="{3B7D72B0-7110-4DF9-9E59-3048C8266DA2}" destId="{62A0243B-93E9-428B-A300-182688D8A9F8}" srcOrd="0" destOrd="0" presId="urn:microsoft.com/office/officeart/2005/8/layout/list1"/>
    <dgm:cxn modelId="{F478AC07-AF28-4579-ACFB-FF212F296B6F}" type="presParOf" srcId="{62A0243B-93E9-428B-A300-182688D8A9F8}" destId="{B782608A-8BE0-487F-BE69-DC9F5A8ECA45}" srcOrd="0" destOrd="0" presId="urn:microsoft.com/office/officeart/2005/8/layout/list1"/>
    <dgm:cxn modelId="{47DFFB73-E39B-446C-A99A-88C90A4CD282}" type="presParOf" srcId="{62A0243B-93E9-428B-A300-182688D8A9F8}" destId="{485FCCFC-DB3F-4C6B-9F65-89917FB68AC2}" srcOrd="1" destOrd="0" presId="urn:microsoft.com/office/officeart/2005/8/layout/list1"/>
    <dgm:cxn modelId="{745CA5A9-F5D8-42DC-A2E7-6DC141826DF9}" type="presParOf" srcId="{3B7D72B0-7110-4DF9-9E59-3048C8266DA2}" destId="{246902DD-61F0-4CB5-BB32-7D5C02E002AD}" srcOrd="1" destOrd="0" presId="urn:microsoft.com/office/officeart/2005/8/layout/list1"/>
    <dgm:cxn modelId="{71511B17-7904-4C98-A532-F512213D8D14}" type="presParOf" srcId="{3B7D72B0-7110-4DF9-9E59-3048C8266DA2}" destId="{ABF58B88-BDEE-4E5A-9EC2-733FD6BC32CD}" srcOrd="2" destOrd="0" presId="urn:microsoft.com/office/officeart/2005/8/layout/list1"/>
    <dgm:cxn modelId="{BC4C1C7A-78B7-4D5E-AD46-CE94571330AB}" type="presParOf" srcId="{3B7D72B0-7110-4DF9-9E59-3048C8266DA2}" destId="{4588843F-21C4-4F5A-90B9-228D38017F33}" srcOrd="3" destOrd="0" presId="urn:microsoft.com/office/officeart/2005/8/layout/list1"/>
    <dgm:cxn modelId="{0B7D02D3-CB35-4D90-B976-367A96080C9B}" type="presParOf" srcId="{3B7D72B0-7110-4DF9-9E59-3048C8266DA2}" destId="{630D9431-70F0-4734-973B-D5A3C3CF9CEA}" srcOrd="4" destOrd="0" presId="urn:microsoft.com/office/officeart/2005/8/layout/list1"/>
    <dgm:cxn modelId="{DD82779F-906E-4982-A679-2A99D431CE7C}" type="presParOf" srcId="{630D9431-70F0-4734-973B-D5A3C3CF9CEA}" destId="{F1F5C173-3875-4C56-8361-82EE13744782}" srcOrd="0" destOrd="0" presId="urn:microsoft.com/office/officeart/2005/8/layout/list1"/>
    <dgm:cxn modelId="{40B959AB-B4FB-4C18-A44D-12B471153324}" type="presParOf" srcId="{630D9431-70F0-4734-973B-D5A3C3CF9CEA}" destId="{6038E8DC-A3CF-4777-B11F-A9EA20CC5BB9}" srcOrd="1" destOrd="0" presId="urn:microsoft.com/office/officeart/2005/8/layout/list1"/>
    <dgm:cxn modelId="{7A103134-4AAE-4DBE-8F5D-4D1F16AE19DD}" type="presParOf" srcId="{3B7D72B0-7110-4DF9-9E59-3048C8266DA2}" destId="{6DDD8EEF-908F-4942-B5D1-F9983B9EC0A8}" srcOrd="5" destOrd="0" presId="urn:microsoft.com/office/officeart/2005/8/layout/list1"/>
    <dgm:cxn modelId="{07DE7D24-4CBA-4BC0-8C7E-12CE7A4DD6D2}" type="presParOf" srcId="{3B7D72B0-7110-4DF9-9E59-3048C8266DA2}" destId="{9D06FF5A-AA84-448C-A810-40AFBCB144C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5A71-7EA4-48CC-A838-ABBADEA150D6}">
      <dsp:nvSpPr>
        <dsp:cNvPr id="0" name=""/>
        <dsp:cNvSpPr/>
      </dsp:nvSpPr>
      <dsp:spPr>
        <a:xfrm>
          <a:off x="0" y="355118"/>
          <a:ext cx="11176000" cy="21735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79044" rIns="867382" bIns="163576" numCol="1" spcCol="1270" anchor="t" anchorCtr="0">
          <a:noAutofit/>
        </a:bodyPr>
        <a:lstStyle/>
        <a:p>
          <a:pPr marL="228600" lvl="1" indent="-228600" algn="l" defTabSz="1022350">
            <a:lnSpc>
              <a:spcPct val="90000"/>
            </a:lnSpc>
            <a:spcBef>
              <a:spcPct val="0"/>
            </a:spcBef>
            <a:spcAft>
              <a:spcPct val="15000"/>
            </a:spcAft>
            <a:buChar char="•"/>
          </a:pPr>
          <a:r>
            <a:rPr lang="zh-CN" altLang="en-US" sz="2300" kern="1200"/>
            <a:t>有状态</a:t>
          </a:r>
          <a:r>
            <a:rPr lang="en-US" altLang="zh-CN" sz="2300" kern="1200"/>
            <a:t>VS</a:t>
          </a:r>
          <a:r>
            <a:rPr lang="zh-CN" altLang="en-US" sz="2300" kern="1200"/>
            <a:t>无状态</a:t>
          </a:r>
        </a:p>
        <a:p>
          <a:pPr marL="228600" lvl="1" indent="-228600" algn="l" defTabSz="1022350">
            <a:lnSpc>
              <a:spcPct val="90000"/>
            </a:lnSpc>
            <a:spcBef>
              <a:spcPct val="0"/>
            </a:spcBef>
            <a:spcAft>
              <a:spcPct val="15000"/>
            </a:spcAft>
            <a:buChar char="•"/>
          </a:pPr>
          <a:r>
            <a:rPr lang="zh-CN" altLang="en-US" sz="2300" kern="1200"/>
            <a:t>什么是</a:t>
          </a:r>
          <a:r>
            <a:rPr lang="en-US" altLang="zh-CN" sz="2300" kern="1200"/>
            <a:t>Session</a:t>
          </a:r>
          <a:endParaRPr lang="zh-CN" altLang="en-US" sz="2300" kern="1200"/>
        </a:p>
        <a:p>
          <a:pPr marL="228600" lvl="1" indent="-228600" algn="l" defTabSz="1022350">
            <a:lnSpc>
              <a:spcPct val="90000"/>
            </a:lnSpc>
            <a:spcBef>
              <a:spcPct val="0"/>
            </a:spcBef>
            <a:spcAft>
              <a:spcPct val="15000"/>
            </a:spcAft>
            <a:buChar char="•"/>
          </a:pPr>
          <a:r>
            <a:rPr lang="en-US" altLang="zh-CN" sz="2300" kern="1200"/>
            <a:t>Session</a:t>
          </a:r>
          <a:r>
            <a:rPr lang="zh-CN" altLang="en-US" sz="2300" kern="1200"/>
            <a:t>的工作机制、存储及数据结构、认证流程</a:t>
          </a:r>
        </a:p>
      </dsp:txBody>
      <dsp:txXfrm>
        <a:off x="0" y="355118"/>
        <a:ext cx="11176000" cy="2173500"/>
      </dsp:txXfrm>
    </dsp:sp>
    <dsp:sp modelId="{5819CD99-12DF-4676-BB87-1B1516323252}">
      <dsp:nvSpPr>
        <dsp:cNvPr id="0" name=""/>
        <dsp:cNvSpPr/>
      </dsp:nvSpPr>
      <dsp:spPr>
        <a:xfrm>
          <a:off x="558800" y="15638"/>
          <a:ext cx="7823200" cy="6789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22350">
            <a:lnSpc>
              <a:spcPct val="90000"/>
            </a:lnSpc>
            <a:spcBef>
              <a:spcPct val="0"/>
            </a:spcBef>
            <a:spcAft>
              <a:spcPct val="35000"/>
            </a:spcAft>
            <a:buNone/>
          </a:pPr>
          <a:r>
            <a:rPr lang="zh-CN" altLang="en-US" sz="2300" kern="1200"/>
            <a:t>“有状态”登录认证的实现原理</a:t>
          </a:r>
        </a:p>
      </dsp:txBody>
      <dsp:txXfrm>
        <a:off x="591944" y="48782"/>
        <a:ext cx="7756912" cy="612672"/>
      </dsp:txXfrm>
    </dsp:sp>
    <dsp:sp modelId="{DCE72A8E-A6BC-45F1-B82E-450A8F65E0B6}">
      <dsp:nvSpPr>
        <dsp:cNvPr id="0" name=""/>
        <dsp:cNvSpPr/>
      </dsp:nvSpPr>
      <dsp:spPr>
        <a:xfrm>
          <a:off x="0" y="2992298"/>
          <a:ext cx="11176000" cy="27531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79044" rIns="867382" bIns="163576" numCol="1" spcCol="1270" anchor="t" anchorCtr="0">
          <a:noAutofit/>
        </a:bodyPr>
        <a:lstStyle/>
        <a:p>
          <a:pPr marL="228600" lvl="1" indent="-228600" algn="l" defTabSz="1022350">
            <a:lnSpc>
              <a:spcPct val="90000"/>
            </a:lnSpc>
            <a:spcBef>
              <a:spcPct val="0"/>
            </a:spcBef>
            <a:spcAft>
              <a:spcPct val="15000"/>
            </a:spcAft>
            <a:buChar char="•"/>
          </a:pPr>
          <a:r>
            <a:rPr lang="zh-CN" altLang="en-US" sz="2300" kern="1200"/>
            <a:t>登录认证的实现分析</a:t>
          </a:r>
        </a:p>
        <a:p>
          <a:pPr marL="228600" lvl="1" indent="-228600" algn="l" defTabSz="1022350">
            <a:lnSpc>
              <a:spcPct val="90000"/>
            </a:lnSpc>
            <a:spcBef>
              <a:spcPct val="0"/>
            </a:spcBef>
            <a:spcAft>
              <a:spcPct val="15000"/>
            </a:spcAft>
            <a:buChar char="•"/>
          </a:pPr>
          <a:r>
            <a:rPr lang="en-US" altLang="zh-CN" sz="2300" kern="1200"/>
            <a:t>API</a:t>
          </a:r>
          <a:r>
            <a:rPr lang="zh-CN" altLang="en-US" sz="2300" kern="1200"/>
            <a:t>文档的编写</a:t>
          </a:r>
        </a:p>
        <a:p>
          <a:pPr marL="228600" lvl="1" indent="-228600" algn="l" defTabSz="1022350">
            <a:lnSpc>
              <a:spcPct val="90000"/>
            </a:lnSpc>
            <a:spcBef>
              <a:spcPct val="0"/>
            </a:spcBef>
            <a:spcAft>
              <a:spcPct val="15000"/>
            </a:spcAft>
            <a:buChar char="•"/>
          </a:pPr>
          <a:r>
            <a:rPr lang="en-US" altLang="zh-CN" sz="2300" kern="1200"/>
            <a:t>User</a:t>
          </a:r>
          <a:r>
            <a:rPr lang="zh-CN" altLang="en-US" sz="2300" kern="1200"/>
            <a:t>、</a:t>
          </a:r>
          <a:r>
            <a:rPr lang="en-US" altLang="zh-CN" sz="2300" kern="1200"/>
            <a:t>Stu</a:t>
          </a:r>
          <a:r>
            <a:rPr lang="zh-CN" altLang="en-US" sz="2300" kern="1200"/>
            <a:t>和</a:t>
          </a:r>
          <a:r>
            <a:rPr lang="en-US" altLang="zh-CN" sz="2300" kern="1200"/>
            <a:t>Te</a:t>
          </a:r>
          <a:r>
            <a:rPr lang="zh-CN" altLang="en-US" sz="2300" kern="1200"/>
            <a:t>类的编写</a:t>
          </a:r>
        </a:p>
        <a:p>
          <a:pPr marL="228600" lvl="1" indent="-228600" algn="l" defTabSz="1022350">
            <a:lnSpc>
              <a:spcPct val="90000"/>
            </a:lnSpc>
            <a:spcBef>
              <a:spcPct val="0"/>
            </a:spcBef>
            <a:spcAft>
              <a:spcPct val="15000"/>
            </a:spcAft>
            <a:buChar char="•"/>
          </a:pPr>
          <a:r>
            <a:rPr lang="zh-CN" altLang="en-US" sz="2300" kern="1200"/>
            <a:t>作业二</a:t>
          </a:r>
        </a:p>
      </dsp:txBody>
      <dsp:txXfrm>
        <a:off x="0" y="2992298"/>
        <a:ext cx="11176000" cy="2753100"/>
      </dsp:txXfrm>
    </dsp:sp>
    <dsp:sp modelId="{7AED97A5-34F7-4EB5-AB5C-89D886E5248D}">
      <dsp:nvSpPr>
        <dsp:cNvPr id="0" name=""/>
        <dsp:cNvSpPr/>
      </dsp:nvSpPr>
      <dsp:spPr>
        <a:xfrm>
          <a:off x="558800" y="2652818"/>
          <a:ext cx="7823200" cy="67896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22350">
            <a:lnSpc>
              <a:spcPct val="90000"/>
            </a:lnSpc>
            <a:spcBef>
              <a:spcPct val="0"/>
            </a:spcBef>
            <a:spcAft>
              <a:spcPct val="35000"/>
            </a:spcAft>
            <a:buNone/>
          </a:pPr>
          <a:r>
            <a:rPr lang="zh-CN" altLang="en-US" sz="2300" kern="1200"/>
            <a:t>系统登录认证的实现</a:t>
          </a:r>
        </a:p>
      </dsp:txBody>
      <dsp:txXfrm>
        <a:off x="591944" y="2685962"/>
        <a:ext cx="7756912"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763E4-0DBF-4388-8780-A39F52558A6D}">
      <dsp:nvSpPr>
        <dsp:cNvPr id="0" name=""/>
        <dsp:cNvSpPr/>
      </dsp:nvSpPr>
      <dsp:spPr>
        <a:xfrm>
          <a:off x="0" y="427928"/>
          <a:ext cx="11176000" cy="138915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13792" numCol="1" spcCol="1270" anchor="t" anchorCtr="0">
          <a:noAutofit/>
        </a:bodyPr>
        <a:lstStyle/>
        <a:p>
          <a:pPr marL="171450" lvl="1" indent="-171450" algn="l" defTabSz="711200">
            <a:lnSpc>
              <a:spcPct val="90000"/>
            </a:lnSpc>
            <a:spcBef>
              <a:spcPct val="0"/>
            </a:spcBef>
            <a:spcAft>
              <a:spcPct val="15000"/>
            </a:spcAft>
            <a:buChar char="•"/>
          </a:pPr>
          <a:r>
            <a:rPr lang="en-US" altLang="zh-CN" sz="1600" kern="1200"/>
            <a:t>Web </a:t>
          </a:r>
          <a:r>
            <a:rPr lang="zh-CN" altLang="en-US" sz="1600" kern="1200"/>
            <a:t>开发中用于跨页面保持用户状态的机制</a:t>
          </a:r>
        </a:p>
        <a:p>
          <a:pPr marL="171450" lvl="1" indent="-171450" algn="l" defTabSz="711200">
            <a:lnSpc>
              <a:spcPct val="90000"/>
            </a:lnSpc>
            <a:spcBef>
              <a:spcPct val="0"/>
            </a:spcBef>
            <a:spcAft>
              <a:spcPct val="15000"/>
            </a:spcAft>
            <a:buChar char="•"/>
          </a:pPr>
          <a:r>
            <a:rPr lang="zh-CN" altLang="en-US" sz="1600" kern="1200"/>
            <a:t>在服务端存储用户数据，解决</a:t>
          </a:r>
          <a:r>
            <a:rPr lang="en-US" altLang="zh-CN" sz="1600" kern="1200"/>
            <a:t>"</a:t>
          </a:r>
          <a:r>
            <a:rPr lang="zh-CN" altLang="en-US" sz="1600" kern="1200"/>
            <a:t>服务器如何识别同一个用户</a:t>
          </a:r>
          <a:r>
            <a:rPr lang="en-US" altLang="zh-CN" sz="1600" kern="1200"/>
            <a:t>"</a:t>
          </a:r>
          <a:r>
            <a:rPr lang="zh-CN" altLang="en-US" sz="1600" kern="1200"/>
            <a:t>的问题</a:t>
          </a:r>
        </a:p>
      </dsp:txBody>
      <dsp:txXfrm>
        <a:off x="0" y="427928"/>
        <a:ext cx="11176000" cy="1389150"/>
      </dsp:txXfrm>
    </dsp:sp>
    <dsp:sp modelId="{53144AFA-EFDC-42A0-8D80-A11E5F1D5E01}">
      <dsp:nvSpPr>
        <dsp:cNvPr id="0" name=""/>
        <dsp:cNvSpPr/>
      </dsp:nvSpPr>
      <dsp:spPr>
        <a:xfrm>
          <a:off x="558800" y="14648"/>
          <a:ext cx="7823200" cy="82656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None/>
          </a:pPr>
          <a:r>
            <a:rPr lang="zh-CN" altLang="en-US" sz="1800" kern="1200"/>
            <a:t>什么是</a:t>
          </a:r>
          <a:r>
            <a:rPr lang="en-US" altLang="zh-CN" sz="1800" kern="1200"/>
            <a:t>Session</a:t>
          </a:r>
          <a:endParaRPr lang="zh-CN" altLang="en-US" sz="1800" kern="1200"/>
        </a:p>
      </dsp:txBody>
      <dsp:txXfrm>
        <a:off x="599149" y="54997"/>
        <a:ext cx="7742502" cy="745862"/>
      </dsp:txXfrm>
    </dsp:sp>
    <dsp:sp modelId="{493FD989-AF27-4289-BAAA-290C4B701541}">
      <dsp:nvSpPr>
        <dsp:cNvPr id="0" name=""/>
        <dsp:cNvSpPr/>
      </dsp:nvSpPr>
      <dsp:spPr>
        <a:xfrm>
          <a:off x="0" y="2381558"/>
          <a:ext cx="11176000" cy="176400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13792" numCol="1" spcCol="1270" anchor="t" anchorCtr="0">
          <a:noAutofit/>
        </a:bodyPr>
        <a:lstStyle/>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全局唯一，在服务器端生成</a:t>
          </a:r>
        </a:p>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识别客户，客户端保存，每次请求带着</a:t>
          </a:r>
        </a:p>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服务器用</a:t>
          </a:r>
          <a:r>
            <a:rPr lang="en-US" altLang="zh-CN" sz="1600" kern="1200">
              <a:latin typeface="Arial"/>
              <a:ea typeface="微软雅黑"/>
              <a:cs typeface="+mn-cs"/>
            </a:rPr>
            <a:t>ID</a:t>
          </a:r>
          <a:r>
            <a:rPr lang="zh-CN" altLang="en-US" sz="1600" kern="1200">
              <a:latin typeface="Arial"/>
              <a:ea typeface="微软雅黑"/>
              <a:cs typeface="+mn-cs"/>
            </a:rPr>
            <a:t>来恢复与客户的会话（读写服务器的用户数据）</a:t>
          </a:r>
        </a:p>
      </dsp:txBody>
      <dsp:txXfrm>
        <a:off x="0" y="2381558"/>
        <a:ext cx="11176000" cy="1764000"/>
      </dsp:txXfrm>
    </dsp:sp>
    <dsp:sp modelId="{56EFF5B8-C1CD-414F-B1E6-CBFE88A62102}">
      <dsp:nvSpPr>
        <dsp:cNvPr id="0" name=""/>
        <dsp:cNvSpPr/>
      </dsp:nvSpPr>
      <dsp:spPr>
        <a:xfrm>
          <a:off x="558800" y="1968278"/>
          <a:ext cx="7823200" cy="82656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None/>
          </a:pPr>
          <a:r>
            <a:rPr lang="en-US" sz="1800" kern="1200"/>
            <a:t>Session ID</a:t>
          </a:r>
          <a:endParaRPr lang="zh-CN" altLang="en-US" sz="1800" kern="1200"/>
        </a:p>
      </dsp:txBody>
      <dsp:txXfrm>
        <a:off x="599149" y="2008627"/>
        <a:ext cx="7742502" cy="745862"/>
      </dsp:txXfrm>
    </dsp:sp>
    <dsp:sp modelId="{F852FA53-D78F-42DD-9AEA-4981ECEF6E7A}">
      <dsp:nvSpPr>
        <dsp:cNvPr id="0" name=""/>
        <dsp:cNvSpPr/>
      </dsp:nvSpPr>
      <dsp:spPr>
        <a:xfrm>
          <a:off x="0" y="4710038"/>
          <a:ext cx="11176000" cy="1036350"/>
        </a:xfrm>
        <a:prstGeom prst="rect">
          <a:avLst/>
        </a:prstGeom>
        <a:solidFill>
          <a:schemeClr val="dk2">
            <a:alpha val="90000"/>
            <a:tint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13792" numCol="1" spcCol="1270" anchor="t" anchorCtr="0">
          <a:noAutofit/>
        </a:bodyPr>
        <a:lstStyle/>
        <a:p>
          <a:pPr marL="114300" lvl="1" indent="-114300" algn="l" defTabSz="622300">
            <a:lnSpc>
              <a:spcPct val="90000"/>
            </a:lnSpc>
            <a:spcBef>
              <a:spcPct val="0"/>
            </a:spcBef>
            <a:spcAft>
              <a:spcPct val="15000"/>
            </a:spcAft>
            <a:buChar char="•"/>
          </a:pPr>
          <a:r>
            <a:rPr lang="zh-CN" altLang="en-US" sz="1600" kern="1200">
              <a:latin typeface="Arial"/>
              <a:ea typeface="微软雅黑"/>
              <a:cs typeface="+mn-cs"/>
            </a:rPr>
            <a:t>适用于传统 </a:t>
          </a:r>
          <a:r>
            <a:rPr lang="en-US" altLang="en-US" sz="1600" kern="1200">
              <a:latin typeface="Arial"/>
              <a:ea typeface="微软雅黑"/>
              <a:cs typeface="+mn-cs"/>
            </a:rPr>
            <a:t>Web </a:t>
          </a:r>
          <a:r>
            <a:rPr lang="zh-CN" altLang="en-US" sz="1600" kern="1200">
              <a:latin typeface="Arial"/>
              <a:ea typeface="微软雅黑"/>
              <a:cs typeface="+mn-cs"/>
            </a:rPr>
            <a:t>网站用户登录、管理后台系统、购物车功能、临时数据存储、表单跨页面传值等场景</a:t>
          </a:r>
        </a:p>
      </dsp:txBody>
      <dsp:txXfrm>
        <a:off x="0" y="4710038"/>
        <a:ext cx="11176000" cy="1036350"/>
      </dsp:txXfrm>
    </dsp:sp>
    <dsp:sp modelId="{19D63A30-BEE8-48DC-86DB-CD4B8E64587B}">
      <dsp:nvSpPr>
        <dsp:cNvPr id="0" name=""/>
        <dsp:cNvSpPr/>
      </dsp:nvSpPr>
      <dsp:spPr>
        <a:xfrm>
          <a:off x="558800" y="4296758"/>
          <a:ext cx="7823200" cy="826560"/>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800" kern="1200">
              <a:latin typeface="Arial"/>
              <a:ea typeface="微软雅黑"/>
              <a:cs typeface="+mn-cs"/>
            </a:rPr>
            <a:t>适用场景</a:t>
          </a:r>
        </a:p>
      </dsp:txBody>
      <dsp:txXfrm>
        <a:off x="599149" y="4337107"/>
        <a:ext cx="7742502" cy="745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FD81E-34A9-490C-B398-E2A09FD3533D}">
      <dsp:nvSpPr>
        <dsp:cNvPr id="0" name=""/>
        <dsp:cNvSpPr/>
      </dsp:nvSpPr>
      <dsp:spPr>
        <a:xfrm>
          <a:off x="0" y="0"/>
          <a:ext cx="4130436" cy="7228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altLang="zh-CN" sz="3200" kern="1200"/>
            <a:t>session_start();</a:t>
          </a:r>
          <a:endParaRPr lang="zh-CN" altLang="en-US" sz="3200" kern="1200"/>
        </a:p>
      </dsp:txBody>
      <dsp:txXfrm>
        <a:off x="21173" y="21173"/>
        <a:ext cx="3350374" cy="680550"/>
      </dsp:txXfrm>
    </dsp:sp>
    <dsp:sp modelId="{9B0AD455-856D-4B46-8B57-E7CAD0B234C8}">
      <dsp:nvSpPr>
        <dsp:cNvPr id="0" name=""/>
        <dsp:cNvSpPr/>
      </dsp:nvSpPr>
      <dsp:spPr>
        <a:xfrm>
          <a:off x="364450" y="843379"/>
          <a:ext cx="4130436" cy="7228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altLang="zh-CN" sz="3200" kern="1200"/>
            <a:t>session_id();</a:t>
          </a:r>
          <a:endParaRPr lang="zh-CN" altLang="en-US" sz="3200" kern="1200"/>
        </a:p>
      </dsp:txBody>
      <dsp:txXfrm>
        <a:off x="385623" y="864552"/>
        <a:ext cx="3253757" cy="680550"/>
      </dsp:txXfrm>
    </dsp:sp>
    <dsp:sp modelId="{7E53C799-94A6-4680-81E5-2FAECE724076}">
      <dsp:nvSpPr>
        <dsp:cNvPr id="0" name=""/>
        <dsp:cNvSpPr/>
      </dsp:nvSpPr>
      <dsp:spPr>
        <a:xfrm>
          <a:off x="728900" y="1686758"/>
          <a:ext cx="4130436" cy="7228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kern="1200"/>
            <a:t>把用户数据存入新文件</a:t>
          </a:r>
        </a:p>
      </dsp:txBody>
      <dsp:txXfrm>
        <a:off x="750073" y="1707931"/>
        <a:ext cx="3253757" cy="680550"/>
      </dsp:txXfrm>
    </dsp:sp>
    <dsp:sp modelId="{4AAA8C49-38DB-4797-83AB-06F9A3515E36}">
      <dsp:nvSpPr>
        <dsp:cNvPr id="0" name=""/>
        <dsp:cNvSpPr/>
      </dsp:nvSpPr>
      <dsp:spPr>
        <a:xfrm>
          <a:off x="3660553" y="548196"/>
          <a:ext cx="469882" cy="46988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endParaRPr lang="zh-CN" altLang="en-US" sz="4800" kern="1200"/>
        </a:p>
      </dsp:txBody>
      <dsp:txXfrm>
        <a:off x="3766276" y="548196"/>
        <a:ext cx="258436" cy="353586"/>
      </dsp:txXfrm>
    </dsp:sp>
    <dsp:sp modelId="{CC73BA0F-F748-4707-8158-258BC92609BE}">
      <dsp:nvSpPr>
        <dsp:cNvPr id="0" name=""/>
        <dsp:cNvSpPr/>
      </dsp:nvSpPr>
      <dsp:spPr>
        <a:xfrm>
          <a:off x="4025004" y="1386756"/>
          <a:ext cx="469882" cy="46988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4130727" y="1386756"/>
        <a:ext cx="258436" cy="353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0ED30-453E-4F24-ABF4-F85CE57BC036}">
      <dsp:nvSpPr>
        <dsp:cNvPr id="0" name=""/>
        <dsp:cNvSpPr/>
      </dsp:nvSpPr>
      <dsp:spPr>
        <a:xfrm>
          <a:off x="0" y="0"/>
          <a:ext cx="4407058" cy="72289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altLang="zh-CN" sz="2800" kern="1200"/>
            <a:t>session_id($token);</a:t>
          </a:r>
          <a:endParaRPr lang="zh-CN" altLang="en-US" sz="2800" kern="1200"/>
        </a:p>
      </dsp:txBody>
      <dsp:txXfrm>
        <a:off x="21173" y="21173"/>
        <a:ext cx="3626996" cy="680550"/>
      </dsp:txXfrm>
    </dsp:sp>
    <dsp:sp modelId="{E8346EF8-B5B4-44F8-BAF5-785F1BFC21FE}">
      <dsp:nvSpPr>
        <dsp:cNvPr id="0" name=""/>
        <dsp:cNvSpPr/>
      </dsp:nvSpPr>
      <dsp:spPr>
        <a:xfrm>
          <a:off x="388858" y="843379"/>
          <a:ext cx="4407058" cy="72289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altLang="zh-CN" sz="3200" kern="1200"/>
            <a:t>session_start();</a:t>
          </a:r>
          <a:endParaRPr lang="zh-CN" altLang="en-US" sz="3200" kern="1200"/>
        </a:p>
      </dsp:txBody>
      <dsp:txXfrm>
        <a:off x="410031" y="864552"/>
        <a:ext cx="3505971" cy="680550"/>
      </dsp:txXfrm>
    </dsp:sp>
    <dsp:sp modelId="{27328829-1B1D-4DF5-9463-3B142019C69A}">
      <dsp:nvSpPr>
        <dsp:cNvPr id="0" name=""/>
        <dsp:cNvSpPr/>
      </dsp:nvSpPr>
      <dsp:spPr>
        <a:xfrm>
          <a:off x="777716" y="1686758"/>
          <a:ext cx="4407058" cy="72289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kern="1200"/>
            <a:t>从已有文件中提取数据</a:t>
          </a:r>
        </a:p>
      </dsp:txBody>
      <dsp:txXfrm>
        <a:off x="798889" y="1707931"/>
        <a:ext cx="3505971" cy="680550"/>
      </dsp:txXfrm>
    </dsp:sp>
    <dsp:sp modelId="{191A560F-54E9-453D-909C-B0BB7810121E}">
      <dsp:nvSpPr>
        <dsp:cNvPr id="0" name=""/>
        <dsp:cNvSpPr/>
      </dsp:nvSpPr>
      <dsp:spPr>
        <a:xfrm>
          <a:off x="3937176" y="548196"/>
          <a:ext cx="469882" cy="469882"/>
        </a:xfrm>
        <a:prstGeom prst="downArrow">
          <a:avLst>
            <a:gd name="adj1" fmla="val 55000"/>
            <a:gd name="adj2" fmla="val 45000"/>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endParaRPr lang="zh-CN" altLang="en-US" sz="4800" kern="1200"/>
        </a:p>
      </dsp:txBody>
      <dsp:txXfrm>
        <a:off x="4042899" y="548196"/>
        <a:ext cx="258436" cy="353586"/>
      </dsp:txXfrm>
    </dsp:sp>
    <dsp:sp modelId="{8384ECAA-236F-450D-B646-167DEE7AE789}">
      <dsp:nvSpPr>
        <dsp:cNvPr id="0" name=""/>
        <dsp:cNvSpPr/>
      </dsp:nvSpPr>
      <dsp:spPr>
        <a:xfrm>
          <a:off x="4326034" y="1386756"/>
          <a:ext cx="469882" cy="469882"/>
        </a:xfrm>
        <a:prstGeom prst="downArrow">
          <a:avLst>
            <a:gd name="adj1" fmla="val 55000"/>
            <a:gd name="adj2" fmla="val 45000"/>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4431757" y="1386756"/>
        <a:ext cx="258436" cy="3535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F58B88-BDEE-4E5A-9EC2-733FD6BC32CD}">
      <dsp:nvSpPr>
        <dsp:cNvPr id="0" name=""/>
        <dsp:cNvSpPr/>
      </dsp:nvSpPr>
      <dsp:spPr>
        <a:xfrm>
          <a:off x="0" y="680918"/>
          <a:ext cx="11176000" cy="18837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41528" rIns="867382" bIns="184912" numCol="1" spcCol="1270" anchor="t" anchorCtr="0">
          <a:noAutofit/>
        </a:bodyPr>
        <a:lstStyle/>
        <a:p>
          <a:pPr marL="228600" lvl="1" indent="-228600" algn="l" defTabSz="1155700">
            <a:lnSpc>
              <a:spcPct val="90000"/>
            </a:lnSpc>
            <a:spcBef>
              <a:spcPct val="0"/>
            </a:spcBef>
            <a:spcAft>
              <a:spcPct val="15000"/>
            </a:spcAft>
            <a:buChar char="•"/>
          </a:pPr>
          <a:r>
            <a:rPr lang="zh-CN" altLang="en-US" sz="2600" kern="1200"/>
            <a:t>新客户：先</a:t>
          </a:r>
          <a:r>
            <a:rPr lang="en-US" altLang="zh-CN" sz="2600" kern="1200"/>
            <a:t>session_start</a:t>
          </a:r>
          <a:endParaRPr lang="zh-CN" altLang="en-US" sz="2600" kern="1200"/>
        </a:p>
        <a:p>
          <a:pPr marL="228600" lvl="1" indent="-228600" algn="l" defTabSz="1155700">
            <a:lnSpc>
              <a:spcPct val="90000"/>
            </a:lnSpc>
            <a:spcBef>
              <a:spcPct val="0"/>
            </a:spcBef>
            <a:spcAft>
              <a:spcPct val="15000"/>
            </a:spcAft>
            <a:buChar char="•"/>
          </a:pPr>
          <a:r>
            <a:rPr lang="zh-CN" altLang="en-US" sz="2600" kern="1200"/>
            <a:t>老客户：先</a:t>
          </a:r>
          <a:r>
            <a:rPr lang="en-US" altLang="zh-CN" sz="2600" kern="1200"/>
            <a:t>session_id</a:t>
          </a:r>
          <a:endParaRPr lang="zh-CN" altLang="en-US" sz="2600" kern="1200"/>
        </a:p>
      </dsp:txBody>
      <dsp:txXfrm>
        <a:off x="0" y="680918"/>
        <a:ext cx="11176000" cy="1883700"/>
      </dsp:txXfrm>
    </dsp:sp>
    <dsp:sp modelId="{485FCCFC-DB3F-4C6B-9F65-89917FB68AC2}">
      <dsp:nvSpPr>
        <dsp:cNvPr id="0" name=""/>
        <dsp:cNvSpPr/>
      </dsp:nvSpPr>
      <dsp:spPr>
        <a:xfrm>
          <a:off x="558800" y="297158"/>
          <a:ext cx="7823200" cy="76752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55700">
            <a:lnSpc>
              <a:spcPct val="90000"/>
            </a:lnSpc>
            <a:spcBef>
              <a:spcPct val="0"/>
            </a:spcBef>
            <a:spcAft>
              <a:spcPct val="35000"/>
            </a:spcAft>
            <a:buNone/>
          </a:pPr>
          <a:r>
            <a:rPr lang="en-US" altLang="zh-CN" sz="2600" kern="1200"/>
            <a:t>session_start</a:t>
          </a:r>
          <a:r>
            <a:rPr lang="zh-CN" altLang="en-US" sz="2600" kern="1200"/>
            <a:t>和</a:t>
          </a:r>
          <a:r>
            <a:rPr lang="en-US" altLang="zh-CN" sz="2600" kern="1200"/>
            <a:t>session_id</a:t>
          </a:r>
          <a:r>
            <a:rPr lang="zh-CN" altLang="en-US" sz="2600" kern="1200"/>
            <a:t>的执行顺序</a:t>
          </a:r>
        </a:p>
      </dsp:txBody>
      <dsp:txXfrm>
        <a:off x="596267" y="334625"/>
        <a:ext cx="7748266" cy="692586"/>
      </dsp:txXfrm>
    </dsp:sp>
    <dsp:sp modelId="{9D06FF5A-AA84-448C-A810-40AFBCB144C2}">
      <dsp:nvSpPr>
        <dsp:cNvPr id="0" name=""/>
        <dsp:cNvSpPr/>
      </dsp:nvSpPr>
      <dsp:spPr>
        <a:xfrm>
          <a:off x="0" y="3088778"/>
          <a:ext cx="11176000" cy="237510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41528" rIns="867382" bIns="184912" numCol="1" spcCol="1270" anchor="t" anchorCtr="0">
          <a:noAutofit/>
        </a:bodyPr>
        <a:lstStyle/>
        <a:p>
          <a:pPr marL="228600" lvl="1" indent="-228600" algn="l" defTabSz="1155700">
            <a:lnSpc>
              <a:spcPct val="90000"/>
            </a:lnSpc>
            <a:spcBef>
              <a:spcPct val="0"/>
            </a:spcBef>
            <a:spcAft>
              <a:spcPct val="15000"/>
            </a:spcAft>
            <a:buChar char="•"/>
          </a:pPr>
          <a:r>
            <a:rPr lang="zh-CN" altLang="en-US" sz="2600" kern="1200"/>
            <a:t>默认：</a:t>
          </a:r>
          <a:r>
            <a:rPr lang="en-US" altLang="zh-CN" sz="2600" kern="1200"/>
            <a:t>cookie——</a:t>
          </a:r>
          <a:r>
            <a:rPr lang="zh-CN" altLang="en-US" sz="2600" kern="1200"/>
            <a:t>有</a:t>
          </a:r>
          <a:r>
            <a:rPr lang="en-US" altLang="zh-CN" sz="2600" kern="1200"/>
            <a:t>CSRF</a:t>
          </a:r>
          <a:r>
            <a:rPr lang="zh-CN" altLang="en-US" sz="2600" kern="1200"/>
            <a:t>攻击隐患</a:t>
          </a:r>
        </a:p>
        <a:p>
          <a:pPr marL="228600" lvl="1" indent="-228600" algn="l" defTabSz="1155700">
            <a:lnSpc>
              <a:spcPct val="90000"/>
            </a:lnSpc>
            <a:spcBef>
              <a:spcPct val="0"/>
            </a:spcBef>
            <a:spcAft>
              <a:spcPct val="15000"/>
            </a:spcAft>
            <a:buChar char="•"/>
          </a:pPr>
          <a:r>
            <a:rPr lang="zh-CN" altLang="en-US" sz="2600" kern="1200"/>
            <a:t>其他方式：手动在请求头</a:t>
          </a:r>
          <a:r>
            <a:rPr lang="en-US" altLang="zh-CN" sz="2600" kern="1200"/>
            <a:t>Authorization</a:t>
          </a:r>
          <a:r>
            <a:rPr lang="zh-CN" altLang="en-US" sz="2600" kern="1200"/>
            <a:t>存储</a:t>
          </a:r>
          <a:r>
            <a:rPr lang="en-US" altLang="zh-CN" sz="2600" kern="1200"/>
            <a:t>——</a:t>
          </a:r>
          <a:r>
            <a:rPr lang="zh-CN" altLang="en-US" sz="2600" kern="1200"/>
            <a:t>防范</a:t>
          </a:r>
          <a:r>
            <a:rPr lang="en-US" altLang="zh-CN" sz="2600" kern="1200"/>
            <a:t>CSRF</a:t>
          </a:r>
          <a:r>
            <a:rPr lang="zh-CN" altLang="en-US" sz="2600" kern="1200"/>
            <a:t>攻击（本课程认证选择的方式），恢复会话时需要手动设置会话</a:t>
          </a:r>
          <a:r>
            <a:rPr lang="en-US" altLang="zh-CN" sz="2600" kern="1200"/>
            <a:t>id</a:t>
          </a:r>
          <a:endParaRPr lang="zh-CN" altLang="en-US" sz="2600" kern="1200"/>
        </a:p>
      </dsp:txBody>
      <dsp:txXfrm>
        <a:off x="0" y="3088778"/>
        <a:ext cx="11176000" cy="2375100"/>
      </dsp:txXfrm>
    </dsp:sp>
    <dsp:sp modelId="{6038E8DC-A3CF-4777-B11F-A9EA20CC5BB9}">
      <dsp:nvSpPr>
        <dsp:cNvPr id="0" name=""/>
        <dsp:cNvSpPr/>
      </dsp:nvSpPr>
      <dsp:spPr>
        <a:xfrm>
          <a:off x="558800" y="2705018"/>
          <a:ext cx="7823200" cy="76752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55700">
            <a:lnSpc>
              <a:spcPct val="90000"/>
            </a:lnSpc>
            <a:spcBef>
              <a:spcPct val="0"/>
            </a:spcBef>
            <a:spcAft>
              <a:spcPct val="35000"/>
            </a:spcAft>
            <a:buNone/>
          </a:pPr>
          <a:r>
            <a:rPr lang="zh-CN" altLang="en-US" sz="2600" kern="1200"/>
            <a:t>会话</a:t>
          </a:r>
          <a:r>
            <a:rPr lang="en-US" altLang="zh-CN" sz="2600" kern="1200"/>
            <a:t>id</a:t>
          </a:r>
          <a:r>
            <a:rPr lang="zh-CN" altLang="en-US" sz="2600" kern="1200"/>
            <a:t>的存储</a:t>
          </a:r>
        </a:p>
      </dsp:txBody>
      <dsp:txXfrm>
        <a:off x="596267" y="2742485"/>
        <a:ext cx="7748266" cy="69258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4</a:t>
            </a:fld>
            <a:endParaRPr lang="zh-CN" altLang="en-US"/>
          </a:p>
        </p:txBody>
      </p:sp>
    </p:spTree>
    <p:extLst>
      <p:ext uri="{BB962C8B-B14F-4D97-AF65-F5344CB8AC3E}">
        <p14:creationId xmlns:p14="http://schemas.microsoft.com/office/powerpoint/2010/main" val="2305695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13</a:t>
            </a:fld>
            <a:endParaRPr lang="zh-CN" altLang="en-US"/>
          </a:p>
        </p:txBody>
      </p:sp>
    </p:spTree>
    <p:extLst>
      <p:ext uri="{BB962C8B-B14F-4D97-AF65-F5344CB8AC3E}">
        <p14:creationId xmlns:p14="http://schemas.microsoft.com/office/powerpoint/2010/main" val="1181700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2026/5/5</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50.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5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0.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1.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1.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登录认证功能的实现</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2026-5-2</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2362950471"/>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9E51-DCD5-9FA7-14F6-C4508794B34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3700A81-1FFA-F7BE-29F8-97CF898C63A3}"/>
              </a:ext>
            </a:extLst>
          </p:cNvPr>
          <p:cNvSpPr>
            <a:spLocks noGrp="1"/>
          </p:cNvSpPr>
          <p:nvPr>
            <p:ph type="body" sz="quarter" idx="10"/>
          </p:nvPr>
        </p:nvSpPr>
        <p:spPr/>
        <p:txBody>
          <a:bodyPr/>
          <a:lstStyle/>
          <a:p>
            <a:pPr lvl="0"/>
            <a:r>
              <a:rPr lang="zh-CN" altLang="en-US"/>
              <a:t>有状态</a:t>
            </a:r>
            <a:r>
              <a:rPr lang="en-US" altLang="zh-CN"/>
              <a:t>VS</a:t>
            </a:r>
            <a:r>
              <a:rPr lang="zh-CN" altLang="en-US"/>
              <a:t>无状态</a:t>
            </a:r>
          </a:p>
          <a:p>
            <a:pPr lvl="0"/>
            <a:r>
              <a:rPr lang="zh-CN" altLang="en-US"/>
              <a:t>什么是</a:t>
            </a:r>
            <a:r>
              <a:rPr lang="en-US" altLang="zh-CN"/>
              <a:t>Session</a:t>
            </a:r>
            <a:endParaRPr lang="zh-CN" altLang="en-US"/>
          </a:p>
          <a:p>
            <a:pPr lvl="0"/>
            <a:r>
              <a:rPr lang="en-US" altLang="zh-CN"/>
              <a:t>Session</a:t>
            </a:r>
            <a:r>
              <a:rPr lang="zh-CN" altLang="en-US"/>
              <a:t>的工作机制、存储及数据结构、认证流程</a:t>
            </a:r>
          </a:p>
        </p:txBody>
      </p:sp>
      <p:sp>
        <p:nvSpPr>
          <p:cNvPr id="5" name="文本占位符 4">
            <a:extLst>
              <a:ext uri="{FF2B5EF4-FFF2-40B4-BE49-F238E27FC236}">
                <a16:creationId xmlns:a16="http://schemas.microsoft.com/office/drawing/2014/main" id="{B779C91F-D455-B85D-808F-5F199360A025}"/>
              </a:ext>
            </a:extLst>
          </p:cNvPr>
          <p:cNvSpPr>
            <a:spLocks noGrp="1"/>
          </p:cNvSpPr>
          <p:nvPr>
            <p:ph type="body" sz="quarter" idx="12"/>
          </p:nvPr>
        </p:nvSpPr>
        <p:spPr/>
        <p:txBody>
          <a:bodyPr/>
          <a:lstStyle/>
          <a:p>
            <a:pPr lvl="0"/>
            <a:r>
              <a:rPr lang="zh-CN" altLang="en-US"/>
              <a:t>“有状态”登录认证的实现原理</a:t>
            </a:r>
          </a:p>
        </p:txBody>
      </p:sp>
    </p:spTree>
    <p:extLst>
      <p:ext uri="{BB962C8B-B14F-4D97-AF65-F5344CB8AC3E}">
        <p14:creationId xmlns:p14="http://schemas.microsoft.com/office/powerpoint/2010/main" val="378249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802A2D45-B896-29D8-867D-FC55245477F0}"/>
              </a:ext>
            </a:extLst>
          </p:cNvPr>
          <p:cNvPicPr>
            <a:picLocks noGrp="1" noChangeAspect="1"/>
          </p:cNvPicPr>
          <p:nvPr>
            <p:ph sz="quarter" idx="19"/>
          </p:nvPr>
        </p:nvPicPr>
        <p:blipFill>
          <a:blip r:embed="rId3"/>
          <a:stretch>
            <a:fillRect/>
          </a:stretch>
        </p:blipFill>
        <p:spPr>
          <a:xfrm>
            <a:off x="905418" y="836613"/>
            <a:ext cx="10438313" cy="5761037"/>
          </a:xfrm>
          <a:prstGeom prst="rect">
            <a:avLst/>
          </a:prstGeom>
        </p:spPr>
      </p:pic>
      <p:sp>
        <p:nvSpPr>
          <p:cNvPr id="4" name="文本占位符 3">
            <a:extLst>
              <a:ext uri="{FF2B5EF4-FFF2-40B4-BE49-F238E27FC236}">
                <a16:creationId xmlns:a16="http://schemas.microsoft.com/office/drawing/2014/main" id="{AA9BB33D-012F-3CFE-7532-05D8E28943B3}"/>
              </a:ext>
            </a:extLst>
          </p:cNvPr>
          <p:cNvSpPr>
            <a:spLocks noGrp="1"/>
          </p:cNvSpPr>
          <p:nvPr>
            <p:ph type="body" sz="quarter" idx="18"/>
          </p:nvPr>
        </p:nvSpPr>
        <p:spPr/>
        <p:txBody>
          <a:bodyPr/>
          <a:lstStyle/>
          <a:p>
            <a:r>
              <a:rPr lang="zh-CN" altLang="en-US"/>
              <a:t>有状态</a:t>
            </a:r>
            <a:r>
              <a:rPr lang="en-US" altLang="zh-CN"/>
              <a:t>VS</a:t>
            </a:r>
            <a:r>
              <a:rPr lang="zh-CN" altLang="en-US"/>
              <a:t>无状态</a:t>
            </a:r>
          </a:p>
        </p:txBody>
      </p:sp>
      <p:sp>
        <p:nvSpPr>
          <p:cNvPr id="8" name="矩形 7">
            <a:extLst>
              <a:ext uri="{FF2B5EF4-FFF2-40B4-BE49-F238E27FC236}">
                <a16:creationId xmlns:a16="http://schemas.microsoft.com/office/drawing/2014/main" id="{E1D1F67D-FF9A-D16F-5B80-1BCF3E1EB1A3}"/>
              </a:ext>
            </a:extLst>
          </p:cNvPr>
          <p:cNvSpPr/>
          <p:nvPr/>
        </p:nvSpPr>
        <p:spPr>
          <a:xfrm>
            <a:off x="3052482" y="1303557"/>
            <a:ext cx="3601891" cy="5554443"/>
          </a:xfrm>
          <a:prstGeom prst="rect">
            <a:avLst/>
          </a:prstGeom>
          <a:solidFill>
            <a:srgbClr val="0BB863">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zh-CN" altLang="en-US">
                <a:solidFill>
                  <a:srgbClr val="FF0000"/>
                </a:solidFill>
              </a:rPr>
              <a:t>让服务器记住用户</a:t>
            </a:r>
          </a:p>
        </p:txBody>
      </p:sp>
    </p:spTree>
    <p:extLst>
      <p:ext uri="{BB962C8B-B14F-4D97-AF65-F5344CB8AC3E}">
        <p14:creationId xmlns:p14="http://schemas.microsoft.com/office/powerpoint/2010/main" val="423792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537F6E4-DB1B-B75C-D76B-050A5380E30B}"/>
              </a:ext>
            </a:extLst>
          </p:cNvPr>
          <p:cNvSpPr>
            <a:spLocks noGrp="1"/>
          </p:cNvSpPr>
          <p:nvPr>
            <p:ph type="body" sz="quarter" idx="18"/>
          </p:nvPr>
        </p:nvSpPr>
        <p:spPr/>
        <p:txBody>
          <a:bodyPr/>
          <a:lstStyle/>
          <a:p>
            <a:r>
              <a:rPr lang="zh-CN" altLang="en-US"/>
              <a:t>什么是</a:t>
            </a:r>
            <a:r>
              <a:rPr lang="en-US" altLang="zh-CN"/>
              <a:t>Session</a:t>
            </a:r>
            <a:endParaRPr lang="zh-CN" altLang="en-US"/>
          </a:p>
        </p:txBody>
      </p:sp>
      <p:graphicFrame>
        <p:nvGraphicFramePr>
          <p:cNvPr id="4" name="内容占位符 3">
            <a:extLst>
              <a:ext uri="{FF2B5EF4-FFF2-40B4-BE49-F238E27FC236}">
                <a16:creationId xmlns:a16="http://schemas.microsoft.com/office/drawing/2014/main" id="{04F58AE5-A7EA-3C18-CCB5-BD93D9B6D41A}"/>
              </a:ext>
            </a:extLst>
          </p:cNvPr>
          <p:cNvGraphicFramePr>
            <a:graphicFrameLocks noGrp="1"/>
          </p:cNvGraphicFramePr>
          <p:nvPr>
            <p:ph sz="quarter" idx="19"/>
            <p:extLst>
              <p:ext uri="{D42A27DB-BD31-4B8C-83A1-F6EECF244321}">
                <p14:modId xmlns:p14="http://schemas.microsoft.com/office/powerpoint/2010/main" val="1057453455"/>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标注: 线形 5">
            <a:extLst>
              <a:ext uri="{FF2B5EF4-FFF2-40B4-BE49-F238E27FC236}">
                <a16:creationId xmlns:a16="http://schemas.microsoft.com/office/drawing/2014/main" id="{B22BBECB-3F21-C021-731A-C77E14DCA9FD}"/>
              </a:ext>
            </a:extLst>
          </p:cNvPr>
          <p:cNvSpPr/>
          <p:nvPr/>
        </p:nvSpPr>
        <p:spPr>
          <a:xfrm>
            <a:off x="8575767" y="920932"/>
            <a:ext cx="2534193" cy="907868"/>
          </a:xfrm>
          <a:prstGeom prst="borderCallout1">
            <a:avLst>
              <a:gd name="adj1" fmla="val 18750"/>
              <a:gd name="adj2" fmla="val -8333"/>
              <a:gd name="adj3" fmla="val 156489"/>
              <a:gd name="adj4" fmla="val -494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a:t>可保存客户“状态”</a:t>
            </a:r>
          </a:p>
        </p:txBody>
      </p:sp>
      <p:sp>
        <p:nvSpPr>
          <p:cNvPr id="7" name="标注: 线形 6">
            <a:extLst>
              <a:ext uri="{FF2B5EF4-FFF2-40B4-BE49-F238E27FC236}">
                <a16:creationId xmlns:a16="http://schemas.microsoft.com/office/drawing/2014/main" id="{BBCF7191-3267-CBAB-6729-9C84FA772368}"/>
              </a:ext>
            </a:extLst>
          </p:cNvPr>
          <p:cNvSpPr/>
          <p:nvPr/>
        </p:nvSpPr>
        <p:spPr>
          <a:xfrm>
            <a:off x="8575767" y="2584706"/>
            <a:ext cx="2534193" cy="907868"/>
          </a:xfrm>
          <a:prstGeom prst="borderCallout1">
            <a:avLst>
              <a:gd name="adj1" fmla="val 18750"/>
              <a:gd name="adj2" fmla="val -8333"/>
              <a:gd name="adj3" fmla="val 151453"/>
              <a:gd name="adj4" fmla="val -181683"/>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a:t>客户无法篡改</a:t>
            </a:r>
          </a:p>
        </p:txBody>
      </p:sp>
      <p:sp>
        <p:nvSpPr>
          <p:cNvPr id="8" name="标注: 线形 7">
            <a:extLst>
              <a:ext uri="{FF2B5EF4-FFF2-40B4-BE49-F238E27FC236}">
                <a16:creationId xmlns:a16="http://schemas.microsoft.com/office/drawing/2014/main" id="{45C42456-0898-EB15-192F-34B7D650A6F6}"/>
              </a:ext>
            </a:extLst>
          </p:cNvPr>
          <p:cNvSpPr/>
          <p:nvPr/>
        </p:nvSpPr>
        <p:spPr>
          <a:xfrm>
            <a:off x="8575767" y="3674972"/>
            <a:ext cx="2534193" cy="907868"/>
          </a:xfrm>
          <a:prstGeom prst="borderCallout1">
            <a:avLst>
              <a:gd name="adj1" fmla="val 18750"/>
              <a:gd name="adj2" fmla="val -8333"/>
              <a:gd name="adj3" fmla="val 74474"/>
              <a:gd name="adj4" fmla="val -140446"/>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a:t>泄露</a:t>
            </a:r>
            <a:r>
              <a:rPr lang="en-US" altLang="zh-CN"/>
              <a:t>ID</a:t>
            </a:r>
            <a:r>
              <a:rPr lang="zh-CN" altLang="en-US"/>
              <a:t>后果严重</a:t>
            </a:r>
          </a:p>
        </p:txBody>
      </p:sp>
      <p:sp>
        <p:nvSpPr>
          <p:cNvPr id="9" name="标注: 线形 8">
            <a:extLst>
              <a:ext uri="{FF2B5EF4-FFF2-40B4-BE49-F238E27FC236}">
                <a16:creationId xmlns:a16="http://schemas.microsoft.com/office/drawing/2014/main" id="{B92B512E-AEC7-F9EA-D73D-439811FB054D}"/>
              </a:ext>
            </a:extLst>
          </p:cNvPr>
          <p:cNvSpPr/>
          <p:nvPr/>
        </p:nvSpPr>
        <p:spPr>
          <a:xfrm>
            <a:off x="8575767" y="4682377"/>
            <a:ext cx="2534193" cy="907868"/>
          </a:xfrm>
          <a:prstGeom prst="borderCallout1">
            <a:avLst>
              <a:gd name="adj1" fmla="val 18750"/>
              <a:gd name="adj2" fmla="val -8333"/>
              <a:gd name="adj3" fmla="val 2996"/>
              <a:gd name="adj4" fmla="val -74101"/>
            </a:avLst>
          </a:prstGeom>
          <a:solidFill>
            <a:srgbClr val="7030A0"/>
          </a:solidFill>
        </p:spPr>
        <p:style>
          <a:lnRef idx="3">
            <a:schemeClr val="lt1"/>
          </a:lnRef>
          <a:fillRef idx="1">
            <a:schemeClr val="dk1"/>
          </a:fillRef>
          <a:effectRef idx="1">
            <a:schemeClr val="dk1"/>
          </a:effectRef>
          <a:fontRef idx="minor">
            <a:schemeClr val="lt1"/>
          </a:fontRef>
        </p:style>
        <p:txBody>
          <a:bodyPr rtlCol="0" anchor="ctr"/>
          <a:lstStyle/>
          <a:p>
            <a:pPr algn="ctr"/>
            <a:r>
              <a:rPr lang="zh-CN" altLang="en-US"/>
              <a:t>客户之间不会互相干扰</a:t>
            </a:r>
          </a:p>
        </p:txBody>
      </p:sp>
    </p:spTree>
    <p:extLst>
      <p:ext uri="{BB962C8B-B14F-4D97-AF65-F5344CB8AC3E}">
        <p14:creationId xmlns:p14="http://schemas.microsoft.com/office/powerpoint/2010/main" val="345891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53144AFA-EFDC-42A0-8D80-A11E5F1D5E01}"/>
                                            </p:graphicEl>
                                          </p:spTgt>
                                        </p:tgtEl>
                                        <p:attrNameLst>
                                          <p:attrName>style.visibility</p:attrName>
                                        </p:attrNameLst>
                                      </p:cBhvr>
                                      <p:to>
                                        <p:strVal val="visible"/>
                                      </p:to>
                                    </p:set>
                                    <p:anim calcmode="lin" valueType="num">
                                      <p:cBhvr additive="base">
                                        <p:cTn id="7" dur="500" fill="hold"/>
                                        <p:tgtEl>
                                          <p:spTgt spid="4">
                                            <p:graphicEl>
                                              <a:dgm id="{53144AFA-EFDC-42A0-8D80-A11E5F1D5E0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53144AFA-EFDC-42A0-8D80-A11E5F1D5E0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53B763E4-0DBF-4388-8780-A39F52558A6D}"/>
                                            </p:graphicEl>
                                          </p:spTgt>
                                        </p:tgtEl>
                                        <p:attrNameLst>
                                          <p:attrName>style.visibility</p:attrName>
                                        </p:attrNameLst>
                                      </p:cBhvr>
                                      <p:to>
                                        <p:strVal val="visible"/>
                                      </p:to>
                                    </p:set>
                                    <p:anim calcmode="lin" valueType="num">
                                      <p:cBhvr additive="base">
                                        <p:cTn id="13" dur="500" fill="hold"/>
                                        <p:tgtEl>
                                          <p:spTgt spid="4">
                                            <p:graphicEl>
                                              <a:dgm id="{53B763E4-0DBF-4388-8780-A39F52558A6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53B763E4-0DBF-4388-8780-A39F52558A6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56EFF5B8-C1CD-414F-B1E6-CBFE88A62102}"/>
                                            </p:graphicEl>
                                          </p:spTgt>
                                        </p:tgtEl>
                                        <p:attrNameLst>
                                          <p:attrName>style.visibility</p:attrName>
                                        </p:attrNameLst>
                                      </p:cBhvr>
                                      <p:to>
                                        <p:strVal val="visible"/>
                                      </p:to>
                                    </p:set>
                                    <p:anim calcmode="lin" valueType="num">
                                      <p:cBhvr additive="base">
                                        <p:cTn id="19" dur="500" fill="hold"/>
                                        <p:tgtEl>
                                          <p:spTgt spid="4">
                                            <p:graphicEl>
                                              <a:dgm id="{56EFF5B8-C1CD-414F-B1E6-CBFE88A62102}"/>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56EFF5B8-C1CD-414F-B1E6-CBFE88A62102}"/>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493FD989-AF27-4289-BAAA-290C4B701541}"/>
                                            </p:graphicEl>
                                          </p:spTgt>
                                        </p:tgtEl>
                                        <p:attrNameLst>
                                          <p:attrName>style.visibility</p:attrName>
                                        </p:attrNameLst>
                                      </p:cBhvr>
                                      <p:to>
                                        <p:strVal val="visible"/>
                                      </p:to>
                                    </p:set>
                                    <p:anim calcmode="lin" valueType="num">
                                      <p:cBhvr additive="base">
                                        <p:cTn id="25" dur="500" fill="hold"/>
                                        <p:tgtEl>
                                          <p:spTgt spid="4">
                                            <p:graphicEl>
                                              <a:dgm id="{493FD989-AF27-4289-BAAA-290C4B70154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493FD989-AF27-4289-BAAA-290C4B70154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19D63A30-BEE8-48DC-86DB-CD4B8E64587B}"/>
                                            </p:graphicEl>
                                          </p:spTgt>
                                        </p:tgtEl>
                                        <p:attrNameLst>
                                          <p:attrName>style.visibility</p:attrName>
                                        </p:attrNameLst>
                                      </p:cBhvr>
                                      <p:to>
                                        <p:strVal val="visible"/>
                                      </p:to>
                                    </p:set>
                                    <p:anim calcmode="lin" valueType="num">
                                      <p:cBhvr additive="base">
                                        <p:cTn id="31" dur="500" fill="hold"/>
                                        <p:tgtEl>
                                          <p:spTgt spid="4">
                                            <p:graphicEl>
                                              <a:dgm id="{19D63A30-BEE8-48DC-86DB-CD4B8E64587B}"/>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19D63A30-BEE8-48DC-86DB-CD4B8E64587B}"/>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F852FA53-D78F-42DD-9AEA-4981ECEF6E7A}"/>
                                            </p:graphicEl>
                                          </p:spTgt>
                                        </p:tgtEl>
                                        <p:attrNameLst>
                                          <p:attrName>style.visibility</p:attrName>
                                        </p:attrNameLst>
                                      </p:cBhvr>
                                      <p:to>
                                        <p:strVal val="visible"/>
                                      </p:to>
                                    </p:set>
                                    <p:anim calcmode="lin" valueType="num">
                                      <p:cBhvr additive="base">
                                        <p:cTn id="37" dur="500" fill="hold"/>
                                        <p:tgtEl>
                                          <p:spTgt spid="4">
                                            <p:graphicEl>
                                              <a:dgm id="{F852FA53-D78F-42DD-9AEA-4981ECEF6E7A}"/>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F852FA53-D78F-42DD-9AEA-4981ECEF6E7A}"/>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left)">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6"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235AD673-8A04-F8D2-64C6-2A98DDB2AA5F}"/>
              </a:ext>
            </a:extLst>
          </p:cNvPr>
          <p:cNvPicPr>
            <a:picLocks noGrp="1" noChangeAspect="1"/>
          </p:cNvPicPr>
          <p:nvPr>
            <p:ph sz="quarter" idx="19"/>
          </p:nvPr>
        </p:nvPicPr>
        <p:blipFill>
          <a:blip r:embed="rId2" cstate="print">
            <a:extLst>
              <a:ext uri="{28A0092B-C50C-407E-A947-70E740481C1C}">
                <a14:useLocalDpi xmlns:a14="http://schemas.microsoft.com/office/drawing/2010/main" val="0"/>
              </a:ext>
            </a:extLst>
          </a:blip>
          <a:stretch>
            <a:fillRect/>
          </a:stretch>
        </p:blipFill>
        <p:spPr>
          <a:xfrm>
            <a:off x="1964606" y="1052513"/>
            <a:ext cx="3233588" cy="5329237"/>
          </a:xfrm>
          <a:prstGeom prst="rect">
            <a:avLst/>
          </a:prstGeom>
          <a:ln>
            <a:solidFill>
              <a:srgbClr val="00B050"/>
            </a:solidFill>
          </a:ln>
        </p:spPr>
      </p:pic>
      <p:sp>
        <p:nvSpPr>
          <p:cNvPr id="5" name="内容占位符 4">
            <a:extLst>
              <a:ext uri="{FF2B5EF4-FFF2-40B4-BE49-F238E27FC236}">
                <a16:creationId xmlns:a16="http://schemas.microsoft.com/office/drawing/2014/main" id="{A10DE3D7-903A-6EC3-5587-AB1CAFCB4BA1}"/>
              </a:ext>
            </a:extLst>
          </p:cNvPr>
          <p:cNvSpPr>
            <a:spLocks noGrp="1"/>
          </p:cNvSpPr>
          <p:nvPr>
            <p:ph sz="quarter" idx="20"/>
          </p:nvPr>
        </p:nvSpPr>
        <p:spPr/>
        <p:txBody>
          <a:bodyPr/>
          <a:lstStyle/>
          <a:p>
            <a:r>
              <a:rPr lang="en-US" altLang="zh-CN"/>
              <a:t>session_start</a:t>
            </a:r>
            <a:r>
              <a:rPr lang="zh-CN" altLang="en-US"/>
              <a:t>：开启新会话（无</a:t>
            </a:r>
            <a:r>
              <a:rPr lang="en-US" altLang="zh-CN"/>
              <a:t>ID</a:t>
            </a:r>
            <a:r>
              <a:rPr lang="zh-CN" altLang="en-US"/>
              <a:t>），或恢复会话（有</a:t>
            </a:r>
            <a:r>
              <a:rPr lang="en-US" altLang="zh-CN"/>
              <a:t>ID</a:t>
            </a:r>
            <a:r>
              <a:rPr lang="zh-CN" altLang="en-US"/>
              <a:t>）</a:t>
            </a:r>
            <a:endParaRPr lang="en-US" altLang="zh-CN"/>
          </a:p>
          <a:p>
            <a:r>
              <a:rPr lang="en-US" altLang="zh-CN"/>
              <a:t>session_id</a:t>
            </a:r>
            <a:r>
              <a:rPr lang="zh-CN" altLang="en-US"/>
              <a:t>：设置</a:t>
            </a:r>
            <a:r>
              <a:rPr lang="en-US" altLang="zh-CN"/>
              <a:t>ID</a:t>
            </a:r>
            <a:r>
              <a:rPr lang="zh-CN" altLang="en-US"/>
              <a:t>（有</a:t>
            </a:r>
            <a:r>
              <a:rPr lang="en-US" altLang="zh-CN"/>
              <a:t>ID</a:t>
            </a:r>
            <a:r>
              <a:rPr lang="zh-CN" altLang="en-US"/>
              <a:t>）或获取</a:t>
            </a:r>
            <a:r>
              <a:rPr lang="en-US" altLang="zh-CN"/>
              <a:t>ID</a:t>
            </a:r>
            <a:r>
              <a:rPr lang="zh-CN" altLang="en-US"/>
              <a:t>（新会话）</a:t>
            </a:r>
            <a:endParaRPr lang="en-US" altLang="zh-CN"/>
          </a:p>
          <a:p>
            <a:r>
              <a:rPr lang="en-US" altLang="zh-CN"/>
              <a:t>Session ID</a:t>
            </a:r>
            <a:r>
              <a:rPr lang="zh-CN" altLang="en-US"/>
              <a:t>的存储：</a:t>
            </a:r>
            <a:r>
              <a:rPr lang="en-US" altLang="zh-CN"/>
              <a:t>cookie</a:t>
            </a:r>
            <a:r>
              <a:rPr lang="zh-CN" altLang="en-US"/>
              <a:t>（默认），</a:t>
            </a:r>
            <a:r>
              <a:rPr lang="en-US" altLang="zh-CN"/>
              <a:t>token</a:t>
            </a:r>
            <a:r>
              <a:rPr lang="zh-CN" altLang="en-US"/>
              <a:t>（手动）</a:t>
            </a:r>
          </a:p>
        </p:txBody>
      </p:sp>
      <p:sp>
        <p:nvSpPr>
          <p:cNvPr id="2" name="文本占位符 1">
            <a:extLst>
              <a:ext uri="{FF2B5EF4-FFF2-40B4-BE49-F238E27FC236}">
                <a16:creationId xmlns:a16="http://schemas.microsoft.com/office/drawing/2014/main" id="{537855E0-0FCE-44AA-A580-0C0335E5F3D7}"/>
              </a:ext>
            </a:extLst>
          </p:cNvPr>
          <p:cNvSpPr>
            <a:spLocks noGrp="1"/>
          </p:cNvSpPr>
          <p:nvPr>
            <p:ph type="body" sz="quarter" idx="18"/>
          </p:nvPr>
        </p:nvSpPr>
        <p:spPr/>
        <p:txBody>
          <a:bodyPr/>
          <a:lstStyle/>
          <a:p>
            <a:r>
              <a:rPr lang="en-US" altLang="zh-CN"/>
              <a:t>Session </a:t>
            </a:r>
            <a:r>
              <a:rPr lang="zh-CN" altLang="en-US"/>
              <a:t>的工作流程</a:t>
            </a:r>
          </a:p>
        </p:txBody>
      </p:sp>
    </p:spTree>
    <p:extLst>
      <p:ext uri="{BB962C8B-B14F-4D97-AF65-F5344CB8AC3E}">
        <p14:creationId xmlns:p14="http://schemas.microsoft.com/office/powerpoint/2010/main" val="305576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additive="base">
                                        <p:cTn id="14"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 calcmode="lin" valueType="num">
                                      <p:cBhvr additive="base">
                                        <p:cTn id="20"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 calcmode="lin" valueType="num">
                                      <p:cBhvr additive="base">
                                        <p:cTn id="26"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0EF3752E-C49D-9D26-27E9-0EAB2A80EAA9}"/>
              </a:ext>
            </a:extLst>
          </p:cNvPr>
          <p:cNvSpPr>
            <a:spLocks noGrp="1"/>
          </p:cNvSpPr>
          <p:nvPr>
            <p:ph type="body" idx="1"/>
          </p:nvPr>
        </p:nvSpPr>
        <p:spPr/>
        <p:txBody>
          <a:bodyPr/>
          <a:lstStyle/>
          <a:p>
            <a:r>
              <a:rPr lang="zh-CN" altLang="en-US"/>
              <a:t>新客户</a:t>
            </a:r>
            <a:r>
              <a:rPr lang="en-US" altLang="zh-CN"/>
              <a:t>——</a:t>
            </a:r>
            <a:r>
              <a:rPr lang="zh-CN" altLang="en-US"/>
              <a:t>创建新会话</a:t>
            </a:r>
          </a:p>
        </p:txBody>
      </p:sp>
      <p:sp>
        <p:nvSpPr>
          <p:cNvPr id="6" name="文本占位符 5">
            <a:extLst>
              <a:ext uri="{FF2B5EF4-FFF2-40B4-BE49-F238E27FC236}">
                <a16:creationId xmlns:a16="http://schemas.microsoft.com/office/drawing/2014/main" id="{CF9CE4C9-F7F8-7E96-079B-B9F7E66A6F3B}"/>
              </a:ext>
            </a:extLst>
          </p:cNvPr>
          <p:cNvSpPr>
            <a:spLocks noGrp="1"/>
          </p:cNvSpPr>
          <p:nvPr>
            <p:ph type="body" sz="quarter" idx="3"/>
          </p:nvPr>
        </p:nvSpPr>
        <p:spPr/>
        <p:txBody>
          <a:bodyPr/>
          <a:lstStyle/>
          <a:p>
            <a:r>
              <a:rPr lang="zh-CN" altLang="en-US"/>
              <a:t>老客户</a:t>
            </a:r>
            <a:r>
              <a:rPr lang="en-US" altLang="zh-CN"/>
              <a:t>——</a:t>
            </a:r>
            <a:r>
              <a:rPr lang="zh-CN" altLang="en-US"/>
              <a:t>恢复会话</a:t>
            </a:r>
          </a:p>
        </p:txBody>
      </p:sp>
      <p:graphicFrame>
        <p:nvGraphicFramePr>
          <p:cNvPr id="10" name="内容占位符 9">
            <a:extLst>
              <a:ext uri="{FF2B5EF4-FFF2-40B4-BE49-F238E27FC236}">
                <a16:creationId xmlns:a16="http://schemas.microsoft.com/office/drawing/2014/main" id="{55BEAD86-6DFF-5C2E-F5F6-B48B0622567C}"/>
              </a:ext>
            </a:extLst>
          </p:cNvPr>
          <p:cNvGraphicFramePr>
            <a:graphicFrameLocks noGrp="1"/>
          </p:cNvGraphicFramePr>
          <p:nvPr>
            <p:ph sz="quarter" idx="19"/>
            <p:extLst>
              <p:ext uri="{D42A27DB-BD31-4B8C-83A1-F6EECF244321}">
                <p14:modId xmlns:p14="http://schemas.microsoft.com/office/powerpoint/2010/main" val="2694986991"/>
              </p:ext>
            </p:extLst>
          </p:nvPr>
        </p:nvGraphicFramePr>
        <p:xfrm>
          <a:off x="686239" y="2224172"/>
          <a:ext cx="4859337" cy="24096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占位符 6">
            <a:extLst>
              <a:ext uri="{FF2B5EF4-FFF2-40B4-BE49-F238E27FC236}">
                <a16:creationId xmlns:a16="http://schemas.microsoft.com/office/drawing/2014/main" id="{25A67731-997A-7EFC-2BD7-E02783C33FED}"/>
              </a:ext>
            </a:extLst>
          </p:cNvPr>
          <p:cNvSpPr>
            <a:spLocks noGrp="1"/>
          </p:cNvSpPr>
          <p:nvPr>
            <p:ph type="body" sz="quarter" idx="18"/>
          </p:nvPr>
        </p:nvSpPr>
        <p:spPr/>
        <p:txBody>
          <a:bodyPr/>
          <a:lstStyle/>
          <a:p>
            <a:r>
              <a:rPr lang="zh-CN" altLang="en-US"/>
              <a:t>两种执行模式</a:t>
            </a:r>
          </a:p>
        </p:txBody>
      </p:sp>
      <p:graphicFrame>
        <p:nvGraphicFramePr>
          <p:cNvPr id="12" name="内容占位符 9">
            <a:extLst>
              <a:ext uri="{FF2B5EF4-FFF2-40B4-BE49-F238E27FC236}">
                <a16:creationId xmlns:a16="http://schemas.microsoft.com/office/drawing/2014/main" id="{C58A7256-5E76-7B5B-6B50-297FF80215C5}"/>
              </a:ext>
            </a:extLst>
          </p:cNvPr>
          <p:cNvGraphicFramePr>
            <a:graphicFrameLocks noGrp="1"/>
          </p:cNvGraphicFramePr>
          <p:nvPr>
            <p:ph sz="quarter" idx="20"/>
            <p:extLst>
              <p:ext uri="{D42A27DB-BD31-4B8C-83A1-F6EECF244321}">
                <p14:modId xmlns:p14="http://schemas.microsoft.com/office/powerpoint/2010/main" val="4154394186"/>
              </p:ext>
            </p:extLst>
          </p:nvPr>
        </p:nvGraphicFramePr>
        <p:xfrm>
          <a:off x="6301611" y="2142889"/>
          <a:ext cx="5184775" cy="24096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卷形: 水平 12">
            <a:extLst>
              <a:ext uri="{FF2B5EF4-FFF2-40B4-BE49-F238E27FC236}">
                <a16:creationId xmlns:a16="http://schemas.microsoft.com/office/drawing/2014/main" id="{8FCD647D-A266-584A-78FC-FD8AB192299D}"/>
              </a:ext>
            </a:extLst>
          </p:cNvPr>
          <p:cNvSpPr/>
          <p:nvPr/>
        </p:nvSpPr>
        <p:spPr>
          <a:xfrm>
            <a:off x="2785590" y="4633828"/>
            <a:ext cx="6848916" cy="1921392"/>
          </a:xfrm>
          <a:prstGeom prst="horizontalScroll">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会话</a:t>
            </a:r>
            <a:r>
              <a:rPr lang="en-US" altLang="zh-CN"/>
              <a:t>id</a:t>
            </a:r>
            <a:r>
              <a:rPr lang="zh-CN" altLang="en-US"/>
              <a:t>默认使用</a:t>
            </a:r>
            <a:r>
              <a:rPr lang="en-US" altLang="zh-CN"/>
              <a:t>cookie</a:t>
            </a:r>
            <a:r>
              <a:rPr lang="zh-CN" altLang="en-US"/>
              <a:t>存储</a:t>
            </a:r>
            <a:endParaRPr lang="en-US" altLang="zh-CN"/>
          </a:p>
          <a:p>
            <a:pPr algn="ctr"/>
            <a:r>
              <a:rPr lang="zh-CN" altLang="en-US"/>
              <a:t>当使用</a:t>
            </a:r>
            <a:r>
              <a:rPr lang="en-US" altLang="zh-CN"/>
              <a:t>cookie</a:t>
            </a:r>
            <a:r>
              <a:rPr lang="zh-CN" altLang="en-US"/>
              <a:t>存储时，对于会话</a:t>
            </a:r>
            <a:r>
              <a:rPr lang="en-US" altLang="zh-CN"/>
              <a:t>id</a:t>
            </a:r>
            <a:r>
              <a:rPr lang="zh-CN" altLang="en-US"/>
              <a:t>的相关动作可以省略：</a:t>
            </a:r>
            <a:endParaRPr lang="en-US" altLang="zh-CN"/>
          </a:p>
          <a:p>
            <a:pPr marL="342900" indent="-342900" algn="ctr">
              <a:buFont typeface="+mj-lt"/>
              <a:buAutoNum type="arabicPeriod"/>
            </a:pPr>
            <a:r>
              <a:rPr lang="zh-CN" altLang="en-US"/>
              <a:t>获取</a:t>
            </a:r>
            <a:r>
              <a:rPr lang="en-US" altLang="zh-CN"/>
              <a:t>session_id</a:t>
            </a:r>
            <a:r>
              <a:rPr lang="zh-CN" altLang="en-US"/>
              <a:t>存入</a:t>
            </a:r>
            <a:r>
              <a:rPr lang="en-US" altLang="zh-CN"/>
              <a:t>cookie</a:t>
            </a:r>
          </a:p>
          <a:p>
            <a:pPr marL="342900" indent="-342900" algn="ctr">
              <a:buFont typeface="+mj-lt"/>
              <a:buAutoNum type="arabicPeriod"/>
            </a:pPr>
            <a:r>
              <a:rPr lang="en-US" altLang="zh-CN"/>
              <a:t>session_id($_COOKIES[‘PHPSESSID’])</a:t>
            </a:r>
            <a:endParaRPr lang="zh-CN" altLang="en-US"/>
          </a:p>
        </p:txBody>
      </p:sp>
    </p:spTree>
    <p:extLst>
      <p:ext uri="{BB962C8B-B14F-4D97-AF65-F5344CB8AC3E}">
        <p14:creationId xmlns:p14="http://schemas.microsoft.com/office/powerpoint/2010/main" val="386788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12" grpId="0">
        <p:bldAsOne/>
      </p:bldGraphic>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FCF1A907-5F2C-7EFE-2F6A-43D4D7B40BDA}"/>
              </a:ext>
            </a:extLst>
          </p:cNvPr>
          <p:cNvSpPr>
            <a:spLocks noGrp="1"/>
          </p:cNvSpPr>
          <p:nvPr>
            <p:ph sz="quarter" idx="19"/>
          </p:nvPr>
        </p:nvSpPr>
        <p:spPr/>
        <p:txBody>
          <a:bodyPr/>
          <a:lstStyle/>
          <a:p>
            <a:r>
              <a:rPr lang="zh-CN" altLang="en-US"/>
              <a:t>页面</a:t>
            </a:r>
            <a:r>
              <a:rPr lang="en-US" altLang="zh-CN"/>
              <a:t>1</a:t>
            </a:r>
            <a:r>
              <a:rPr lang="zh-CN" altLang="en-US"/>
              <a:t>：</a:t>
            </a:r>
            <a:endParaRPr lang="en-US" altLang="zh-CN"/>
          </a:p>
          <a:p>
            <a:pPr lvl="1"/>
            <a:r>
              <a:rPr lang="zh-CN" altLang="en-US"/>
              <a:t>利用</a:t>
            </a:r>
            <a:r>
              <a:rPr lang="en-US" altLang="zh-CN"/>
              <a:t>session_start</a:t>
            </a:r>
            <a:r>
              <a:rPr lang="zh-CN" altLang="en-US"/>
              <a:t>函数为新客户启动会话</a:t>
            </a:r>
            <a:endParaRPr lang="en-US" altLang="zh-CN"/>
          </a:p>
          <a:p>
            <a:pPr lvl="1"/>
            <a:r>
              <a:rPr lang="zh-CN" altLang="en-US"/>
              <a:t>打印会话</a:t>
            </a:r>
            <a:r>
              <a:rPr lang="en-US" altLang="zh-CN"/>
              <a:t>id</a:t>
            </a:r>
          </a:p>
          <a:p>
            <a:pPr lvl="1"/>
            <a:r>
              <a:rPr lang="zh-CN" altLang="en-US"/>
              <a:t>观察默认情况下会话</a:t>
            </a:r>
            <a:r>
              <a:rPr lang="en-US" altLang="zh-CN"/>
              <a:t>id</a:t>
            </a:r>
            <a:r>
              <a:rPr lang="zh-CN" altLang="en-US"/>
              <a:t>的存储情况；</a:t>
            </a:r>
            <a:endParaRPr lang="en-US" altLang="zh-CN"/>
          </a:p>
          <a:p>
            <a:r>
              <a:rPr lang="zh-CN" altLang="en-US"/>
              <a:t>页面</a:t>
            </a:r>
            <a:r>
              <a:rPr lang="en-US" altLang="zh-CN"/>
              <a:t>2</a:t>
            </a:r>
            <a:r>
              <a:rPr lang="zh-CN" altLang="en-US"/>
              <a:t>：</a:t>
            </a:r>
            <a:endParaRPr lang="en-US" altLang="zh-CN"/>
          </a:p>
          <a:p>
            <a:pPr lvl="1"/>
            <a:r>
              <a:rPr lang="zh-CN" altLang="en-US"/>
              <a:t>调用</a:t>
            </a:r>
            <a:r>
              <a:rPr lang="en-US" altLang="zh-CN"/>
              <a:t>session_start</a:t>
            </a:r>
          </a:p>
          <a:p>
            <a:pPr lvl="1"/>
            <a:r>
              <a:rPr lang="zh-CN" altLang="en-US"/>
              <a:t>打印会话</a:t>
            </a:r>
            <a:r>
              <a:rPr lang="en-US" altLang="zh-CN"/>
              <a:t>id</a:t>
            </a:r>
          </a:p>
          <a:p>
            <a:pPr lvl="1"/>
            <a:r>
              <a:rPr lang="zh-CN" altLang="en-US"/>
              <a:t>查看会话</a:t>
            </a:r>
            <a:r>
              <a:rPr lang="en-US" altLang="zh-CN"/>
              <a:t>id</a:t>
            </a:r>
            <a:r>
              <a:rPr lang="zh-CN" altLang="en-US"/>
              <a:t>的变化情况</a:t>
            </a:r>
          </a:p>
        </p:txBody>
      </p:sp>
      <p:sp>
        <p:nvSpPr>
          <p:cNvPr id="2" name="文本占位符 1">
            <a:extLst>
              <a:ext uri="{FF2B5EF4-FFF2-40B4-BE49-F238E27FC236}">
                <a16:creationId xmlns:a16="http://schemas.microsoft.com/office/drawing/2014/main" id="{25A33B2D-584A-0B2F-1415-616B4C226AB1}"/>
              </a:ext>
            </a:extLst>
          </p:cNvPr>
          <p:cNvSpPr>
            <a:spLocks noGrp="1"/>
          </p:cNvSpPr>
          <p:nvPr>
            <p:ph type="body" sz="quarter" idx="18"/>
          </p:nvPr>
        </p:nvSpPr>
        <p:spPr/>
        <p:txBody>
          <a:bodyPr/>
          <a:lstStyle/>
          <a:p>
            <a:r>
              <a:rPr lang="zh-CN" altLang="en-US"/>
              <a:t>练习</a:t>
            </a:r>
            <a:r>
              <a:rPr lang="en-US" altLang="zh-CN"/>
              <a:t>1</a:t>
            </a:r>
            <a:endParaRPr lang="zh-CN" altLang="en-US"/>
          </a:p>
        </p:txBody>
      </p:sp>
      <p:pic>
        <p:nvPicPr>
          <p:cNvPr id="12" name="内容占位符 11">
            <a:extLst>
              <a:ext uri="{FF2B5EF4-FFF2-40B4-BE49-F238E27FC236}">
                <a16:creationId xmlns:a16="http://schemas.microsoft.com/office/drawing/2014/main" id="{137C3ADC-59EA-42F8-AF18-83BCF879F04C}"/>
              </a:ext>
            </a:extLst>
          </p:cNvPr>
          <p:cNvPicPr>
            <a:picLocks noGrp="1" noChangeAspect="1"/>
          </p:cNvPicPr>
          <p:nvPr>
            <p:ph sz="quarter" idx="20"/>
          </p:nvPr>
        </p:nvPicPr>
        <p:blipFill>
          <a:blip r:embed="rId2"/>
          <a:stretch>
            <a:fillRect/>
          </a:stretch>
        </p:blipFill>
        <p:spPr>
          <a:xfrm>
            <a:off x="6450384" y="989160"/>
            <a:ext cx="5461000" cy="2393738"/>
          </a:xfrm>
          <a:prstGeom prst="rect">
            <a:avLst/>
          </a:prstGeom>
          <a:ln>
            <a:solidFill>
              <a:schemeClr val="accent1"/>
            </a:solidFill>
          </a:ln>
        </p:spPr>
      </p:pic>
      <p:pic>
        <p:nvPicPr>
          <p:cNvPr id="10" name="内容占位符 6">
            <a:extLst>
              <a:ext uri="{FF2B5EF4-FFF2-40B4-BE49-F238E27FC236}">
                <a16:creationId xmlns:a16="http://schemas.microsoft.com/office/drawing/2014/main" id="{A6416025-D1BD-2076-1160-80FA8964A006}"/>
              </a:ext>
            </a:extLst>
          </p:cNvPr>
          <p:cNvPicPr>
            <a:picLocks noChangeAspect="1"/>
          </p:cNvPicPr>
          <p:nvPr/>
        </p:nvPicPr>
        <p:blipFill>
          <a:blip r:embed="rId3"/>
          <a:stretch>
            <a:fillRect/>
          </a:stretch>
        </p:blipFill>
        <p:spPr>
          <a:xfrm>
            <a:off x="6450384" y="3475103"/>
            <a:ext cx="5461000" cy="3062496"/>
          </a:xfrm>
          <a:prstGeom prst="rect">
            <a:avLst/>
          </a:prstGeom>
          <a:ln>
            <a:solidFill>
              <a:schemeClr val="accent1"/>
            </a:solidFill>
          </a:ln>
        </p:spPr>
      </p:pic>
    </p:spTree>
    <p:extLst>
      <p:ext uri="{BB962C8B-B14F-4D97-AF65-F5344CB8AC3E}">
        <p14:creationId xmlns:p14="http://schemas.microsoft.com/office/powerpoint/2010/main" val="608116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FEEF-289C-3586-540A-4B23CC97FC2A}"/>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52DD2C8-BB65-87F1-1A60-A1D76E0658AD}"/>
              </a:ext>
            </a:extLst>
          </p:cNvPr>
          <p:cNvSpPr>
            <a:spLocks noGrp="1"/>
          </p:cNvSpPr>
          <p:nvPr>
            <p:ph sz="quarter" idx="19"/>
          </p:nvPr>
        </p:nvSpPr>
        <p:spPr/>
        <p:txBody>
          <a:bodyPr/>
          <a:lstStyle/>
          <a:p>
            <a:r>
              <a:rPr lang="zh-CN" altLang="en-US"/>
              <a:t>调用</a:t>
            </a:r>
            <a:r>
              <a:rPr lang="en-US" altLang="zh-CN"/>
              <a:t>ini_set</a:t>
            </a:r>
            <a:r>
              <a:rPr lang="zh-CN" altLang="en-US"/>
              <a:t>设置参数</a:t>
            </a:r>
            <a:r>
              <a:rPr lang="en-US" altLang="zh-CN"/>
              <a:t>session.use_cookies</a:t>
            </a:r>
            <a:r>
              <a:rPr lang="zh-CN" altLang="en-US"/>
              <a:t>为</a:t>
            </a:r>
            <a:r>
              <a:rPr lang="en-US" altLang="zh-CN"/>
              <a:t>0</a:t>
            </a:r>
            <a:r>
              <a:rPr lang="zh-CN" altLang="en-US"/>
              <a:t>，即不使用</a:t>
            </a:r>
            <a:r>
              <a:rPr lang="en-US" altLang="zh-CN"/>
              <a:t>cookie</a:t>
            </a:r>
            <a:r>
              <a:rPr lang="zh-CN" altLang="en-US"/>
              <a:t>保存会话</a:t>
            </a:r>
            <a:r>
              <a:rPr lang="en-US" altLang="zh-CN"/>
              <a:t>id</a:t>
            </a:r>
          </a:p>
          <a:p>
            <a:r>
              <a:rPr lang="zh-CN" altLang="en-US"/>
              <a:t>调用</a:t>
            </a:r>
            <a:r>
              <a:rPr lang="en-US" altLang="zh-CN"/>
              <a:t>session_start</a:t>
            </a:r>
            <a:r>
              <a:rPr lang="zh-CN" altLang="en-US"/>
              <a:t>，启动新会话</a:t>
            </a:r>
            <a:endParaRPr lang="en-US" altLang="zh-CN"/>
          </a:p>
          <a:p>
            <a:r>
              <a:rPr lang="zh-CN" altLang="en-US"/>
              <a:t>利用变量存储会话</a:t>
            </a:r>
            <a:r>
              <a:rPr lang="en-US" altLang="zh-CN"/>
              <a:t>id</a:t>
            </a:r>
            <a:r>
              <a:rPr lang="zh-CN" altLang="en-US"/>
              <a:t>并保存</a:t>
            </a:r>
            <a:endParaRPr lang="en-US" altLang="zh-CN"/>
          </a:p>
          <a:p>
            <a:r>
              <a:rPr lang="zh-CN" altLang="en-US"/>
              <a:t>观察会话</a:t>
            </a:r>
            <a:r>
              <a:rPr lang="en-US" altLang="zh-CN"/>
              <a:t>id</a:t>
            </a:r>
            <a:r>
              <a:rPr lang="zh-CN" altLang="en-US"/>
              <a:t>的保存</a:t>
            </a:r>
          </a:p>
        </p:txBody>
      </p:sp>
      <p:sp>
        <p:nvSpPr>
          <p:cNvPr id="4" name="文本占位符 3">
            <a:extLst>
              <a:ext uri="{FF2B5EF4-FFF2-40B4-BE49-F238E27FC236}">
                <a16:creationId xmlns:a16="http://schemas.microsoft.com/office/drawing/2014/main" id="{F99A0F73-D6B9-62F2-4604-28E3D296FED9}"/>
              </a:ext>
            </a:extLst>
          </p:cNvPr>
          <p:cNvSpPr>
            <a:spLocks noGrp="1"/>
          </p:cNvSpPr>
          <p:nvPr>
            <p:ph type="body" sz="quarter" idx="18"/>
          </p:nvPr>
        </p:nvSpPr>
        <p:spPr/>
        <p:txBody>
          <a:bodyPr/>
          <a:lstStyle/>
          <a:p>
            <a:r>
              <a:rPr lang="zh-CN" altLang="en-US"/>
              <a:t>练习</a:t>
            </a:r>
            <a:r>
              <a:rPr lang="en-US" altLang="zh-CN"/>
              <a:t>2</a:t>
            </a:r>
            <a:endParaRPr lang="zh-CN" altLang="en-US"/>
          </a:p>
        </p:txBody>
      </p:sp>
      <p:pic>
        <p:nvPicPr>
          <p:cNvPr id="5" name="图片 4">
            <a:extLst>
              <a:ext uri="{FF2B5EF4-FFF2-40B4-BE49-F238E27FC236}">
                <a16:creationId xmlns:a16="http://schemas.microsoft.com/office/drawing/2014/main" id="{2867DBEF-A497-E668-B9E2-8689A11541FC}"/>
              </a:ext>
            </a:extLst>
          </p:cNvPr>
          <p:cNvPicPr>
            <a:picLocks noChangeAspect="1"/>
          </p:cNvPicPr>
          <p:nvPr/>
        </p:nvPicPr>
        <p:blipFill>
          <a:blip r:embed="rId2"/>
          <a:stretch>
            <a:fillRect/>
          </a:stretch>
        </p:blipFill>
        <p:spPr>
          <a:xfrm>
            <a:off x="6440656" y="3429001"/>
            <a:ext cx="5461000" cy="3341366"/>
          </a:xfrm>
          <a:prstGeom prst="rect">
            <a:avLst/>
          </a:prstGeom>
          <a:ln>
            <a:solidFill>
              <a:schemeClr val="accent1"/>
            </a:solidFill>
          </a:ln>
        </p:spPr>
      </p:pic>
      <p:pic>
        <p:nvPicPr>
          <p:cNvPr id="10" name="内容占位符 9">
            <a:extLst>
              <a:ext uri="{FF2B5EF4-FFF2-40B4-BE49-F238E27FC236}">
                <a16:creationId xmlns:a16="http://schemas.microsoft.com/office/drawing/2014/main" id="{B85AB03C-08EA-CAF9-CC9F-EAEDE98A1483}"/>
              </a:ext>
            </a:extLst>
          </p:cNvPr>
          <p:cNvPicPr>
            <a:picLocks noGrp="1" noChangeAspect="1"/>
          </p:cNvPicPr>
          <p:nvPr>
            <p:ph sz="quarter" idx="20"/>
          </p:nvPr>
        </p:nvPicPr>
        <p:blipFill>
          <a:blip r:embed="rId3"/>
          <a:stretch>
            <a:fillRect/>
          </a:stretch>
        </p:blipFill>
        <p:spPr>
          <a:xfrm>
            <a:off x="6440656" y="770910"/>
            <a:ext cx="5461000" cy="2505635"/>
          </a:xfrm>
          <a:prstGeom prst="rect">
            <a:avLst/>
          </a:prstGeom>
          <a:ln>
            <a:solidFill>
              <a:schemeClr val="accent1"/>
            </a:solidFill>
          </a:ln>
        </p:spPr>
      </p:pic>
      <p:pic>
        <p:nvPicPr>
          <p:cNvPr id="12" name="图片 11">
            <a:extLst>
              <a:ext uri="{FF2B5EF4-FFF2-40B4-BE49-F238E27FC236}">
                <a16:creationId xmlns:a16="http://schemas.microsoft.com/office/drawing/2014/main" id="{D515A6D0-2EFB-A435-3AF6-9096E086045A}"/>
              </a:ext>
            </a:extLst>
          </p:cNvPr>
          <p:cNvPicPr>
            <a:picLocks noChangeAspect="1"/>
          </p:cNvPicPr>
          <p:nvPr/>
        </p:nvPicPr>
        <p:blipFill>
          <a:blip r:embed="rId4"/>
          <a:stretch>
            <a:fillRect/>
          </a:stretch>
        </p:blipFill>
        <p:spPr>
          <a:xfrm>
            <a:off x="943456" y="4053356"/>
            <a:ext cx="5013948" cy="2092656"/>
          </a:xfrm>
          <a:prstGeom prst="rect">
            <a:avLst/>
          </a:prstGeom>
          <a:ln>
            <a:solidFill>
              <a:schemeClr val="accent1"/>
            </a:solidFill>
          </a:ln>
        </p:spPr>
      </p:pic>
    </p:spTree>
    <p:extLst>
      <p:ext uri="{BB962C8B-B14F-4D97-AF65-F5344CB8AC3E}">
        <p14:creationId xmlns:p14="http://schemas.microsoft.com/office/powerpoint/2010/main" val="362377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932F6E0-5DEB-B38B-9A0C-51804EB6FB07}"/>
              </a:ext>
            </a:extLst>
          </p:cNvPr>
          <p:cNvSpPr>
            <a:spLocks noGrp="1"/>
          </p:cNvSpPr>
          <p:nvPr>
            <p:ph sz="quarter" idx="19"/>
          </p:nvPr>
        </p:nvSpPr>
        <p:spPr/>
        <p:txBody>
          <a:bodyPr/>
          <a:lstStyle/>
          <a:p>
            <a:r>
              <a:rPr lang="zh-CN" altLang="en-US"/>
              <a:t>利用练习</a:t>
            </a:r>
            <a:r>
              <a:rPr lang="en-US" altLang="zh-CN"/>
              <a:t>2</a:t>
            </a:r>
            <a:r>
              <a:rPr lang="zh-CN" altLang="en-US"/>
              <a:t>生成的会话</a:t>
            </a:r>
            <a:r>
              <a:rPr lang="en-US" altLang="zh-CN"/>
              <a:t>id</a:t>
            </a:r>
            <a:r>
              <a:rPr lang="zh-CN" altLang="en-US"/>
              <a:t>，调用</a:t>
            </a:r>
            <a:r>
              <a:rPr lang="en-US" altLang="zh-CN"/>
              <a:t>session_id</a:t>
            </a:r>
            <a:r>
              <a:rPr lang="zh-CN" altLang="en-US"/>
              <a:t>设置会话</a:t>
            </a:r>
            <a:endParaRPr lang="en-US" altLang="zh-CN"/>
          </a:p>
          <a:p>
            <a:r>
              <a:rPr lang="zh-CN" altLang="en-US"/>
              <a:t>调用</a:t>
            </a:r>
            <a:r>
              <a:rPr lang="en-US" altLang="zh-CN"/>
              <a:t>session_start</a:t>
            </a:r>
            <a:r>
              <a:rPr lang="zh-CN" altLang="en-US"/>
              <a:t>，恢复会话</a:t>
            </a:r>
            <a:endParaRPr lang="en-US" altLang="zh-CN"/>
          </a:p>
          <a:p>
            <a:r>
              <a:rPr lang="zh-CN" altLang="en-US"/>
              <a:t>观察会话</a:t>
            </a:r>
            <a:r>
              <a:rPr lang="en-US" altLang="zh-CN"/>
              <a:t>id</a:t>
            </a:r>
            <a:r>
              <a:rPr lang="zh-CN" altLang="en-US"/>
              <a:t>的保存及值的变化</a:t>
            </a:r>
          </a:p>
        </p:txBody>
      </p:sp>
      <p:sp>
        <p:nvSpPr>
          <p:cNvPr id="4" name="文本占位符 3">
            <a:extLst>
              <a:ext uri="{FF2B5EF4-FFF2-40B4-BE49-F238E27FC236}">
                <a16:creationId xmlns:a16="http://schemas.microsoft.com/office/drawing/2014/main" id="{E7E25A81-02AC-7FDA-6AE1-C7D0A674FBB0}"/>
              </a:ext>
            </a:extLst>
          </p:cNvPr>
          <p:cNvSpPr>
            <a:spLocks noGrp="1"/>
          </p:cNvSpPr>
          <p:nvPr>
            <p:ph type="body" sz="quarter" idx="18"/>
          </p:nvPr>
        </p:nvSpPr>
        <p:spPr/>
        <p:txBody>
          <a:bodyPr/>
          <a:lstStyle/>
          <a:p>
            <a:r>
              <a:rPr lang="zh-CN" altLang="en-US"/>
              <a:t>练习</a:t>
            </a:r>
            <a:r>
              <a:rPr lang="en-US" altLang="zh-CN"/>
              <a:t>3</a:t>
            </a:r>
            <a:endParaRPr lang="zh-CN" altLang="en-US"/>
          </a:p>
        </p:txBody>
      </p:sp>
      <p:pic>
        <p:nvPicPr>
          <p:cNvPr id="14" name="图片 13">
            <a:extLst>
              <a:ext uri="{FF2B5EF4-FFF2-40B4-BE49-F238E27FC236}">
                <a16:creationId xmlns:a16="http://schemas.microsoft.com/office/drawing/2014/main" id="{CF0D8EF1-FBFC-FFE9-CA08-539C5F0FEB2C}"/>
              </a:ext>
            </a:extLst>
          </p:cNvPr>
          <p:cNvPicPr>
            <a:picLocks noChangeAspect="1"/>
          </p:cNvPicPr>
          <p:nvPr/>
        </p:nvPicPr>
        <p:blipFill>
          <a:blip r:embed="rId2"/>
          <a:stretch>
            <a:fillRect/>
          </a:stretch>
        </p:blipFill>
        <p:spPr>
          <a:xfrm>
            <a:off x="1059087" y="3327509"/>
            <a:ext cx="4925721" cy="2149163"/>
          </a:xfrm>
          <a:prstGeom prst="rect">
            <a:avLst/>
          </a:prstGeom>
          <a:ln>
            <a:solidFill>
              <a:schemeClr val="accent1"/>
            </a:solidFill>
          </a:ln>
        </p:spPr>
      </p:pic>
      <p:pic>
        <p:nvPicPr>
          <p:cNvPr id="17" name="内容占位符 16">
            <a:extLst>
              <a:ext uri="{FF2B5EF4-FFF2-40B4-BE49-F238E27FC236}">
                <a16:creationId xmlns:a16="http://schemas.microsoft.com/office/drawing/2014/main" id="{EACE6779-01AE-A7F8-3D4A-852CC7B97E09}"/>
              </a:ext>
            </a:extLst>
          </p:cNvPr>
          <p:cNvPicPr>
            <a:picLocks noGrp="1" noChangeAspect="1"/>
          </p:cNvPicPr>
          <p:nvPr>
            <p:ph sz="quarter" idx="20"/>
          </p:nvPr>
        </p:nvPicPr>
        <p:blipFill>
          <a:blip r:embed="rId3"/>
          <a:stretch>
            <a:fillRect/>
          </a:stretch>
        </p:blipFill>
        <p:spPr>
          <a:xfrm>
            <a:off x="6508750" y="2084284"/>
            <a:ext cx="5461000" cy="3205369"/>
          </a:xfrm>
          <a:prstGeom prst="rect">
            <a:avLst/>
          </a:prstGeom>
          <a:ln>
            <a:solidFill>
              <a:schemeClr val="accent1"/>
            </a:solidFill>
          </a:ln>
        </p:spPr>
      </p:pic>
    </p:spTree>
    <p:extLst>
      <p:ext uri="{BB962C8B-B14F-4D97-AF65-F5344CB8AC3E}">
        <p14:creationId xmlns:p14="http://schemas.microsoft.com/office/powerpoint/2010/main" val="1956750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6B988762-B678-2680-F036-6C12014DD34D}"/>
              </a:ext>
            </a:extLst>
          </p:cNvPr>
          <p:cNvSpPr>
            <a:spLocks noGrp="1"/>
          </p:cNvSpPr>
          <p:nvPr>
            <p:ph type="body" sz="quarter" idx="18"/>
          </p:nvPr>
        </p:nvSpPr>
        <p:spPr/>
        <p:txBody>
          <a:bodyPr/>
          <a:lstStyle/>
          <a:p>
            <a:r>
              <a:rPr lang="zh-CN" altLang="en-US"/>
              <a:t>总结：</a:t>
            </a:r>
            <a:r>
              <a:rPr lang="en-US" altLang="zh-CN"/>
              <a:t>session</a:t>
            </a:r>
            <a:r>
              <a:rPr lang="zh-CN" altLang="en-US"/>
              <a:t>及会话</a:t>
            </a:r>
            <a:r>
              <a:rPr lang="en-US" altLang="zh-CN"/>
              <a:t>id</a:t>
            </a:r>
            <a:endParaRPr lang="zh-CN" altLang="en-US"/>
          </a:p>
        </p:txBody>
      </p:sp>
      <p:graphicFrame>
        <p:nvGraphicFramePr>
          <p:cNvPr id="6" name="内容占位符 5">
            <a:extLst>
              <a:ext uri="{FF2B5EF4-FFF2-40B4-BE49-F238E27FC236}">
                <a16:creationId xmlns:a16="http://schemas.microsoft.com/office/drawing/2014/main" id="{FA3873DE-B8A5-BFDB-0BCB-F09970D3A8A4}"/>
              </a:ext>
            </a:extLst>
          </p:cNvPr>
          <p:cNvGraphicFramePr>
            <a:graphicFrameLocks noGrp="1"/>
          </p:cNvGraphicFramePr>
          <p:nvPr>
            <p:ph sz="quarter" idx="19"/>
            <p:extLst>
              <p:ext uri="{D42A27DB-BD31-4B8C-83A1-F6EECF244321}">
                <p14:modId xmlns:p14="http://schemas.microsoft.com/office/powerpoint/2010/main" val="3138721939"/>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35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485FCCFC-DB3F-4C6B-9F65-89917FB68AC2}"/>
                                            </p:graphicEl>
                                          </p:spTgt>
                                        </p:tgtEl>
                                        <p:attrNameLst>
                                          <p:attrName>style.visibility</p:attrName>
                                        </p:attrNameLst>
                                      </p:cBhvr>
                                      <p:to>
                                        <p:strVal val="visible"/>
                                      </p:to>
                                    </p:set>
                                    <p:animEffect transition="in" filter="fade">
                                      <p:cBhvr>
                                        <p:cTn id="7" dur="1000"/>
                                        <p:tgtEl>
                                          <p:spTgt spid="6">
                                            <p:graphicEl>
                                              <a:dgm id="{485FCCFC-DB3F-4C6B-9F65-89917FB68AC2}"/>
                                            </p:graphicEl>
                                          </p:spTgt>
                                        </p:tgtEl>
                                      </p:cBhvr>
                                    </p:animEffect>
                                    <p:anim calcmode="lin" valueType="num">
                                      <p:cBhvr>
                                        <p:cTn id="8" dur="1000" fill="hold"/>
                                        <p:tgtEl>
                                          <p:spTgt spid="6">
                                            <p:graphicEl>
                                              <a:dgm id="{485FCCFC-DB3F-4C6B-9F65-89917FB68AC2}"/>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485FCCFC-DB3F-4C6B-9F65-89917FB68AC2}"/>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graphicEl>
                                              <a:dgm id="{ABF58B88-BDEE-4E5A-9EC2-733FD6BC32CD}"/>
                                            </p:graphicEl>
                                          </p:spTgt>
                                        </p:tgtEl>
                                        <p:attrNameLst>
                                          <p:attrName>style.visibility</p:attrName>
                                        </p:attrNameLst>
                                      </p:cBhvr>
                                      <p:to>
                                        <p:strVal val="visible"/>
                                      </p:to>
                                    </p:set>
                                    <p:animEffect transition="in" filter="fade">
                                      <p:cBhvr>
                                        <p:cTn id="14" dur="1000"/>
                                        <p:tgtEl>
                                          <p:spTgt spid="6">
                                            <p:graphicEl>
                                              <a:dgm id="{ABF58B88-BDEE-4E5A-9EC2-733FD6BC32CD}"/>
                                            </p:graphicEl>
                                          </p:spTgt>
                                        </p:tgtEl>
                                      </p:cBhvr>
                                    </p:animEffect>
                                    <p:anim calcmode="lin" valueType="num">
                                      <p:cBhvr>
                                        <p:cTn id="15" dur="1000" fill="hold"/>
                                        <p:tgtEl>
                                          <p:spTgt spid="6">
                                            <p:graphicEl>
                                              <a:dgm id="{ABF58B88-BDEE-4E5A-9EC2-733FD6BC32CD}"/>
                                            </p:graphicEl>
                                          </p:spTgt>
                                        </p:tgtEl>
                                        <p:attrNameLst>
                                          <p:attrName>ppt_x</p:attrName>
                                        </p:attrNameLst>
                                      </p:cBhvr>
                                      <p:tavLst>
                                        <p:tav tm="0">
                                          <p:val>
                                            <p:strVal val="#ppt_x"/>
                                          </p:val>
                                        </p:tav>
                                        <p:tav tm="100000">
                                          <p:val>
                                            <p:strVal val="#ppt_x"/>
                                          </p:val>
                                        </p:tav>
                                      </p:tavLst>
                                    </p:anim>
                                    <p:anim calcmode="lin" valueType="num">
                                      <p:cBhvr>
                                        <p:cTn id="16" dur="1000" fill="hold"/>
                                        <p:tgtEl>
                                          <p:spTgt spid="6">
                                            <p:graphicEl>
                                              <a:dgm id="{ABF58B88-BDEE-4E5A-9EC2-733FD6BC32CD}"/>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graphicEl>
                                              <a:dgm id="{6038E8DC-A3CF-4777-B11F-A9EA20CC5BB9}"/>
                                            </p:graphicEl>
                                          </p:spTgt>
                                        </p:tgtEl>
                                        <p:attrNameLst>
                                          <p:attrName>style.visibility</p:attrName>
                                        </p:attrNameLst>
                                      </p:cBhvr>
                                      <p:to>
                                        <p:strVal val="visible"/>
                                      </p:to>
                                    </p:set>
                                    <p:animEffect transition="in" filter="fade">
                                      <p:cBhvr>
                                        <p:cTn id="21" dur="1000"/>
                                        <p:tgtEl>
                                          <p:spTgt spid="6">
                                            <p:graphicEl>
                                              <a:dgm id="{6038E8DC-A3CF-4777-B11F-A9EA20CC5BB9}"/>
                                            </p:graphicEl>
                                          </p:spTgt>
                                        </p:tgtEl>
                                      </p:cBhvr>
                                    </p:animEffect>
                                    <p:anim calcmode="lin" valueType="num">
                                      <p:cBhvr>
                                        <p:cTn id="22" dur="1000" fill="hold"/>
                                        <p:tgtEl>
                                          <p:spTgt spid="6">
                                            <p:graphicEl>
                                              <a:dgm id="{6038E8DC-A3CF-4777-B11F-A9EA20CC5BB9}"/>
                                            </p:graphicEl>
                                          </p:spTgt>
                                        </p:tgtEl>
                                        <p:attrNameLst>
                                          <p:attrName>ppt_x</p:attrName>
                                        </p:attrNameLst>
                                      </p:cBhvr>
                                      <p:tavLst>
                                        <p:tav tm="0">
                                          <p:val>
                                            <p:strVal val="#ppt_x"/>
                                          </p:val>
                                        </p:tav>
                                        <p:tav tm="100000">
                                          <p:val>
                                            <p:strVal val="#ppt_x"/>
                                          </p:val>
                                        </p:tav>
                                      </p:tavLst>
                                    </p:anim>
                                    <p:anim calcmode="lin" valueType="num">
                                      <p:cBhvr>
                                        <p:cTn id="23" dur="1000" fill="hold"/>
                                        <p:tgtEl>
                                          <p:spTgt spid="6">
                                            <p:graphicEl>
                                              <a:dgm id="{6038E8DC-A3CF-4777-B11F-A9EA20CC5BB9}"/>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graphicEl>
                                              <a:dgm id="{9D06FF5A-AA84-448C-A810-40AFBCB144C2}"/>
                                            </p:graphicEl>
                                          </p:spTgt>
                                        </p:tgtEl>
                                        <p:attrNameLst>
                                          <p:attrName>style.visibility</p:attrName>
                                        </p:attrNameLst>
                                      </p:cBhvr>
                                      <p:to>
                                        <p:strVal val="visible"/>
                                      </p:to>
                                    </p:set>
                                    <p:animEffect transition="in" filter="fade">
                                      <p:cBhvr>
                                        <p:cTn id="28" dur="1000"/>
                                        <p:tgtEl>
                                          <p:spTgt spid="6">
                                            <p:graphicEl>
                                              <a:dgm id="{9D06FF5A-AA84-448C-A810-40AFBCB144C2}"/>
                                            </p:graphicEl>
                                          </p:spTgt>
                                        </p:tgtEl>
                                      </p:cBhvr>
                                    </p:animEffect>
                                    <p:anim calcmode="lin" valueType="num">
                                      <p:cBhvr>
                                        <p:cTn id="29" dur="1000" fill="hold"/>
                                        <p:tgtEl>
                                          <p:spTgt spid="6">
                                            <p:graphicEl>
                                              <a:dgm id="{9D06FF5A-AA84-448C-A810-40AFBCB144C2}"/>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dgm id="{9D06FF5A-AA84-448C-A810-40AFBCB144C2}"/>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0D7BB22A-29E1-9476-CFA6-9669DBB0F9C8}"/>
              </a:ext>
            </a:extLst>
          </p:cNvPr>
          <p:cNvPicPr>
            <a:picLocks noGrp="1" noChangeAspect="1"/>
          </p:cNvPicPr>
          <p:nvPr>
            <p:ph sz="quarter" idx="19"/>
          </p:nvPr>
        </p:nvPicPr>
        <p:blipFill>
          <a:blip r:embed="rId2"/>
          <a:stretch>
            <a:fillRect/>
          </a:stretch>
        </p:blipFill>
        <p:spPr>
          <a:xfrm>
            <a:off x="676601" y="1236659"/>
            <a:ext cx="10609524" cy="4552381"/>
          </a:xfrm>
          <a:prstGeom prst="rect">
            <a:avLst/>
          </a:prstGeom>
        </p:spPr>
      </p:pic>
      <p:sp>
        <p:nvSpPr>
          <p:cNvPr id="4" name="文本占位符 3">
            <a:extLst>
              <a:ext uri="{FF2B5EF4-FFF2-40B4-BE49-F238E27FC236}">
                <a16:creationId xmlns:a16="http://schemas.microsoft.com/office/drawing/2014/main" id="{B5D31CE9-E6A4-7338-A408-D7EA4B913892}"/>
              </a:ext>
            </a:extLst>
          </p:cNvPr>
          <p:cNvSpPr>
            <a:spLocks noGrp="1"/>
          </p:cNvSpPr>
          <p:nvPr>
            <p:ph type="body" sz="quarter" idx="18"/>
          </p:nvPr>
        </p:nvSpPr>
        <p:spPr/>
        <p:txBody>
          <a:bodyPr/>
          <a:lstStyle/>
          <a:p>
            <a:r>
              <a:rPr lang="en-US" altLang="zh-CN"/>
              <a:t>Session</a:t>
            </a:r>
            <a:r>
              <a:rPr lang="zh-CN" altLang="en-US"/>
              <a:t>数据的存储</a:t>
            </a:r>
          </a:p>
        </p:txBody>
      </p:sp>
      <p:sp>
        <p:nvSpPr>
          <p:cNvPr id="8" name="矩形 7">
            <a:extLst>
              <a:ext uri="{FF2B5EF4-FFF2-40B4-BE49-F238E27FC236}">
                <a16:creationId xmlns:a16="http://schemas.microsoft.com/office/drawing/2014/main" id="{5B663D62-0996-AC86-5D3F-8EA82D3319A8}"/>
              </a:ext>
            </a:extLst>
          </p:cNvPr>
          <p:cNvSpPr/>
          <p:nvPr/>
        </p:nvSpPr>
        <p:spPr>
          <a:xfrm>
            <a:off x="850255" y="2388249"/>
            <a:ext cx="10278187" cy="496390"/>
          </a:xfrm>
          <a:prstGeom prst="rect">
            <a:avLst/>
          </a:prstGeom>
          <a:solidFill>
            <a:srgbClr val="0BB863">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zh-CN" altLang="en-US">
              <a:solidFill>
                <a:srgbClr val="FF0000"/>
              </a:solidFill>
            </a:endParaRPr>
          </a:p>
        </p:txBody>
      </p:sp>
    </p:spTree>
    <p:extLst>
      <p:ext uri="{BB962C8B-B14F-4D97-AF65-F5344CB8AC3E}">
        <p14:creationId xmlns:p14="http://schemas.microsoft.com/office/powerpoint/2010/main" val="201427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FBFF2B4B-54F5-29DA-06A7-510A7E397D63}"/>
              </a:ext>
            </a:extLst>
          </p:cNvPr>
          <p:cNvPicPr>
            <a:picLocks noGrp="1" noChangeAspect="1"/>
          </p:cNvPicPr>
          <p:nvPr>
            <p:ph sz="quarter" idx="19"/>
          </p:nvPr>
        </p:nvPicPr>
        <p:blipFill>
          <a:blip r:embed="rId3"/>
          <a:stretch>
            <a:fillRect/>
          </a:stretch>
        </p:blipFill>
        <p:spPr>
          <a:xfrm>
            <a:off x="1096052" y="1052513"/>
            <a:ext cx="4970695" cy="5329237"/>
          </a:xfrm>
          <a:prstGeom prst="rect">
            <a:avLst/>
          </a:prstGeom>
          <a:ln>
            <a:solidFill>
              <a:schemeClr val="accent1"/>
            </a:solidFill>
          </a:ln>
        </p:spPr>
      </p:pic>
      <p:pic>
        <p:nvPicPr>
          <p:cNvPr id="9" name="内容占位符 8">
            <a:extLst>
              <a:ext uri="{FF2B5EF4-FFF2-40B4-BE49-F238E27FC236}">
                <a16:creationId xmlns:a16="http://schemas.microsoft.com/office/drawing/2014/main" id="{E46FACA9-2BB4-2B41-C67B-2088EC7D9637}"/>
              </a:ext>
            </a:extLst>
          </p:cNvPr>
          <p:cNvPicPr>
            <a:picLocks noGrp="1" noChangeAspect="1"/>
          </p:cNvPicPr>
          <p:nvPr>
            <p:ph sz="quarter" idx="20"/>
          </p:nvPr>
        </p:nvPicPr>
        <p:blipFill>
          <a:blip r:embed="rId4"/>
          <a:stretch>
            <a:fillRect/>
          </a:stretch>
        </p:blipFill>
        <p:spPr>
          <a:xfrm>
            <a:off x="6353091" y="888646"/>
            <a:ext cx="4742857" cy="3390476"/>
          </a:xfrm>
          <a:prstGeom prst="rect">
            <a:avLst/>
          </a:prstGeom>
        </p:spPr>
      </p:pic>
      <p:sp>
        <p:nvSpPr>
          <p:cNvPr id="6" name="文本占位符 5">
            <a:extLst>
              <a:ext uri="{FF2B5EF4-FFF2-40B4-BE49-F238E27FC236}">
                <a16:creationId xmlns:a16="http://schemas.microsoft.com/office/drawing/2014/main" id="{06CE642E-91B9-92D7-E813-54399E25B618}"/>
              </a:ext>
            </a:extLst>
          </p:cNvPr>
          <p:cNvSpPr>
            <a:spLocks noGrp="1"/>
          </p:cNvSpPr>
          <p:nvPr>
            <p:ph type="body" sz="quarter" idx="18"/>
          </p:nvPr>
        </p:nvSpPr>
        <p:spPr/>
        <p:txBody>
          <a:bodyPr/>
          <a:lstStyle/>
          <a:p>
            <a:r>
              <a:rPr lang="zh-CN" altLang="en-US"/>
              <a:t>用户数据的读写</a:t>
            </a:r>
            <a:r>
              <a:rPr lang="en-US" altLang="zh-CN"/>
              <a:t>——</a:t>
            </a:r>
            <a:r>
              <a:rPr lang="zh-CN" altLang="en-US"/>
              <a:t>序列化和反序列化</a:t>
            </a:r>
          </a:p>
        </p:txBody>
      </p:sp>
      <p:sp>
        <p:nvSpPr>
          <p:cNvPr id="10" name="矩形 9">
            <a:extLst>
              <a:ext uri="{FF2B5EF4-FFF2-40B4-BE49-F238E27FC236}">
                <a16:creationId xmlns:a16="http://schemas.microsoft.com/office/drawing/2014/main" id="{4B436876-C7F7-DC7F-9436-076F94CC840D}"/>
              </a:ext>
            </a:extLst>
          </p:cNvPr>
          <p:cNvSpPr/>
          <p:nvPr/>
        </p:nvSpPr>
        <p:spPr>
          <a:xfrm>
            <a:off x="6353091" y="4513554"/>
            <a:ext cx="5301879" cy="1763876"/>
          </a:xfrm>
          <a:prstGeom prst="rect">
            <a:avLst/>
          </a:prstGeom>
          <a:solidFill>
            <a:srgbClr val="0BB863">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rgbClr val="FF0000"/>
                </a:solidFill>
              </a:rPr>
              <a:t>序列化：写入</a:t>
            </a:r>
            <a:r>
              <a:rPr lang="en-US" altLang="zh-CN">
                <a:solidFill>
                  <a:srgbClr val="FF0000"/>
                </a:solidFill>
              </a:rPr>
              <a:t>$_SESSION</a:t>
            </a:r>
            <a:r>
              <a:rPr lang="zh-CN" altLang="en-US">
                <a:solidFill>
                  <a:srgbClr val="FF0000"/>
                </a:solidFill>
              </a:rPr>
              <a:t>数组，从内存</a:t>
            </a:r>
            <a:r>
              <a:rPr lang="en-US" altLang="zh-CN">
                <a:solidFill>
                  <a:srgbClr val="FF0000"/>
                </a:solidFill>
              </a:rPr>
              <a:t>——</a:t>
            </a:r>
            <a:r>
              <a:rPr lang="zh-CN" altLang="en-US">
                <a:solidFill>
                  <a:srgbClr val="FF0000"/>
                </a:solidFill>
              </a:rPr>
              <a:t>文件</a:t>
            </a:r>
            <a:endParaRPr lang="en-US" altLang="zh-CN">
              <a:solidFill>
                <a:srgbClr val="FF0000"/>
              </a:solidFill>
            </a:endParaRPr>
          </a:p>
          <a:p>
            <a:pPr algn="ctr"/>
            <a:endParaRPr lang="en-US" altLang="zh-CN">
              <a:solidFill>
                <a:srgbClr val="FF0000"/>
              </a:solidFill>
            </a:endParaRPr>
          </a:p>
          <a:p>
            <a:pPr algn="ctr"/>
            <a:r>
              <a:rPr lang="zh-CN" altLang="en-US">
                <a:solidFill>
                  <a:srgbClr val="FF0000"/>
                </a:solidFill>
              </a:rPr>
              <a:t>反序列化：访问</a:t>
            </a:r>
            <a:r>
              <a:rPr lang="en-US" altLang="zh-CN">
                <a:solidFill>
                  <a:srgbClr val="FF0000"/>
                </a:solidFill>
              </a:rPr>
              <a:t>$_SESSION</a:t>
            </a:r>
            <a:r>
              <a:rPr lang="zh-CN" altLang="en-US">
                <a:solidFill>
                  <a:srgbClr val="FF0000"/>
                </a:solidFill>
              </a:rPr>
              <a:t>数组，从文件获取用户数据</a:t>
            </a:r>
          </a:p>
        </p:txBody>
      </p:sp>
    </p:spTree>
    <p:extLst>
      <p:ext uri="{BB962C8B-B14F-4D97-AF65-F5344CB8AC3E}">
        <p14:creationId xmlns:p14="http://schemas.microsoft.com/office/powerpoint/2010/main" val="311879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3880D70-4376-5F54-E704-4FF4A3386043}"/>
              </a:ext>
            </a:extLst>
          </p:cNvPr>
          <p:cNvSpPr>
            <a:spLocks noGrp="1"/>
          </p:cNvSpPr>
          <p:nvPr>
            <p:ph type="body" sz="quarter" idx="18"/>
          </p:nvPr>
        </p:nvSpPr>
        <p:spPr/>
        <p:txBody>
          <a:bodyPr/>
          <a:lstStyle/>
          <a:p>
            <a:r>
              <a:rPr lang="zh-CN" altLang="en-US"/>
              <a:t>有状态登录流程 </a:t>
            </a:r>
          </a:p>
        </p:txBody>
      </p:sp>
      <p:pic>
        <p:nvPicPr>
          <p:cNvPr id="4" name="内容占位符 3">
            <a:extLst>
              <a:ext uri="{FF2B5EF4-FFF2-40B4-BE49-F238E27FC236}">
                <a16:creationId xmlns:a16="http://schemas.microsoft.com/office/drawing/2014/main" id="{9B6EA083-539A-9D7D-6F6C-6A47D5CD37A8}"/>
              </a:ext>
            </a:extLst>
          </p:cNvPr>
          <p:cNvPicPr>
            <a:picLocks noGrp="1" noChangeAspect="1"/>
          </p:cNvPicPr>
          <p:nvPr>
            <p:ph sz="quarter" idx="19"/>
          </p:nvPr>
        </p:nvPicPr>
        <p:blipFill>
          <a:blip r:embed="rId2" cstate="print">
            <a:extLst>
              <a:ext uri="{28A0092B-C50C-407E-A947-70E740481C1C}">
                <a14:useLocalDpi xmlns:a14="http://schemas.microsoft.com/office/drawing/2010/main" val="0"/>
              </a:ext>
            </a:extLst>
          </a:blip>
          <a:stretch>
            <a:fillRect/>
          </a:stretch>
        </p:blipFill>
        <p:spPr>
          <a:xfrm>
            <a:off x="2789516" y="908458"/>
            <a:ext cx="6003913" cy="5761037"/>
          </a:xfrm>
          <a:prstGeom prst="rect">
            <a:avLst/>
          </a:prstGeom>
          <a:ln>
            <a:solidFill>
              <a:srgbClr val="00B050"/>
            </a:solidFill>
          </a:ln>
        </p:spPr>
      </p:pic>
    </p:spTree>
    <p:extLst>
      <p:ext uri="{BB962C8B-B14F-4D97-AF65-F5344CB8AC3E}">
        <p14:creationId xmlns:p14="http://schemas.microsoft.com/office/powerpoint/2010/main" val="295023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6C6FA10-60D1-4D45-E036-5DD60278DD60}"/>
              </a:ext>
            </a:extLst>
          </p:cNvPr>
          <p:cNvSpPr>
            <a:spLocks noGrp="1"/>
          </p:cNvSpPr>
          <p:nvPr>
            <p:ph type="body" sz="quarter" idx="18"/>
          </p:nvPr>
        </p:nvSpPr>
        <p:spPr/>
        <p:txBody>
          <a:bodyPr/>
          <a:lstStyle/>
          <a:p>
            <a:r>
              <a:rPr lang="en-US" altLang="zh-CN"/>
              <a:t>Session+token</a:t>
            </a:r>
            <a:r>
              <a:rPr lang="zh-CN" altLang="en-US"/>
              <a:t>登录认证的方法执行</a:t>
            </a:r>
          </a:p>
        </p:txBody>
      </p:sp>
      <p:pic>
        <p:nvPicPr>
          <p:cNvPr id="6" name="内容占位符 5">
            <a:extLst>
              <a:ext uri="{FF2B5EF4-FFF2-40B4-BE49-F238E27FC236}">
                <a16:creationId xmlns:a16="http://schemas.microsoft.com/office/drawing/2014/main" id="{07463815-39D7-E9D7-017B-AAF184B576D9}"/>
              </a:ext>
            </a:extLst>
          </p:cNvPr>
          <p:cNvPicPr>
            <a:picLocks noGrp="1" noChangeAspect="1"/>
          </p:cNvPicPr>
          <p:nvPr>
            <p:ph sz="quarter" idx="19"/>
          </p:nvPr>
        </p:nvPicPr>
        <p:blipFill>
          <a:blip r:embed="rId2"/>
          <a:stretch>
            <a:fillRect/>
          </a:stretch>
        </p:blipFill>
        <p:spPr>
          <a:xfrm>
            <a:off x="2279256" y="836613"/>
            <a:ext cx="7690637" cy="5761037"/>
          </a:xfrm>
          <a:prstGeom prst="rect">
            <a:avLst/>
          </a:prstGeom>
        </p:spPr>
      </p:pic>
    </p:spTree>
    <p:extLst>
      <p:ext uri="{BB962C8B-B14F-4D97-AF65-F5344CB8AC3E}">
        <p14:creationId xmlns:p14="http://schemas.microsoft.com/office/powerpoint/2010/main" val="2847213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6D00B-2585-671A-1C28-A9E490625CE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B44F222-7B13-74CF-8F59-25415C7E37B5}"/>
              </a:ext>
            </a:extLst>
          </p:cNvPr>
          <p:cNvSpPr>
            <a:spLocks noGrp="1"/>
          </p:cNvSpPr>
          <p:nvPr>
            <p:ph sz="quarter" idx="19"/>
          </p:nvPr>
        </p:nvSpPr>
        <p:spPr/>
        <p:txBody>
          <a:bodyPr/>
          <a:lstStyle/>
          <a:p>
            <a:r>
              <a:rPr lang="zh-CN" altLang="en-US"/>
              <a:t>模拟登录认证时的会话动作：</a:t>
            </a:r>
            <a:endParaRPr lang="en-US" altLang="zh-CN"/>
          </a:p>
          <a:p>
            <a:pPr marL="914400" lvl="1" indent="-457200">
              <a:buFont typeface="+mj-ea"/>
              <a:buAutoNum type="circleNumDbPlain"/>
            </a:pPr>
            <a:r>
              <a:rPr lang="zh-CN" altLang="en-US"/>
              <a:t>设置会话</a:t>
            </a:r>
            <a:r>
              <a:rPr lang="en-US" altLang="zh-CN"/>
              <a:t>id</a:t>
            </a:r>
            <a:r>
              <a:rPr lang="zh-CN" altLang="en-US"/>
              <a:t>不使用</a:t>
            </a:r>
            <a:r>
              <a:rPr lang="en-US" altLang="zh-CN"/>
              <a:t>cookie</a:t>
            </a:r>
            <a:r>
              <a:rPr lang="zh-CN" altLang="en-US"/>
              <a:t>保存</a:t>
            </a:r>
            <a:endParaRPr lang="en-US" altLang="zh-CN"/>
          </a:p>
          <a:p>
            <a:pPr marL="914400" lvl="1" indent="-457200">
              <a:buFont typeface="+mj-ea"/>
              <a:buAutoNum type="circleNumDbPlain"/>
            </a:pPr>
            <a:r>
              <a:rPr lang="zh-CN" altLang="en-US"/>
              <a:t>开启会话</a:t>
            </a:r>
            <a:endParaRPr lang="en-US" altLang="zh-CN"/>
          </a:p>
          <a:p>
            <a:pPr marL="914400" lvl="1" indent="-457200">
              <a:buFont typeface="+mj-ea"/>
              <a:buAutoNum type="circleNumDbPlain"/>
            </a:pPr>
            <a:r>
              <a:rPr lang="zh-CN" altLang="en-US"/>
              <a:t>利用变量存储会话</a:t>
            </a:r>
            <a:r>
              <a:rPr lang="en-US" altLang="zh-CN"/>
              <a:t>id</a:t>
            </a:r>
          </a:p>
          <a:p>
            <a:pPr marL="914400" lvl="1" indent="-457200">
              <a:buFont typeface="+mj-ea"/>
              <a:buAutoNum type="circleNumDbPlain"/>
            </a:pPr>
            <a:r>
              <a:rPr lang="zh-CN" altLang="en-US"/>
              <a:t>用户登录成功存储用户关键数组到</a:t>
            </a:r>
            <a:r>
              <a:rPr lang="en-US" altLang="zh-CN"/>
              <a:t>$_SESSION</a:t>
            </a:r>
            <a:r>
              <a:rPr lang="zh-CN" altLang="en-US"/>
              <a:t>数组</a:t>
            </a:r>
            <a:endParaRPr lang="en-US" altLang="zh-CN"/>
          </a:p>
          <a:p>
            <a:pPr marL="914400" lvl="1" indent="-457200">
              <a:buFont typeface="+mj-ea"/>
              <a:buAutoNum type="circleNumDbPlain"/>
            </a:pPr>
            <a:r>
              <a:rPr lang="zh-CN" altLang="en-US"/>
              <a:t>向前端返回</a:t>
            </a:r>
            <a:r>
              <a:rPr lang="en-US" altLang="zh-CN"/>
              <a:t>json</a:t>
            </a:r>
            <a:r>
              <a:rPr lang="zh-CN" altLang="en-US"/>
              <a:t>数据（格式如右图所示）</a:t>
            </a:r>
            <a:endParaRPr lang="en-US" altLang="zh-CN"/>
          </a:p>
          <a:p>
            <a:pPr marL="914400" lvl="1" indent="-457200">
              <a:buFont typeface="+mj-ea"/>
              <a:buAutoNum type="circleNumDbPlain"/>
            </a:pPr>
            <a:endParaRPr lang="en-US" altLang="zh-CN"/>
          </a:p>
          <a:p>
            <a:pPr marL="914400" lvl="1" indent="-457200">
              <a:buFont typeface="+mj-ea"/>
              <a:buAutoNum type="circleNumDbPlain"/>
            </a:pPr>
            <a:endParaRPr lang="zh-CN" altLang="en-US"/>
          </a:p>
        </p:txBody>
      </p:sp>
      <p:sp>
        <p:nvSpPr>
          <p:cNvPr id="4" name="文本占位符 3">
            <a:extLst>
              <a:ext uri="{FF2B5EF4-FFF2-40B4-BE49-F238E27FC236}">
                <a16:creationId xmlns:a16="http://schemas.microsoft.com/office/drawing/2014/main" id="{90AA49FD-6695-4410-14D8-9E04A56A8982}"/>
              </a:ext>
            </a:extLst>
          </p:cNvPr>
          <p:cNvSpPr>
            <a:spLocks noGrp="1"/>
          </p:cNvSpPr>
          <p:nvPr>
            <p:ph type="body" sz="quarter" idx="18"/>
          </p:nvPr>
        </p:nvSpPr>
        <p:spPr/>
        <p:txBody>
          <a:bodyPr/>
          <a:lstStyle/>
          <a:p>
            <a:r>
              <a:rPr lang="zh-CN" altLang="en-US"/>
              <a:t>练习</a:t>
            </a:r>
            <a:r>
              <a:rPr lang="en-US" altLang="zh-CN"/>
              <a:t>4</a:t>
            </a:r>
            <a:endParaRPr lang="zh-CN" altLang="en-US"/>
          </a:p>
        </p:txBody>
      </p:sp>
      <p:pic>
        <p:nvPicPr>
          <p:cNvPr id="12" name="内容占位符 11">
            <a:extLst>
              <a:ext uri="{FF2B5EF4-FFF2-40B4-BE49-F238E27FC236}">
                <a16:creationId xmlns:a16="http://schemas.microsoft.com/office/drawing/2014/main" id="{8CA49405-BBD9-33D4-E79E-FB3C5238F7DB}"/>
              </a:ext>
            </a:extLst>
          </p:cNvPr>
          <p:cNvPicPr>
            <a:picLocks noGrp="1" noChangeAspect="1"/>
          </p:cNvPicPr>
          <p:nvPr>
            <p:ph sz="quarter" idx="20"/>
          </p:nvPr>
        </p:nvPicPr>
        <p:blipFill>
          <a:blip r:embed="rId2"/>
          <a:stretch>
            <a:fillRect/>
          </a:stretch>
        </p:blipFill>
        <p:spPr>
          <a:xfrm>
            <a:off x="6460112" y="955406"/>
            <a:ext cx="5461000" cy="3147944"/>
          </a:xfrm>
          <a:prstGeom prst="rect">
            <a:avLst/>
          </a:prstGeom>
          <a:ln>
            <a:solidFill>
              <a:schemeClr val="accent1"/>
            </a:solidFill>
          </a:ln>
        </p:spPr>
      </p:pic>
    </p:spTree>
    <p:extLst>
      <p:ext uri="{BB962C8B-B14F-4D97-AF65-F5344CB8AC3E}">
        <p14:creationId xmlns:p14="http://schemas.microsoft.com/office/powerpoint/2010/main" val="4264612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6D835414-78C2-84B5-42DC-70758CEB153F}"/>
              </a:ext>
            </a:extLst>
          </p:cNvPr>
          <p:cNvPicPr>
            <a:picLocks noGrp="1" noChangeAspect="1"/>
          </p:cNvPicPr>
          <p:nvPr>
            <p:ph sz="quarter" idx="20"/>
          </p:nvPr>
        </p:nvPicPr>
        <p:blipFill>
          <a:blip r:embed="rId2"/>
          <a:stretch>
            <a:fillRect/>
          </a:stretch>
        </p:blipFill>
        <p:spPr>
          <a:xfrm>
            <a:off x="6430929" y="1166646"/>
            <a:ext cx="5461000" cy="741020"/>
          </a:xfrm>
          <a:prstGeom prst="rect">
            <a:avLst/>
          </a:prstGeom>
          <a:ln>
            <a:solidFill>
              <a:schemeClr val="accent1"/>
            </a:solidFill>
          </a:ln>
        </p:spPr>
      </p:pic>
      <p:sp>
        <p:nvSpPr>
          <p:cNvPr id="4" name="文本占位符 3">
            <a:extLst>
              <a:ext uri="{FF2B5EF4-FFF2-40B4-BE49-F238E27FC236}">
                <a16:creationId xmlns:a16="http://schemas.microsoft.com/office/drawing/2014/main" id="{73520553-8342-7B12-7509-0C5D915333FD}"/>
              </a:ext>
            </a:extLst>
          </p:cNvPr>
          <p:cNvSpPr>
            <a:spLocks noGrp="1"/>
          </p:cNvSpPr>
          <p:nvPr>
            <p:ph type="body" sz="quarter" idx="18"/>
          </p:nvPr>
        </p:nvSpPr>
        <p:spPr/>
        <p:txBody>
          <a:bodyPr/>
          <a:lstStyle/>
          <a:p>
            <a:r>
              <a:rPr lang="zh-CN" altLang="en-US"/>
              <a:t>知识点：获取请求头的</a:t>
            </a:r>
            <a:r>
              <a:rPr lang="en-US" altLang="zh-CN"/>
              <a:t>Authorization</a:t>
            </a:r>
            <a:r>
              <a:rPr lang="zh-CN" altLang="en-US"/>
              <a:t>信息</a:t>
            </a:r>
          </a:p>
        </p:txBody>
      </p:sp>
      <p:pic>
        <p:nvPicPr>
          <p:cNvPr id="9" name="内容占位符 8">
            <a:extLst>
              <a:ext uri="{FF2B5EF4-FFF2-40B4-BE49-F238E27FC236}">
                <a16:creationId xmlns:a16="http://schemas.microsoft.com/office/drawing/2014/main" id="{A96FE46C-83C7-62DB-1C31-602A24631737}"/>
              </a:ext>
            </a:extLst>
          </p:cNvPr>
          <p:cNvPicPr>
            <a:picLocks noGrp="1" noChangeAspect="1"/>
          </p:cNvPicPr>
          <p:nvPr>
            <p:ph sz="quarter" idx="19"/>
          </p:nvPr>
        </p:nvPicPr>
        <p:blipFill>
          <a:blip r:embed="rId3"/>
          <a:stretch>
            <a:fillRect/>
          </a:stretch>
        </p:blipFill>
        <p:spPr>
          <a:xfrm>
            <a:off x="850256" y="1027757"/>
            <a:ext cx="5461000" cy="5242560"/>
          </a:xfrm>
          <a:prstGeom prst="rect">
            <a:avLst/>
          </a:prstGeom>
        </p:spPr>
      </p:pic>
    </p:spTree>
    <p:extLst>
      <p:ext uri="{BB962C8B-B14F-4D97-AF65-F5344CB8AC3E}">
        <p14:creationId xmlns:p14="http://schemas.microsoft.com/office/powerpoint/2010/main" val="2924017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8BC3597-9340-63DB-D381-B5A31F491858}"/>
              </a:ext>
            </a:extLst>
          </p:cNvPr>
          <p:cNvSpPr>
            <a:spLocks noGrp="1"/>
          </p:cNvSpPr>
          <p:nvPr>
            <p:ph sz="quarter" idx="19"/>
          </p:nvPr>
        </p:nvSpPr>
        <p:spPr/>
        <p:txBody>
          <a:bodyPr/>
          <a:lstStyle/>
          <a:p>
            <a:r>
              <a:rPr lang="zh-CN" altLang="en-US"/>
              <a:t>模拟用户登录后发起修改密码请求后的后端会话动作（使用练习</a:t>
            </a:r>
            <a:r>
              <a:rPr lang="en-US" altLang="zh-CN"/>
              <a:t>4</a:t>
            </a:r>
            <a:r>
              <a:rPr lang="zh-CN" altLang="en-US"/>
              <a:t>发送的会话</a:t>
            </a:r>
            <a:r>
              <a:rPr lang="en-US" altLang="zh-CN"/>
              <a:t>id</a:t>
            </a:r>
            <a:r>
              <a:rPr lang="zh-CN" altLang="en-US"/>
              <a:t>）</a:t>
            </a:r>
            <a:endParaRPr lang="en-US" altLang="zh-CN"/>
          </a:p>
          <a:p>
            <a:pPr marL="914400" lvl="1" indent="-457200">
              <a:buFont typeface="+mj-ea"/>
              <a:buAutoNum type="circleNumDbPlain"/>
            </a:pPr>
            <a:r>
              <a:rPr lang="zh-CN" altLang="en-US"/>
              <a:t>设置会话</a:t>
            </a:r>
            <a:r>
              <a:rPr lang="en-US" altLang="zh-CN"/>
              <a:t>id</a:t>
            </a:r>
            <a:r>
              <a:rPr lang="zh-CN" altLang="en-US"/>
              <a:t>存储方式</a:t>
            </a:r>
            <a:endParaRPr lang="en-US" altLang="zh-CN"/>
          </a:p>
          <a:p>
            <a:pPr marL="914400" lvl="1" indent="-457200">
              <a:buFont typeface="+mj-ea"/>
              <a:buAutoNum type="circleNumDbPlain"/>
            </a:pPr>
            <a:r>
              <a:rPr lang="zh-CN" altLang="en-US"/>
              <a:t>获取请求头的</a:t>
            </a:r>
            <a:r>
              <a:rPr lang="en-US" altLang="zh-CN"/>
              <a:t>Authorization</a:t>
            </a:r>
            <a:r>
              <a:rPr lang="zh-CN" altLang="en-US"/>
              <a:t>信息</a:t>
            </a:r>
            <a:endParaRPr lang="en-US" altLang="zh-CN"/>
          </a:p>
          <a:p>
            <a:pPr marL="914400" lvl="1" indent="-457200">
              <a:buFont typeface="+mj-ea"/>
              <a:buAutoNum type="circleNumDbPlain"/>
            </a:pPr>
            <a:r>
              <a:rPr lang="zh-CN" altLang="en-US"/>
              <a:t>设置会话</a:t>
            </a:r>
            <a:r>
              <a:rPr lang="en-US" altLang="zh-CN"/>
              <a:t>id</a:t>
            </a:r>
            <a:r>
              <a:rPr lang="zh-CN" altLang="en-US"/>
              <a:t>（</a:t>
            </a:r>
            <a:r>
              <a:rPr lang="en-US" altLang="zh-CN"/>
              <a:t>session_id</a:t>
            </a:r>
            <a:r>
              <a:rPr lang="zh-CN" altLang="en-US"/>
              <a:t>）</a:t>
            </a:r>
            <a:endParaRPr lang="en-US" altLang="zh-CN"/>
          </a:p>
          <a:p>
            <a:pPr marL="914400" lvl="1" indent="-457200">
              <a:buFont typeface="+mj-ea"/>
              <a:buAutoNum type="circleNumDbPlain"/>
            </a:pPr>
            <a:r>
              <a:rPr lang="zh-CN" altLang="en-US"/>
              <a:t>恢复会话（</a:t>
            </a:r>
            <a:r>
              <a:rPr lang="en-US" altLang="zh-CN"/>
              <a:t>session_start</a:t>
            </a:r>
            <a:r>
              <a:rPr lang="zh-CN" altLang="en-US"/>
              <a:t>）</a:t>
            </a:r>
            <a:endParaRPr lang="en-US" altLang="zh-CN"/>
          </a:p>
          <a:p>
            <a:pPr marL="914400" lvl="1" indent="-457200">
              <a:buFont typeface="+mj-ea"/>
              <a:buAutoNum type="circleNumDbPlain"/>
            </a:pPr>
            <a:r>
              <a:rPr lang="zh-CN" altLang="en-US"/>
              <a:t>向前端反馈</a:t>
            </a:r>
            <a:r>
              <a:rPr lang="en-US" altLang="zh-CN"/>
              <a:t>json</a:t>
            </a:r>
            <a:r>
              <a:rPr lang="zh-CN" altLang="en-US"/>
              <a:t>信息（格式如右图所示）</a:t>
            </a:r>
          </a:p>
        </p:txBody>
      </p:sp>
      <p:pic>
        <p:nvPicPr>
          <p:cNvPr id="6" name="内容占位符 5">
            <a:extLst>
              <a:ext uri="{FF2B5EF4-FFF2-40B4-BE49-F238E27FC236}">
                <a16:creationId xmlns:a16="http://schemas.microsoft.com/office/drawing/2014/main" id="{70B672CD-E2D0-B602-6D88-C3331E44D5A8}"/>
              </a:ext>
            </a:extLst>
          </p:cNvPr>
          <p:cNvPicPr>
            <a:picLocks noGrp="1" noChangeAspect="1"/>
          </p:cNvPicPr>
          <p:nvPr>
            <p:ph sz="quarter" idx="20"/>
          </p:nvPr>
        </p:nvPicPr>
        <p:blipFill>
          <a:blip r:embed="rId2"/>
          <a:stretch>
            <a:fillRect/>
          </a:stretch>
        </p:blipFill>
        <p:spPr>
          <a:xfrm>
            <a:off x="6415718" y="1545702"/>
            <a:ext cx="5219048" cy="2171429"/>
          </a:xfrm>
          <a:prstGeom prst="rect">
            <a:avLst/>
          </a:prstGeom>
          <a:ln>
            <a:solidFill>
              <a:schemeClr val="accent1"/>
            </a:solidFill>
          </a:ln>
        </p:spPr>
      </p:pic>
      <p:sp>
        <p:nvSpPr>
          <p:cNvPr id="4" name="文本占位符 3">
            <a:extLst>
              <a:ext uri="{FF2B5EF4-FFF2-40B4-BE49-F238E27FC236}">
                <a16:creationId xmlns:a16="http://schemas.microsoft.com/office/drawing/2014/main" id="{115F9F70-5361-5C7C-07D5-71DFE11B6FFD}"/>
              </a:ext>
            </a:extLst>
          </p:cNvPr>
          <p:cNvSpPr>
            <a:spLocks noGrp="1"/>
          </p:cNvSpPr>
          <p:nvPr>
            <p:ph type="body" sz="quarter" idx="18"/>
          </p:nvPr>
        </p:nvSpPr>
        <p:spPr/>
        <p:txBody>
          <a:bodyPr/>
          <a:lstStyle/>
          <a:p>
            <a:r>
              <a:rPr lang="zh-CN" altLang="en-US"/>
              <a:t>练习</a:t>
            </a:r>
            <a:r>
              <a:rPr lang="en-US" altLang="zh-CN"/>
              <a:t>5</a:t>
            </a:r>
            <a:endParaRPr lang="zh-CN" altLang="en-US"/>
          </a:p>
        </p:txBody>
      </p:sp>
    </p:spTree>
    <p:extLst>
      <p:ext uri="{BB962C8B-B14F-4D97-AF65-F5344CB8AC3E}">
        <p14:creationId xmlns:p14="http://schemas.microsoft.com/office/powerpoint/2010/main" val="1059878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F028317-5355-5CA6-95DE-CBB45AF24FA9}"/>
              </a:ext>
            </a:extLst>
          </p:cNvPr>
          <p:cNvSpPr>
            <a:spLocks noGrp="1"/>
          </p:cNvSpPr>
          <p:nvPr>
            <p:ph type="body" idx="1"/>
          </p:nvPr>
        </p:nvSpPr>
        <p:spPr/>
        <p:txBody>
          <a:bodyPr/>
          <a:lstStyle/>
          <a:p>
            <a:r>
              <a:rPr lang="zh-CN" altLang="en-US"/>
              <a:t>恢复错误的会话</a:t>
            </a:r>
          </a:p>
        </p:txBody>
      </p:sp>
      <p:sp>
        <p:nvSpPr>
          <p:cNvPr id="16" name="文本占位符 15">
            <a:extLst>
              <a:ext uri="{FF2B5EF4-FFF2-40B4-BE49-F238E27FC236}">
                <a16:creationId xmlns:a16="http://schemas.microsoft.com/office/drawing/2014/main" id="{730F5F58-5EEC-FD77-6FFD-BBF3DDD8D73A}"/>
              </a:ext>
            </a:extLst>
          </p:cNvPr>
          <p:cNvSpPr>
            <a:spLocks noGrp="1"/>
          </p:cNvSpPr>
          <p:nvPr>
            <p:ph type="body" sz="quarter" idx="3"/>
          </p:nvPr>
        </p:nvSpPr>
        <p:spPr/>
        <p:txBody>
          <a:bodyPr/>
          <a:lstStyle/>
          <a:p>
            <a:r>
              <a:rPr lang="zh-CN" altLang="en-US"/>
              <a:t>解决方案：判断会话数据是否存在</a:t>
            </a:r>
          </a:p>
        </p:txBody>
      </p:sp>
      <p:pic>
        <p:nvPicPr>
          <p:cNvPr id="15" name="内容占位符 5">
            <a:extLst>
              <a:ext uri="{FF2B5EF4-FFF2-40B4-BE49-F238E27FC236}">
                <a16:creationId xmlns:a16="http://schemas.microsoft.com/office/drawing/2014/main" id="{A66D6B41-9D75-6ACA-AD24-E52971581948}"/>
              </a:ext>
            </a:extLst>
          </p:cNvPr>
          <p:cNvPicPr>
            <a:picLocks noGrp="1" noChangeAspect="1"/>
          </p:cNvPicPr>
          <p:nvPr>
            <p:ph sz="quarter" idx="19"/>
          </p:nvPr>
        </p:nvPicPr>
        <p:blipFill>
          <a:blip r:embed="rId2"/>
          <a:stretch>
            <a:fillRect/>
          </a:stretch>
        </p:blipFill>
        <p:spPr>
          <a:xfrm>
            <a:off x="588963" y="1953558"/>
            <a:ext cx="4859337" cy="1475442"/>
          </a:xfrm>
          <a:prstGeom prst="rect">
            <a:avLst/>
          </a:prstGeom>
        </p:spPr>
      </p:pic>
      <p:sp>
        <p:nvSpPr>
          <p:cNvPr id="17" name="文本占位符 16">
            <a:extLst>
              <a:ext uri="{FF2B5EF4-FFF2-40B4-BE49-F238E27FC236}">
                <a16:creationId xmlns:a16="http://schemas.microsoft.com/office/drawing/2014/main" id="{5ADE4434-639E-EE8A-528D-F8AB9A90473E}"/>
              </a:ext>
            </a:extLst>
          </p:cNvPr>
          <p:cNvSpPr>
            <a:spLocks noGrp="1"/>
          </p:cNvSpPr>
          <p:nvPr>
            <p:ph type="body" sz="quarter" idx="18"/>
          </p:nvPr>
        </p:nvSpPr>
        <p:spPr/>
        <p:txBody>
          <a:bodyPr/>
          <a:lstStyle/>
          <a:p>
            <a:r>
              <a:rPr lang="zh-CN" altLang="en-US"/>
              <a:t>提问：如果传入错误的会话</a:t>
            </a:r>
            <a:r>
              <a:rPr lang="en-US" altLang="zh-CN"/>
              <a:t>id</a:t>
            </a:r>
            <a:r>
              <a:rPr lang="zh-CN" altLang="en-US"/>
              <a:t>？</a:t>
            </a:r>
            <a:r>
              <a:rPr lang="en-US" altLang="zh-CN"/>
              <a:t>——</a:t>
            </a:r>
            <a:r>
              <a:rPr lang="zh-CN" altLang="en-US"/>
              <a:t>优化练习</a:t>
            </a:r>
            <a:r>
              <a:rPr lang="en-US" altLang="zh-CN"/>
              <a:t>5</a:t>
            </a:r>
            <a:endParaRPr lang="zh-CN" altLang="en-US"/>
          </a:p>
        </p:txBody>
      </p:sp>
      <p:pic>
        <p:nvPicPr>
          <p:cNvPr id="30" name="内容占位符 29">
            <a:extLst>
              <a:ext uri="{FF2B5EF4-FFF2-40B4-BE49-F238E27FC236}">
                <a16:creationId xmlns:a16="http://schemas.microsoft.com/office/drawing/2014/main" id="{72CBE471-83D5-4FEF-9B94-6C7463B0F82D}"/>
              </a:ext>
            </a:extLst>
          </p:cNvPr>
          <p:cNvPicPr>
            <a:picLocks noGrp="1" noChangeAspect="1"/>
          </p:cNvPicPr>
          <p:nvPr>
            <p:ph sz="quarter" idx="20"/>
          </p:nvPr>
        </p:nvPicPr>
        <p:blipFill>
          <a:blip r:embed="rId3"/>
          <a:stretch>
            <a:fillRect/>
          </a:stretch>
        </p:blipFill>
        <p:spPr>
          <a:xfrm>
            <a:off x="6029323" y="3653298"/>
            <a:ext cx="5184775" cy="2930897"/>
          </a:xfrm>
          <a:prstGeom prst="rect">
            <a:avLst/>
          </a:prstGeom>
          <a:ln>
            <a:solidFill>
              <a:schemeClr val="accent1"/>
            </a:solidFill>
          </a:ln>
        </p:spPr>
      </p:pic>
      <p:pic>
        <p:nvPicPr>
          <p:cNvPr id="28" name="内容占位符 24">
            <a:extLst>
              <a:ext uri="{FF2B5EF4-FFF2-40B4-BE49-F238E27FC236}">
                <a16:creationId xmlns:a16="http://schemas.microsoft.com/office/drawing/2014/main" id="{155A8DE3-90D5-3961-CB9E-58D713F7CCC0}"/>
              </a:ext>
            </a:extLst>
          </p:cNvPr>
          <p:cNvPicPr>
            <a:picLocks noChangeAspect="1"/>
          </p:cNvPicPr>
          <p:nvPr/>
        </p:nvPicPr>
        <p:blipFill>
          <a:blip r:embed="rId4"/>
          <a:stretch>
            <a:fillRect/>
          </a:stretch>
        </p:blipFill>
        <p:spPr>
          <a:xfrm>
            <a:off x="676545" y="3653299"/>
            <a:ext cx="5184775" cy="2982092"/>
          </a:xfrm>
          <a:prstGeom prst="rect">
            <a:avLst/>
          </a:prstGeom>
          <a:ln>
            <a:solidFill>
              <a:schemeClr val="accent1"/>
            </a:solidFill>
          </a:ln>
        </p:spPr>
      </p:pic>
      <p:pic>
        <p:nvPicPr>
          <p:cNvPr id="32" name="图片 31">
            <a:extLst>
              <a:ext uri="{FF2B5EF4-FFF2-40B4-BE49-F238E27FC236}">
                <a16:creationId xmlns:a16="http://schemas.microsoft.com/office/drawing/2014/main" id="{9ED62E26-3D06-6B78-2E55-E99551BBC118}"/>
              </a:ext>
            </a:extLst>
          </p:cNvPr>
          <p:cNvPicPr>
            <a:picLocks noChangeAspect="1"/>
          </p:cNvPicPr>
          <p:nvPr/>
        </p:nvPicPr>
        <p:blipFill>
          <a:blip r:embed="rId5"/>
          <a:stretch>
            <a:fillRect/>
          </a:stretch>
        </p:blipFill>
        <p:spPr>
          <a:xfrm>
            <a:off x="6029323" y="1663804"/>
            <a:ext cx="5184775" cy="1954644"/>
          </a:xfrm>
          <a:prstGeom prst="rect">
            <a:avLst/>
          </a:prstGeom>
          <a:ln>
            <a:solidFill>
              <a:schemeClr val="accent1"/>
            </a:solidFill>
          </a:ln>
        </p:spPr>
      </p:pic>
    </p:spTree>
    <p:extLst>
      <p:ext uri="{BB962C8B-B14F-4D97-AF65-F5344CB8AC3E}">
        <p14:creationId xmlns:p14="http://schemas.microsoft.com/office/powerpoint/2010/main" val="3906175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anim calcmode="lin" valueType="num">
                                      <p:cBhvr>
                                        <p:cTn id="22" dur="1000" fill="hold"/>
                                        <p:tgtEl>
                                          <p:spTgt spid="30"/>
                                        </p:tgtEl>
                                        <p:attrNameLst>
                                          <p:attrName>ppt_x</p:attrName>
                                        </p:attrNameLst>
                                      </p:cBhvr>
                                      <p:tavLst>
                                        <p:tav tm="0">
                                          <p:val>
                                            <p:strVal val="#ppt_x"/>
                                          </p:val>
                                        </p:tav>
                                        <p:tav tm="100000">
                                          <p:val>
                                            <p:strVal val="#ppt_x"/>
                                          </p:val>
                                        </p:tav>
                                      </p:tavLst>
                                    </p:anim>
                                    <p:anim calcmode="lin" valueType="num">
                                      <p:cBhvr>
                                        <p:cTn id="2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1000"/>
                                        <p:tgtEl>
                                          <p:spTgt spid="32"/>
                                        </p:tgtEl>
                                      </p:cBhvr>
                                    </p:animEffect>
                                    <p:anim calcmode="lin" valueType="num">
                                      <p:cBhvr>
                                        <p:cTn id="29" dur="1000" fill="hold"/>
                                        <p:tgtEl>
                                          <p:spTgt spid="32"/>
                                        </p:tgtEl>
                                        <p:attrNameLst>
                                          <p:attrName>ppt_x</p:attrName>
                                        </p:attrNameLst>
                                      </p:cBhvr>
                                      <p:tavLst>
                                        <p:tav tm="0">
                                          <p:val>
                                            <p:strVal val="#ppt_x"/>
                                          </p:val>
                                        </p:tav>
                                        <p:tav tm="100000">
                                          <p:val>
                                            <p:strVal val="#ppt_x"/>
                                          </p:val>
                                        </p:tav>
                                      </p:tavLst>
                                    </p:anim>
                                    <p:anim calcmode="lin" valueType="num">
                                      <p:cBhvr>
                                        <p:cTn id="3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910411-AB00-3E72-D192-8E72FD43EB4B}"/>
              </a:ext>
            </a:extLst>
          </p:cNvPr>
          <p:cNvSpPr>
            <a:spLocks noGrp="1"/>
          </p:cNvSpPr>
          <p:nvPr>
            <p:ph type="body" sz="quarter" idx="10"/>
          </p:nvPr>
        </p:nvSpPr>
        <p:spPr/>
        <p:txBody>
          <a:bodyPr/>
          <a:lstStyle/>
          <a:p>
            <a:pPr lvl="0"/>
            <a:r>
              <a:rPr lang="zh-CN" altLang="en-US"/>
              <a:t>登录认证的实现分析</a:t>
            </a:r>
            <a:endParaRPr lang="en-US" altLang="zh-CN"/>
          </a:p>
          <a:p>
            <a:r>
              <a:rPr lang="en-US" altLang="zh-CN"/>
              <a:t>API</a:t>
            </a:r>
            <a:r>
              <a:rPr lang="zh-CN" altLang="en-US"/>
              <a:t>文档的编写</a:t>
            </a:r>
          </a:p>
          <a:p>
            <a:pPr lvl="0"/>
            <a:r>
              <a:rPr lang="en-US" altLang="zh-CN"/>
              <a:t>User</a:t>
            </a:r>
            <a:r>
              <a:rPr lang="zh-CN" altLang="en-US"/>
              <a:t>、</a:t>
            </a:r>
            <a:r>
              <a:rPr lang="en-US" altLang="zh-CN"/>
              <a:t>Stu</a:t>
            </a:r>
            <a:r>
              <a:rPr lang="zh-CN" altLang="en-US"/>
              <a:t>和</a:t>
            </a:r>
            <a:r>
              <a:rPr lang="en-US" altLang="zh-CN"/>
              <a:t>Te</a:t>
            </a:r>
            <a:r>
              <a:rPr lang="zh-CN" altLang="en-US"/>
              <a:t>类的编写</a:t>
            </a:r>
          </a:p>
          <a:p>
            <a:pPr lvl="0"/>
            <a:r>
              <a:rPr lang="zh-CN" altLang="en-US"/>
              <a:t>作业二</a:t>
            </a:r>
          </a:p>
          <a:p>
            <a:endParaRPr lang="zh-CN" altLang="en-US"/>
          </a:p>
        </p:txBody>
      </p:sp>
      <p:sp>
        <p:nvSpPr>
          <p:cNvPr id="3" name="文本占位符 2">
            <a:extLst>
              <a:ext uri="{FF2B5EF4-FFF2-40B4-BE49-F238E27FC236}">
                <a16:creationId xmlns:a16="http://schemas.microsoft.com/office/drawing/2014/main" id="{BFD3E956-0ED8-C17D-DB84-005D40576B45}"/>
              </a:ext>
            </a:extLst>
          </p:cNvPr>
          <p:cNvSpPr>
            <a:spLocks noGrp="1"/>
          </p:cNvSpPr>
          <p:nvPr>
            <p:ph type="body" sz="quarter" idx="12"/>
          </p:nvPr>
        </p:nvSpPr>
        <p:spPr/>
        <p:txBody>
          <a:bodyPr/>
          <a:lstStyle/>
          <a:p>
            <a:r>
              <a:rPr lang="zh-CN" altLang="en-US"/>
              <a:t>系统登录认证的实现</a:t>
            </a:r>
          </a:p>
        </p:txBody>
      </p:sp>
    </p:spTree>
    <p:extLst>
      <p:ext uri="{BB962C8B-B14F-4D97-AF65-F5344CB8AC3E}">
        <p14:creationId xmlns:p14="http://schemas.microsoft.com/office/powerpoint/2010/main" val="1701849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FD7F010-D440-CCD0-732B-322DC3FC8F28}"/>
              </a:ext>
            </a:extLst>
          </p:cNvPr>
          <p:cNvSpPr>
            <a:spLocks noGrp="1"/>
          </p:cNvSpPr>
          <p:nvPr>
            <p:ph type="body" sz="quarter" idx="18"/>
          </p:nvPr>
        </p:nvSpPr>
        <p:spPr/>
        <p:txBody>
          <a:bodyPr/>
          <a:lstStyle/>
          <a:p>
            <a:r>
              <a:rPr lang="zh-CN" altLang="en-US"/>
              <a:t>登录认证的流程</a:t>
            </a:r>
          </a:p>
        </p:txBody>
      </p:sp>
      <p:pic>
        <p:nvPicPr>
          <p:cNvPr id="5" name="内容占位符 4">
            <a:extLst>
              <a:ext uri="{FF2B5EF4-FFF2-40B4-BE49-F238E27FC236}">
                <a16:creationId xmlns:a16="http://schemas.microsoft.com/office/drawing/2014/main" id="{2838B380-7078-6A55-D798-E256FA8CE453}"/>
              </a:ext>
            </a:extLst>
          </p:cNvPr>
          <p:cNvPicPr>
            <a:picLocks noGrp="1" noChangeAspect="1"/>
          </p:cNvPicPr>
          <p:nvPr>
            <p:ph sz="quarter" idx="19"/>
          </p:nvPr>
        </p:nvPicPr>
        <p:blipFill>
          <a:blip r:embed="rId2"/>
          <a:stretch>
            <a:fillRect/>
          </a:stretch>
        </p:blipFill>
        <p:spPr>
          <a:xfrm>
            <a:off x="1803797" y="836613"/>
            <a:ext cx="8641555" cy="5761037"/>
          </a:xfrm>
          <a:prstGeom prst="rect">
            <a:avLst/>
          </a:prstGeom>
        </p:spPr>
      </p:pic>
    </p:spTree>
    <p:extLst>
      <p:ext uri="{BB962C8B-B14F-4D97-AF65-F5344CB8AC3E}">
        <p14:creationId xmlns:p14="http://schemas.microsoft.com/office/powerpoint/2010/main" val="435669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0EA6C0C-886D-F18B-68C8-0B22252AA8D5}"/>
              </a:ext>
            </a:extLst>
          </p:cNvPr>
          <p:cNvSpPr>
            <a:spLocks noGrp="1"/>
          </p:cNvSpPr>
          <p:nvPr>
            <p:ph type="body" sz="quarter" idx="18"/>
          </p:nvPr>
        </p:nvSpPr>
        <p:spPr/>
        <p:txBody>
          <a:bodyPr/>
          <a:lstStyle/>
          <a:p>
            <a:r>
              <a:rPr lang="en-US" altLang="zh-CN"/>
              <a:t>API</a:t>
            </a:r>
            <a:r>
              <a:rPr lang="zh-CN" altLang="en-US"/>
              <a:t>文档的编写：</a:t>
            </a:r>
            <a:r>
              <a:rPr lang="zh-CN" altLang="zh-CN"/>
              <a:t>登录接口的请求和响应示范</a:t>
            </a:r>
            <a:endParaRPr lang="zh-CN" altLang="en-US"/>
          </a:p>
        </p:txBody>
      </p:sp>
      <p:pic>
        <p:nvPicPr>
          <p:cNvPr id="8" name="内容占位符 7">
            <a:extLst>
              <a:ext uri="{FF2B5EF4-FFF2-40B4-BE49-F238E27FC236}">
                <a16:creationId xmlns:a16="http://schemas.microsoft.com/office/drawing/2014/main" id="{654B52C3-0819-B808-39D3-80581EA1F373}"/>
              </a:ext>
            </a:extLst>
          </p:cNvPr>
          <p:cNvPicPr>
            <a:picLocks noGrp="1" noChangeAspect="1"/>
          </p:cNvPicPr>
          <p:nvPr>
            <p:ph sz="quarter" idx="19"/>
          </p:nvPr>
        </p:nvPicPr>
        <p:blipFill>
          <a:blip r:embed="rId2"/>
          <a:stretch>
            <a:fillRect/>
          </a:stretch>
        </p:blipFill>
        <p:spPr>
          <a:xfrm>
            <a:off x="963735" y="1052513"/>
            <a:ext cx="5235329" cy="5329237"/>
          </a:xfrm>
          <a:prstGeom prst="rect">
            <a:avLst/>
          </a:prstGeom>
          <a:ln>
            <a:solidFill>
              <a:srgbClr val="00B050"/>
            </a:solidFill>
          </a:ln>
        </p:spPr>
      </p:pic>
      <p:pic>
        <p:nvPicPr>
          <p:cNvPr id="9" name="内容占位符 8">
            <a:extLst>
              <a:ext uri="{FF2B5EF4-FFF2-40B4-BE49-F238E27FC236}">
                <a16:creationId xmlns:a16="http://schemas.microsoft.com/office/drawing/2014/main" id="{33B8341A-5822-B7A2-CFEC-4C8A36B222D5}"/>
              </a:ext>
            </a:extLst>
          </p:cNvPr>
          <p:cNvPicPr>
            <a:picLocks noGrp="1" noChangeAspect="1"/>
          </p:cNvPicPr>
          <p:nvPr>
            <p:ph sz="quarter" idx="20"/>
          </p:nvPr>
        </p:nvPicPr>
        <p:blipFill>
          <a:blip r:embed="rId3"/>
          <a:stretch>
            <a:fillRect/>
          </a:stretch>
        </p:blipFill>
        <p:spPr>
          <a:xfrm>
            <a:off x="6508750" y="1106363"/>
            <a:ext cx="5461000" cy="5161212"/>
          </a:xfrm>
          <a:prstGeom prst="rect">
            <a:avLst/>
          </a:prstGeom>
          <a:ln>
            <a:solidFill>
              <a:srgbClr val="00B050"/>
            </a:solidFill>
          </a:ln>
        </p:spPr>
      </p:pic>
    </p:spTree>
    <p:extLst>
      <p:ext uri="{BB962C8B-B14F-4D97-AF65-F5344CB8AC3E}">
        <p14:creationId xmlns:p14="http://schemas.microsoft.com/office/powerpoint/2010/main" val="309550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EC1C65E-E043-8AA6-AFCD-74081968E891}"/>
              </a:ext>
            </a:extLst>
          </p:cNvPr>
          <p:cNvSpPr>
            <a:spLocks noGrp="1"/>
          </p:cNvSpPr>
          <p:nvPr>
            <p:ph type="body" sz="quarter" idx="18"/>
          </p:nvPr>
        </p:nvSpPr>
        <p:spPr/>
        <p:txBody>
          <a:bodyPr/>
          <a:lstStyle/>
          <a:p>
            <a:r>
              <a:rPr lang="en-US" altLang="zh-CN"/>
              <a:t>API</a:t>
            </a:r>
            <a:r>
              <a:rPr lang="zh-CN" altLang="en-US"/>
              <a:t>文档的编写：</a:t>
            </a:r>
            <a:r>
              <a:rPr lang="zh-CN" altLang="zh-CN"/>
              <a:t>登录接口的请求和响应示范</a:t>
            </a:r>
            <a:endParaRPr lang="zh-CN" altLang="en-US"/>
          </a:p>
        </p:txBody>
      </p:sp>
      <p:pic>
        <p:nvPicPr>
          <p:cNvPr id="9" name="内容占位符 4">
            <a:extLst>
              <a:ext uri="{FF2B5EF4-FFF2-40B4-BE49-F238E27FC236}">
                <a16:creationId xmlns:a16="http://schemas.microsoft.com/office/drawing/2014/main" id="{822BC646-A8E2-FE4E-7F64-1949CE4E2AA3}"/>
              </a:ext>
            </a:extLst>
          </p:cNvPr>
          <p:cNvPicPr>
            <a:picLocks noChangeAspect="1"/>
          </p:cNvPicPr>
          <p:nvPr/>
        </p:nvPicPr>
        <p:blipFill>
          <a:blip r:embed="rId2"/>
          <a:stretch>
            <a:fillRect/>
          </a:stretch>
        </p:blipFill>
        <p:spPr>
          <a:xfrm>
            <a:off x="635000" y="1184108"/>
            <a:ext cx="5461000" cy="2558465"/>
          </a:xfrm>
          <a:prstGeom prst="rect">
            <a:avLst/>
          </a:prstGeom>
          <a:ln>
            <a:solidFill>
              <a:srgbClr val="00B050"/>
            </a:solidFill>
          </a:ln>
        </p:spPr>
      </p:pic>
      <p:pic>
        <p:nvPicPr>
          <p:cNvPr id="13" name="内容占位符 5">
            <a:extLst>
              <a:ext uri="{FF2B5EF4-FFF2-40B4-BE49-F238E27FC236}">
                <a16:creationId xmlns:a16="http://schemas.microsoft.com/office/drawing/2014/main" id="{76EC3B32-AC10-3C32-05E8-EF241B01165F}"/>
              </a:ext>
            </a:extLst>
          </p:cNvPr>
          <p:cNvPicPr>
            <a:picLocks noGrp="1" noChangeAspect="1"/>
          </p:cNvPicPr>
          <p:nvPr>
            <p:ph sz="quarter" idx="19"/>
          </p:nvPr>
        </p:nvPicPr>
        <p:blipFill>
          <a:blip r:embed="rId3"/>
          <a:stretch>
            <a:fillRect/>
          </a:stretch>
        </p:blipFill>
        <p:spPr>
          <a:xfrm>
            <a:off x="635000" y="3867367"/>
            <a:ext cx="5461000" cy="2484667"/>
          </a:xfrm>
          <a:prstGeom prst="rect">
            <a:avLst/>
          </a:prstGeom>
          <a:ln>
            <a:solidFill>
              <a:srgbClr val="00B050"/>
            </a:solidFill>
          </a:ln>
        </p:spPr>
      </p:pic>
      <p:pic>
        <p:nvPicPr>
          <p:cNvPr id="17" name="内容占位符 13">
            <a:extLst>
              <a:ext uri="{FF2B5EF4-FFF2-40B4-BE49-F238E27FC236}">
                <a16:creationId xmlns:a16="http://schemas.microsoft.com/office/drawing/2014/main" id="{A4572D79-5A39-4196-0FAC-660E6B34AC04}"/>
              </a:ext>
            </a:extLst>
          </p:cNvPr>
          <p:cNvPicPr>
            <a:picLocks noChangeAspect="1"/>
          </p:cNvPicPr>
          <p:nvPr/>
        </p:nvPicPr>
        <p:blipFill>
          <a:blip r:embed="rId4"/>
          <a:stretch>
            <a:fillRect/>
          </a:stretch>
        </p:blipFill>
        <p:spPr>
          <a:xfrm>
            <a:off x="6408857" y="1184108"/>
            <a:ext cx="5461000" cy="2457449"/>
          </a:xfrm>
          <a:prstGeom prst="rect">
            <a:avLst/>
          </a:prstGeom>
          <a:ln>
            <a:solidFill>
              <a:srgbClr val="00B050"/>
            </a:solidFill>
          </a:ln>
        </p:spPr>
      </p:pic>
      <p:pic>
        <p:nvPicPr>
          <p:cNvPr id="18" name="内容占位符 17">
            <a:extLst>
              <a:ext uri="{FF2B5EF4-FFF2-40B4-BE49-F238E27FC236}">
                <a16:creationId xmlns:a16="http://schemas.microsoft.com/office/drawing/2014/main" id="{725CF965-FC9B-90F5-2302-27B5BBB73D4F}"/>
              </a:ext>
            </a:extLst>
          </p:cNvPr>
          <p:cNvPicPr>
            <a:picLocks noGrp="1" noChangeAspect="1"/>
          </p:cNvPicPr>
          <p:nvPr>
            <p:ph sz="quarter" idx="20"/>
          </p:nvPr>
        </p:nvPicPr>
        <p:blipFill>
          <a:blip r:embed="rId5"/>
          <a:stretch>
            <a:fillRect/>
          </a:stretch>
        </p:blipFill>
        <p:spPr>
          <a:xfrm>
            <a:off x="6408857" y="3913282"/>
            <a:ext cx="5461000" cy="2392835"/>
          </a:xfrm>
          <a:prstGeom prst="rect">
            <a:avLst/>
          </a:prstGeom>
          <a:ln>
            <a:solidFill>
              <a:srgbClr val="00B050"/>
            </a:solidFill>
          </a:ln>
        </p:spPr>
      </p:pic>
    </p:spTree>
    <p:extLst>
      <p:ext uri="{BB962C8B-B14F-4D97-AF65-F5344CB8AC3E}">
        <p14:creationId xmlns:p14="http://schemas.microsoft.com/office/powerpoint/2010/main" val="224536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A393F89E-D4C3-931A-D5A9-4DD528EB8772}"/>
              </a:ext>
            </a:extLst>
          </p:cNvPr>
          <p:cNvPicPr>
            <a:picLocks noGrp="1" noChangeAspect="1"/>
          </p:cNvPicPr>
          <p:nvPr>
            <p:ph sz="quarter" idx="19"/>
          </p:nvPr>
        </p:nvPicPr>
        <p:blipFill>
          <a:blip r:embed="rId2"/>
          <a:stretch>
            <a:fillRect/>
          </a:stretch>
        </p:blipFill>
        <p:spPr>
          <a:xfrm>
            <a:off x="553534" y="979846"/>
            <a:ext cx="3453069" cy="5329237"/>
          </a:xfrm>
          <a:prstGeom prst="rect">
            <a:avLst/>
          </a:prstGeom>
        </p:spPr>
      </p:pic>
      <p:pic>
        <p:nvPicPr>
          <p:cNvPr id="9" name="内容占位符 8">
            <a:extLst>
              <a:ext uri="{FF2B5EF4-FFF2-40B4-BE49-F238E27FC236}">
                <a16:creationId xmlns:a16="http://schemas.microsoft.com/office/drawing/2014/main" id="{4DD7BF2E-841F-7BFA-EE4A-1E9F79D426D2}"/>
              </a:ext>
            </a:extLst>
          </p:cNvPr>
          <p:cNvPicPr>
            <a:picLocks noGrp="1" noChangeAspect="1"/>
          </p:cNvPicPr>
          <p:nvPr>
            <p:ph sz="quarter" idx="20"/>
          </p:nvPr>
        </p:nvPicPr>
        <p:blipFill>
          <a:blip r:embed="rId3"/>
          <a:stretch>
            <a:fillRect/>
          </a:stretch>
        </p:blipFill>
        <p:spPr>
          <a:xfrm>
            <a:off x="5740988" y="1058684"/>
            <a:ext cx="3581150" cy="5329238"/>
          </a:xfrm>
          <a:prstGeom prst="rect">
            <a:avLst/>
          </a:prstGeom>
        </p:spPr>
      </p:pic>
      <p:sp>
        <p:nvSpPr>
          <p:cNvPr id="2" name="文本占位符 1">
            <a:extLst>
              <a:ext uri="{FF2B5EF4-FFF2-40B4-BE49-F238E27FC236}">
                <a16:creationId xmlns:a16="http://schemas.microsoft.com/office/drawing/2014/main" id="{0DA5E567-A532-FDDD-241D-48BDE1AB3B75}"/>
              </a:ext>
            </a:extLst>
          </p:cNvPr>
          <p:cNvSpPr>
            <a:spLocks noGrp="1"/>
          </p:cNvSpPr>
          <p:nvPr>
            <p:ph type="body" sz="quarter" idx="18"/>
          </p:nvPr>
        </p:nvSpPr>
        <p:spPr/>
        <p:txBody>
          <a:bodyPr/>
          <a:lstStyle/>
          <a:p>
            <a:r>
              <a:rPr lang="en-US" altLang="zh-CN"/>
              <a:t>User</a:t>
            </a:r>
            <a:r>
              <a:rPr lang="zh-CN" altLang="en-US"/>
              <a:t>类的脚本示范</a:t>
            </a:r>
          </a:p>
        </p:txBody>
      </p:sp>
      <p:sp>
        <p:nvSpPr>
          <p:cNvPr id="10" name="标注: 线形 9">
            <a:extLst>
              <a:ext uri="{FF2B5EF4-FFF2-40B4-BE49-F238E27FC236}">
                <a16:creationId xmlns:a16="http://schemas.microsoft.com/office/drawing/2014/main" id="{D799F0E9-CACC-7FFD-5D72-E90A7F9281C1}"/>
              </a:ext>
            </a:extLst>
          </p:cNvPr>
          <p:cNvSpPr/>
          <p:nvPr/>
        </p:nvSpPr>
        <p:spPr>
          <a:xfrm>
            <a:off x="9562834" y="1876197"/>
            <a:ext cx="2534193" cy="907868"/>
          </a:xfrm>
          <a:prstGeom prst="borderCallout1">
            <a:avLst>
              <a:gd name="adj1" fmla="val 18750"/>
              <a:gd name="adj2" fmla="val -8333"/>
              <a:gd name="adj3" fmla="val 272183"/>
              <a:gd name="adj4" fmla="val -108562"/>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a:t>需子类重写的方法</a:t>
            </a:r>
          </a:p>
        </p:txBody>
      </p:sp>
      <p:sp>
        <p:nvSpPr>
          <p:cNvPr id="11" name="标注: 线形 10">
            <a:extLst>
              <a:ext uri="{FF2B5EF4-FFF2-40B4-BE49-F238E27FC236}">
                <a16:creationId xmlns:a16="http://schemas.microsoft.com/office/drawing/2014/main" id="{27751334-97C5-E315-D972-0339227CE2A0}"/>
              </a:ext>
            </a:extLst>
          </p:cNvPr>
          <p:cNvSpPr/>
          <p:nvPr/>
        </p:nvSpPr>
        <p:spPr>
          <a:xfrm>
            <a:off x="9547132" y="1876197"/>
            <a:ext cx="2534193" cy="907868"/>
          </a:xfrm>
          <a:prstGeom prst="borderCallout1">
            <a:avLst>
              <a:gd name="adj1" fmla="val 18750"/>
              <a:gd name="adj2" fmla="val -8333"/>
              <a:gd name="adj3" fmla="val 410922"/>
              <a:gd name="adj4" fmla="val -107845"/>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a:t>需子类重写的方法</a:t>
            </a:r>
          </a:p>
        </p:txBody>
      </p:sp>
      <p:sp>
        <p:nvSpPr>
          <p:cNvPr id="12" name="标注: 线形 11">
            <a:extLst>
              <a:ext uri="{FF2B5EF4-FFF2-40B4-BE49-F238E27FC236}">
                <a16:creationId xmlns:a16="http://schemas.microsoft.com/office/drawing/2014/main" id="{893F6565-2420-7BA2-DD1E-B102710858F0}"/>
              </a:ext>
            </a:extLst>
          </p:cNvPr>
          <p:cNvSpPr/>
          <p:nvPr/>
        </p:nvSpPr>
        <p:spPr>
          <a:xfrm>
            <a:off x="3206795" y="1658432"/>
            <a:ext cx="2534193" cy="907868"/>
          </a:xfrm>
          <a:prstGeom prst="borderCallout1">
            <a:avLst>
              <a:gd name="adj1" fmla="val 18750"/>
              <a:gd name="adj2" fmla="val -8333"/>
              <a:gd name="adj3" fmla="val 266179"/>
              <a:gd name="adj4" fmla="val -55513"/>
            </a:avLst>
          </a:prstGeom>
          <a:solidFill>
            <a:srgbClr val="7030A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a:t>构造方法中传入</a:t>
            </a:r>
            <a:r>
              <a:rPr lang="en-US" altLang="zh-CN"/>
              <a:t>DB</a:t>
            </a:r>
            <a:r>
              <a:rPr lang="zh-CN" altLang="en-US"/>
              <a:t>类的实例</a:t>
            </a:r>
          </a:p>
        </p:txBody>
      </p:sp>
      <p:sp>
        <p:nvSpPr>
          <p:cNvPr id="13" name="标注: 线形 12">
            <a:extLst>
              <a:ext uri="{FF2B5EF4-FFF2-40B4-BE49-F238E27FC236}">
                <a16:creationId xmlns:a16="http://schemas.microsoft.com/office/drawing/2014/main" id="{22EB9ED1-CE02-9448-F1C4-21CC216F1D17}"/>
              </a:ext>
            </a:extLst>
          </p:cNvPr>
          <p:cNvSpPr/>
          <p:nvPr/>
        </p:nvSpPr>
        <p:spPr>
          <a:xfrm>
            <a:off x="3206795" y="2891931"/>
            <a:ext cx="2534193" cy="907868"/>
          </a:xfrm>
          <a:prstGeom prst="borderCallout1">
            <a:avLst>
              <a:gd name="adj1" fmla="val 18750"/>
              <a:gd name="adj2" fmla="val -8333"/>
              <a:gd name="adj3" fmla="val 284855"/>
              <a:gd name="adj4" fmla="val -54796"/>
            </a:avLst>
          </a:prstGeom>
          <a:solidFill>
            <a:srgbClr val="00B0F0"/>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a:t>执行登录验证的方法</a:t>
            </a:r>
          </a:p>
        </p:txBody>
      </p:sp>
    </p:spTree>
    <p:extLst>
      <p:ext uri="{BB962C8B-B14F-4D97-AF65-F5344CB8AC3E}">
        <p14:creationId xmlns:p14="http://schemas.microsoft.com/office/powerpoint/2010/main" val="552446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731E8957-8FC0-75B4-7AD1-BC34423B09E0}"/>
              </a:ext>
            </a:extLst>
          </p:cNvPr>
          <p:cNvPicPr>
            <a:picLocks noGrp="1" noChangeAspect="1"/>
          </p:cNvPicPr>
          <p:nvPr>
            <p:ph sz="quarter" idx="19"/>
          </p:nvPr>
        </p:nvPicPr>
        <p:blipFill>
          <a:blip r:embed="rId2"/>
          <a:stretch>
            <a:fillRect/>
          </a:stretch>
        </p:blipFill>
        <p:spPr>
          <a:xfrm>
            <a:off x="850256" y="796935"/>
            <a:ext cx="4787535" cy="1212842"/>
          </a:xfrm>
          <a:prstGeom prst="rect">
            <a:avLst/>
          </a:prstGeom>
        </p:spPr>
      </p:pic>
      <p:pic>
        <p:nvPicPr>
          <p:cNvPr id="8" name="内容占位符 7">
            <a:extLst>
              <a:ext uri="{FF2B5EF4-FFF2-40B4-BE49-F238E27FC236}">
                <a16:creationId xmlns:a16="http://schemas.microsoft.com/office/drawing/2014/main" id="{BEEB2B71-3F7E-CFD2-1D26-0E0B482E9F58}"/>
              </a:ext>
            </a:extLst>
          </p:cNvPr>
          <p:cNvPicPr>
            <a:picLocks noGrp="1" noChangeAspect="1"/>
          </p:cNvPicPr>
          <p:nvPr>
            <p:ph sz="quarter" idx="20"/>
          </p:nvPr>
        </p:nvPicPr>
        <p:blipFill>
          <a:blip r:embed="rId3"/>
          <a:srcRect t="59854"/>
          <a:stretch>
            <a:fillRect/>
          </a:stretch>
        </p:blipFill>
        <p:spPr>
          <a:xfrm>
            <a:off x="6422582" y="966416"/>
            <a:ext cx="5115961" cy="3320969"/>
          </a:xfrm>
          <a:prstGeom prst="rect">
            <a:avLst/>
          </a:prstGeom>
        </p:spPr>
      </p:pic>
      <p:sp>
        <p:nvSpPr>
          <p:cNvPr id="4" name="文本占位符 3">
            <a:extLst>
              <a:ext uri="{FF2B5EF4-FFF2-40B4-BE49-F238E27FC236}">
                <a16:creationId xmlns:a16="http://schemas.microsoft.com/office/drawing/2014/main" id="{EA4F7CAF-664C-5E6E-AEB6-C7A7E0668EA0}"/>
              </a:ext>
            </a:extLst>
          </p:cNvPr>
          <p:cNvSpPr>
            <a:spLocks noGrp="1"/>
          </p:cNvSpPr>
          <p:nvPr>
            <p:ph type="body" sz="quarter" idx="18"/>
          </p:nvPr>
        </p:nvSpPr>
        <p:spPr/>
        <p:txBody>
          <a:bodyPr/>
          <a:lstStyle/>
          <a:p>
            <a:r>
              <a:rPr lang="en-US" altLang="zh-CN"/>
              <a:t>Te</a:t>
            </a:r>
            <a:r>
              <a:rPr lang="zh-CN" altLang="en-US"/>
              <a:t>类的脚本示范</a:t>
            </a:r>
          </a:p>
        </p:txBody>
      </p:sp>
      <p:pic>
        <p:nvPicPr>
          <p:cNvPr id="9" name="内容占位符 7">
            <a:extLst>
              <a:ext uri="{FF2B5EF4-FFF2-40B4-BE49-F238E27FC236}">
                <a16:creationId xmlns:a16="http://schemas.microsoft.com/office/drawing/2014/main" id="{675E8F84-165A-AFA0-5288-EB9CB156E8DC}"/>
              </a:ext>
            </a:extLst>
          </p:cNvPr>
          <p:cNvPicPr>
            <a:picLocks noChangeAspect="1"/>
          </p:cNvPicPr>
          <p:nvPr/>
        </p:nvPicPr>
        <p:blipFill>
          <a:blip r:embed="rId3"/>
          <a:srcRect b="40478"/>
          <a:stretch>
            <a:fillRect/>
          </a:stretch>
        </p:blipFill>
        <p:spPr>
          <a:xfrm>
            <a:off x="850256" y="2057627"/>
            <a:ext cx="4696700" cy="4520322"/>
          </a:xfrm>
          <a:prstGeom prst="rect">
            <a:avLst/>
          </a:prstGeom>
        </p:spPr>
      </p:pic>
      <p:pic>
        <p:nvPicPr>
          <p:cNvPr id="11" name="图片 10">
            <a:extLst>
              <a:ext uri="{FF2B5EF4-FFF2-40B4-BE49-F238E27FC236}">
                <a16:creationId xmlns:a16="http://schemas.microsoft.com/office/drawing/2014/main" id="{37C83298-5BEE-3AB8-A74E-C03CEF95C8F4}"/>
              </a:ext>
            </a:extLst>
          </p:cNvPr>
          <p:cNvPicPr>
            <a:picLocks noChangeAspect="1"/>
          </p:cNvPicPr>
          <p:nvPr/>
        </p:nvPicPr>
        <p:blipFill>
          <a:blip r:embed="rId4"/>
          <a:stretch>
            <a:fillRect/>
          </a:stretch>
        </p:blipFill>
        <p:spPr>
          <a:xfrm>
            <a:off x="6096000" y="4317788"/>
            <a:ext cx="5488650" cy="2136585"/>
          </a:xfrm>
          <a:prstGeom prst="rect">
            <a:avLst/>
          </a:prstGeom>
        </p:spPr>
      </p:pic>
    </p:spTree>
    <p:extLst>
      <p:ext uri="{BB962C8B-B14F-4D97-AF65-F5344CB8AC3E}">
        <p14:creationId xmlns:p14="http://schemas.microsoft.com/office/powerpoint/2010/main" val="2811329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7144C62-A52B-3CA5-1B53-E8B12ABDDA0A}"/>
              </a:ext>
            </a:extLst>
          </p:cNvPr>
          <p:cNvSpPr>
            <a:spLocks noGrp="1"/>
          </p:cNvSpPr>
          <p:nvPr>
            <p:ph type="body" sz="quarter" idx="18"/>
          </p:nvPr>
        </p:nvSpPr>
        <p:spPr/>
        <p:txBody>
          <a:bodyPr/>
          <a:lstStyle/>
          <a:p>
            <a:r>
              <a:rPr lang="zh-CN" altLang="en-US"/>
              <a:t>作业一</a:t>
            </a:r>
          </a:p>
        </p:txBody>
      </p:sp>
      <p:pic>
        <p:nvPicPr>
          <p:cNvPr id="6" name="内容占位符 5">
            <a:extLst>
              <a:ext uri="{FF2B5EF4-FFF2-40B4-BE49-F238E27FC236}">
                <a16:creationId xmlns:a16="http://schemas.microsoft.com/office/drawing/2014/main" id="{A55619E1-EC30-9687-FCA3-7A41788EB2D4}"/>
              </a:ext>
            </a:extLst>
          </p:cNvPr>
          <p:cNvPicPr>
            <a:picLocks noGrp="1" noChangeAspect="1"/>
          </p:cNvPicPr>
          <p:nvPr>
            <p:ph sz="quarter" idx="19"/>
          </p:nvPr>
        </p:nvPicPr>
        <p:blipFill>
          <a:blip r:embed="rId2"/>
          <a:stretch>
            <a:fillRect/>
          </a:stretch>
        </p:blipFill>
        <p:spPr>
          <a:xfrm>
            <a:off x="2345793" y="847371"/>
            <a:ext cx="5761037" cy="5761037"/>
          </a:xfrm>
          <a:prstGeom prst="rect">
            <a:avLst/>
          </a:prstGeom>
        </p:spPr>
      </p:pic>
    </p:spTree>
    <p:extLst>
      <p:ext uri="{BB962C8B-B14F-4D97-AF65-F5344CB8AC3E}">
        <p14:creationId xmlns:p14="http://schemas.microsoft.com/office/powerpoint/2010/main" val="2294987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D394AB3-6508-9E83-8D67-2F06ACE9E290}"/>
              </a:ext>
            </a:extLst>
          </p:cNvPr>
          <p:cNvSpPr>
            <a:spLocks noGrp="1"/>
          </p:cNvSpPr>
          <p:nvPr>
            <p:ph type="body" sz="quarter" idx="18"/>
          </p:nvPr>
        </p:nvSpPr>
        <p:spPr/>
        <p:txBody>
          <a:bodyPr/>
          <a:lstStyle/>
          <a:p>
            <a:pPr marL="0" lvl="0" indent="304800" eaLnBrk="0" fontAlgn="base" hangingPunct="0">
              <a:lnSpc>
                <a:spcPct val="100000"/>
              </a:lnSpc>
              <a:spcBef>
                <a:spcPct val="0"/>
              </a:spcBef>
              <a:spcAft>
                <a:spcPct val="0"/>
              </a:spcAft>
            </a:pPr>
            <a:r>
              <a:rPr lang="zh-CN" altLang="zh-CN">
                <a:solidFill>
                  <a:schemeClr val="tx1"/>
                </a:solidFill>
                <a:latin typeface="黑体" panose="02010609060101010101" pitchFamily="49" charset="-122"/>
                <a:ea typeface="黑体" panose="02010609060101010101" pitchFamily="49" charset="-122"/>
                <a:cs typeface="Times New Roman" panose="02020603050405020304" pitchFamily="18" charset="0"/>
              </a:rPr>
              <a:t>表</a:t>
            </a:r>
            <a:r>
              <a:rPr lang="en-US" altLang="zh-CN">
                <a:solidFill>
                  <a:schemeClr val="tx1"/>
                </a:solidFill>
                <a:latin typeface="黑体" panose="02010609060101010101" pitchFamily="49" charset="-122"/>
                <a:ea typeface="黑体" panose="02010609060101010101" pitchFamily="49" charset="-122"/>
                <a:cs typeface="Times New Roman" panose="02020603050405020304" pitchFamily="18" charset="0"/>
              </a:rPr>
              <a:t>9-6 </a:t>
            </a:r>
            <a:r>
              <a:rPr lang="zh-CN" altLang="en-US">
                <a:solidFill>
                  <a:schemeClr val="tx1"/>
                </a:solidFill>
                <a:latin typeface="黑体" panose="02010609060101010101" pitchFamily="49" charset="-122"/>
                <a:ea typeface="黑体" panose="02010609060101010101" pitchFamily="49" charset="-122"/>
                <a:cs typeface="Times New Roman" panose="02020603050405020304" pitchFamily="18" charset="0"/>
              </a:rPr>
              <a:t>登录认证的异常汇总</a:t>
            </a:r>
            <a:endParaRPr lang="zh-CN" altLang="en-US" sz="800">
              <a:solidFill>
                <a:schemeClr val="tx1"/>
              </a:solidFill>
            </a:endParaRPr>
          </a:p>
        </p:txBody>
      </p:sp>
      <p:graphicFrame>
        <p:nvGraphicFramePr>
          <p:cNvPr id="4" name="内容占位符 3">
            <a:extLst>
              <a:ext uri="{FF2B5EF4-FFF2-40B4-BE49-F238E27FC236}">
                <a16:creationId xmlns:a16="http://schemas.microsoft.com/office/drawing/2014/main" id="{EB0F1BCD-42BF-D285-F015-54F5C2830F42}"/>
              </a:ext>
            </a:extLst>
          </p:cNvPr>
          <p:cNvGraphicFramePr>
            <a:graphicFrameLocks noGrp="1"/>
          </p:cNvGraphicFramePr>
          <p:nvPr>
            <p:ph sz="quarter" idx="19"/>
            <p:extLst>
              <p:ext uri="{D42A27DB-BD31-4B8C-83A1-F6EECF244321}">
                <p14:modId xmlns:p14="http://schemas.microsoft.com/office/powerpoint/2010/main" val="1661563826"/>
              </p:ext>
            </p:extLst>
          </p:nvPr>
        </p:nvGraphicFramePr>
        <p:xfrm>
          <a:off x="2293466" y="1284964"/>
          <a:ext cx="6172802" cy="3523706"/>
        </p:xfrm>
        <a:graphic>
          <a:graphicData uri="http://schemas.openxmlformats.org/drawingml/2006/table">
            <a:tbl>
              <a:tblPr firstRow="1" firstCol="1" bandRow="1">
                <a:tableStyleId>{5C22544A-7EE6-4342-B048-85BDC9FD1C3A}</a:tableStyleId>
              </a:tblPr>
              <a:tblGrid>
                <a:gridCol w="1408151">
                  <a:extLst>
                    <a:ext uri="{9D8B030D-6E8A-4147-A177-3AD203B41FA5}">
                      <a16:colId xmlns:a16="http://schemas.microsoft.com/office/drawing/2014/main" val="1192143273"/>
                    </a:ext>
                  </a:extLst>
                </a:gridCol>
                <a:gridCol w="2706524">
                  <a:extLst>
                    <a:ext uri="{9D8B030D-6E8A-4147-A177-3AD203B41FA5}">
                      <a16:colId xmlns:a16="http://schemas.microsoft.com/office/drawing/2014/main" val="4210332953"/>
                    </a:ext>
                  </a:extLst>
                </a:gridCol>
                <a:gridCol w="2058127">
                  <a:extLst>
                    <a:ext uri="{9D8B030D-6E8A-4147-A177-3AD203B41FA5}">
                      <a16:colId xmlns:a16="http://schemas.microsoft.com/office/drawing/2014/main" val="1497934496"/>
                    </a:ext>
                  </a:extLst>
                </a:gridCol>
              </a:tblGrid>
              <a:tr h="639374">
                <a:tc>
                  <a:txBody>
                    <a:bodyPr/>
                    <a:lstStyle/>
                    <a:p>
                      <a:pPr marR="38100" algn="ctr">
                        <a:lnSpc>
                          <a:spcPts val="1900"/>
                        </a:lnSpc>
                        <a:buNone/>
                      </a:pPr>
                      <a:r>
                        <a:rPr lang="zh-CN" sz="1100" kern="100">
                          <a:effectLst/>
                        </a:rPr>
                        <a:t>异常抛出场景</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zh-CN" sz="1100" kern="100">
                          <a:effectLst/>
                        </a:rPr>
                        <a:t>异常提示</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zh-CN" sz="1100" kern="100">
                          <a:effectLst/>
                        </a:rPr>
                        <a:t>异常状态码</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66235627"/>
                  </a:ext>
                </a:extLst>
              </a:tr>
              <a:tr h="721083">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1783224"/>
                  </a:ext>
                </a:extLst>
              </a:tr>
              <a:tr h="721083">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66260464"/>
                  </a:ext>
                </a:extLst>
              </a:tr>
              <a:tr h="721083">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1681163"/>
                  </a:ext>
                </a:extLst>
              </a:tr>
              <a:tr h="721083">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tc>
                  <a:txBody>
                    <a:bodyPr/>
                    <a:lstStyle/>
                    <a:p>
                      <a:pPr marR="38100" algn="ctr">
                        <a:lnSpc>
                          <a:spcPts val="1900"/>
                        </a:lnSpc>
                        <a:buNone/>
                      </a:pPr>
                      <a:r>
                        <a:rPr lang="en-US" sz="1100" kern="100">
                          <a:effectLst/>
                        </a:rPr>
                        <a:t> </a:t>
                      </a:r>
                      <a:endParaRPr lang="zh-CN" sz="1100" b="1" kern="100">
                        <a:solidFill>
                          <a:srgbClr val="000000"/>
                        </a:solidFill>
                        <a:effectLst/>
                        <a:latin typeface="Verdana" panose="020B0604030504040204" pitchFamily="34" charset="0"/>
                        <a:ea typeface="微软雅黑 Light" panose="020B0502040204020203"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06847344"/>
                  </a:ext>
                </a:extLst>
              </a:tr>
            </a:tbl>
          </a:graphicData>
        </a:graphic>
      </p:graphicFrame>
    </p:spTree>
    <p:extLst>
      <p:ext uri="{BB962C8B-B14F-4D97-AF65-F5344CB8AC3E}">
        <p14:creationId xmlns:p14="http://schemas.microsoft.com/office/powerpoint/2010/main" val="2720568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作业一的提交要求（第十次课）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112200"/>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User</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Stu</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Te</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index.php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index.php</a:t>
              </a:r>
              <a:r>
                <a:rPr lang="zh-CN" altLang="en-US" sz="1600"/>
                <a:t>在</a:t>
              </a:r>
              <a:r>
                <a:rPr lang="en-US" altLang="zh-CN" sz="1600"/>
                <a:t>postman</a:t>
              </a:r>
              <a:r>
                <a:rPr lang="zh-CN" altLang="en-US" sz="1600"/>
                <a:t>的预览截图，含请求体和响应体内容（学生登录成功；学生登录失败；老师登录成功；老师登录失败）；</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表</a:t>
              </a:r>
              <a:r>
                <a:rPr lang="en-US" altLang="zh-CN" sz="1600"/>
                <a:t>9-6</a:t>
              </a:r>
              <a:r>
                <a:rPr lang="zh-CN" altLang="en-US" sz="1600"/>
                <a:t>截图。</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6</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1108</TotalTime>
  <Words>975</Words>
  <Application>Microsoft Office PowerPoint</Application>
  <PresentationFormat>宽屏</PresentationFormat>
  <Paragraphs>145</Paragraphs>
  <Slides>29</Slides>
  <Notes>3</Notes>
  <HiddenSlides>0</HiddenSlides>
  <MMClips>0</MMClips>
  <ScaleCrop>false</ScaleCrop>
  <HeadingPairs>
    <vt:vector size="6" baseType="variant">
      <vt:variant>
        <vt:lpstr>已用的字体</vt:lpstr>
      </vt:variant>
      <vt:variant>
        <vt:i4>6</vt:i4>
      </vt:variant>
      <vt:variant>
        <vt:lpstr>主题</vt:lpstr>
      </vt:variant>
      <vt:variant>
        <vt:i4>7</vt:i4>
      </vt:variant>
      <vt:variant>
        <vt:lpstr>幻灯片标题</vt:lpstr>
      </vt:variant>
      <vt:variant>
        <vt:i4>29</vt:i4>
      </vt:variant>
    </vt:vector>
  </HeadingPairs>
  <TitlesOfParts>
    <vt:vector size="42" baseType="lpstr">
      <vt:lpstr>等线</vt:lpstr>
      <vt:lpstr>等线 Light</vt:lpstr>
      <vt:lpstr>黑体</vt:lpstr>
      <vt:lpstr>Arial</vt:lpstr>
      <vt:lpstr>Calibri</vt:lpstr>
      <vt:lpstr>Verdana</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作业一的提交要求（第十次课）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426</cp:revision>
  <dcterms:created xsi:type="dcterms:W3CDTF">2026-03-27T11:24:42Z</dcterms:created>
  <dcterms:modified xsi:type="dcterms:W3CDTF">2026-05-05T00:43:00Z</dcterms:modified>
</cp:coreProperties>
</file>