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6.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43"/>
  </p:notesMasterIdLst>
  <p:sldIdLst>
    <p:sldId id="1235" r:id="rId8"/>
    <p:sldId id="1299" r:id="rId9"/>
    <p:sldId id="1382" r:id="rId10"/>
    <p:sldId id="1385" r:id="rId11"/>
    <p:sldId id="1394" r:id="rId12"/>
    <p:sldId id="1395" r:id="rId13"/>
    <p:sldId id="1396" r:id="rId14"/>
    <p:sldId id="1397" r:id="rId15"/>
    <p:sldId id="1398" r:id="rId16"/>
    <p:sldId id="1404" r:id="rId17"/>
    <p:sldId id="1409" r:id="rId18"/>
    <p:sldId id="1410" r:id="rId19"/>
    <p:sldId id="1411" r:id="rId20"/>
    <p:sldId id="1412" r:id="rId21"/>
    <p:sldId id="1413" r:id="rId22"/>
    <p:sldId id="1414" r:id="rId23"/>
    <p:sldId id="1415" r:id="rId24"/>
    <p:sldId id="1407" r:id="rId25"/>
    <p:sldId id="1429" r:id="rId26"/>
    <p:sldId id="1417" r:id="rId27"/>
    <p:sldId id="1418" r:id="rId28"/>
    <p:sldId id="1416" r:id="rId29"/>
    <p:sldId id="1419" r:id="rId30"/>
    <p:sldId id="1420" r:id="rId31"/>
    <p:sldId id="1421" r:id="rId32"/>
    <p:sldId id="1422" r:id="rId33"/>
    <p:sldId id="1423" r:id="rId34"/>
    <p:sldId id="1427" r:id="rId35"/>
    <p:sldId id="1425" r:id="rId36"/>
    <p:sldId id="1426" r:id="rId37"/>
    <p:sldId id="1428" r:id="rId38"/>
    <p:sldId id="1430" r:id="rId39"/>
    <p:sldId id="1431" r:id="rId40"/>
    <p:sldId id="1432" r:id="rId41"/>
    <p:sldId id="1338"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1" autoAdjust="0"/>
    <p:restoredTop sz="94023" autoAdjust="0"/>
  </p:normalViewPr>
  <p:slideViewPr>
    <p:cSldViewPr snapToGrid="0">
      <p:cViewPr varScale="1">
        <p:scale>
          <a:sx n="90" d="100"/>
          <a:sy n="90" d="100"/>
        </p:scale>
        <p:origin x="189"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26D870EA-CBEF-4B9D-8E5C-B0E869C0CE18}">
      <dgm:prSet phldrT="[文本]" phldr="0"/>
      <dgm:spPr/>
      <dgm:t>
        <a:bodyPr/>
        <a:lstStyle/>
        <a:p>
          <a:r>
            <a:rPr lang="zh-CN" altLang="en-US"/>
            <a:t>利用</a:t>
          </a:r>
          <a:r>
            <a:rPr lang="en-US" altLang="zh-CN"/>
            <a:t>PDO</a:t>
          </a:r>
          <a:r>
            <a:rPr lang="zh-CN" altLang="en-US"/>
            <a:t>实现</a:t>
          </a:r>
          <a:r>
            <a:rPr lang="en-US" altLang="zh-CN"/>
            <a:t>MySQL</a:t>
          </a:r>
          <a:r>
            <a:rPr lang="zh-CN" altLang="en-US"/>
            <a:t>连接</a:t>
          </a:r>
        </a:p>
      </dgm:t>
    </dgm:pt>
    <dgm:pt modelId="{D788AA0E-599E-44E1-BEA4-D86BDE2427BE}" type="parTrans" cxnId="{9DDC90BD-1F83-478F-B201-6B1C987D7AAD}">
      <dgm:prSet/>
      <dgm:spPr/>
      <dgm:t>
        <a:bodyPr/>
        <a:lstStyle/>
        <a:p>
          <a:endParaRPr lang="zh-CN" altLang="en-US"/>
        </a:p>
      </dgm:t>
    </dgm:pt>
    <dgm:pt modelId="{602DC540-569D-418D-B7DF-601927270FD4}" type="sibTrans" cxnId="{9DDC90BD-1F83-478F-B201-6B1C987D7AAD}">
      <dgm:prSet/>
      <dgm:spPr/>
      <dgm:t>
        <a:bodyPr/>
        <a:lstStyle/>
        <a:p>
          <a:endParaRPr lang="zh-CN" altLang="en-US"/>
        </a:p>
      </dgm:t>
    </dgm:pt>
    <dgm:pt modelId="{53B599B9-ACE3-449F-83BD-599ADD084029}">
      <dgm:prSet phldrT="[文本]" phldr="0"/>
      <dgm:spPr/>
      <dgm:t>
        <a:bodyPr/>
        <a:lstStyle/>
        <a:p>
          <a:r>
            <a:rPr lang="zh-CN" altLang="en-US"/>
            <a:t>什么是</a:t>
          </a:r>
          <a:r>
            <a:rPr lang="en-US" altLang="zh-CN"/>
            <a:t>PDO</a:t>
          </a:r>
          <a:endParaRPr lang="zh-CN" altLang="en-US"/>
        </a:p>
      </dgm:t>
    </dgm:pt>
    <dgm:pt modelId="{E8D3DC02-FB07-470F-AA6B-2B5674E6926B}" type="parTrans" cxnId="{DCFDDCBB-7B63-47DB-BD32-66C1868A58DF}">
      <dgm:prSet/>
      <dgm:spPr/>
      <dgm:t>
        <a:bodyPr/>
        <a:lstStyle/>
        <a:p>
          <a:endParaRPr lang="zh-CN" altLang="en-US"/>
        </a:p>
      </dgm:t>
    </dgm:pt>
    <dgm:pt modelId="{F9B376CB-68EF-48D2-A38E-6FE0CDF61D11}" type="sibTrans" cxnId="{DCFDDCBB-7B63-47DB-BD32-66C1868A58DF}">
      <dgm:prSet/>
      <dgm:spPr/>
      <dgm:t>
        <a:bodyPr/>
        <a:lstStyle/>
        <a:p>
          <a:endParaRPr lang="zh-CN" altLang="en-US"/>
        </a:p>
      </dgm:t>
    </dgm:pt>
    <dgm:pt modelId="{65740C51-D6AD-4C02-BAEC-73291207F000}">
      <dgm:prSet phldrT="[文本]" phldr="0"/>
      <dgm:spPr/>
      <dgm:t>
        <a:bodyPr/>
        <a:lstStyle/>
        <a:p>
          <a:r>
            <a:rPr lang="en-US" altLang="zh-CN"/>
            <a:t>PDO</a:t>
          </a:r>
          <a:r>
            <a:rPr lang="zh-CN" altLang="en-US"/>
            <a:t>扩展安装及连接详解</a:t>
          </a:r>
        </a:p>
      </dgm:t>
    </dgm:pt>
    <dgm:pt modelId="{7824CBBA-15D6-4153-A1B2-473721EEA605}" type="parTrans" cxnId="{680DDC3E-BD0D-4F22-812E-5A95016E145F}">
      <dgm:prSet/>
      <dgm:spPr/>
      <dgm:t>
        <a:bodyPr/>
        <a:lstStyle/>
        <a:p>
          <a:endParaRPr lang="zh-CN" altLang="en-US"/>
        </a:p>
      </dgm:t>
    </dgm:pt>
    <dgm:pt modelId="{1D81AE6D-FADF-4646-BA4C-3F88F89268C6}" type="sibTrans" cxnId="{680DDC3E-BD0D-4F22-812E-5A95016E145F}">
      <dgm:prSet/>
      <dgm:spPr/>
      <dgm:t>
        <a:bodyPr/>
        <a:lstStyle/>
        <a:p>
          <a:endParaRPr lang="zh-CN" altLang="en-US"/>
        </a:p>
      </dgm:t>
    </dgm:pt>
    <dgm:pt modelId="{7674CBEB-5B51-421A-A698-0580799C1105}">
      <dgm:prSet phldrT="[文本]" phldr="0"/>
      <dgm:spPr/>
      <dgm:t>
        <a:bodyPr/>
        <a:lstStyle/>
        <a:p>
          <a:r>
            <a:rPr lang="en-US" altLang="zh-CN"/>
            <a:t>PDO</a:t>
          </a:r>
          <a:r>
            <a:rPr lang="zh-CN" altLang="en-US"/>
            <a:t>查询流程及原生查询方法</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178082A7-8D8E-4234-B64D-994CB64FE293}">
      <dgm:prSet phldrT="[文本]" phldr="0"/>
      <dgm:spPr/>
      <dgm:t>
        <a:bodyPr/>
        <a:lstStyle/>
        <a:p>
          <a:r>
            <a:rPr lang="en-US" altLang="zh-CN"/>
            <a:t>PDO</a:t>
          </a:r>
          <a:r>
            <a:rPr lang="zh-CN" altLang="en-US"/>
            <a:t>查询流程</a:t>
          </a:r>
        </a:p>
      </dgm:t>
    </dgm:pt>
    <dgm:pt modelId="{CB889B21-48BA-4E20-B439-D359E047AE82}" type="parTrans" cxnId="{778EF141-69CA-4846-994B-ACCBD498D5DC}">
      <dgm:prSet/>
      <dgm:spPr/>
      <dgm:t>
        <a:bodyPr/>
        <a:lstStyle/>
        <a:p>
          <a:endParaRPr lang="zh-CN" altLang="en-US"/>
        </a:p>
      </dgm:t>
    </dgm:pt>
    <dgm:pt modelId="{CD57A76C-4E9F-4712-AF5C-5183A59B63E1}" type="sibTrans" cxnId="{778EF141-69CA-4846-994B-ACCBD498D5DC}">
      <dgm:prSet/>
      <dgm:spPr/>
      <dgm:t>
        <a:bodyPr/>
        <a:lstStyle/>
        <a:p>
          <a:endParaRPr lang="zh-CN" altLang="en-US"/>
        </a:p>
      </dgm:t>
    </dgm:pt>
    <dgm:pt modelId="{7984D2C0-FE5E-4373-9C7B-021D0CD58B69}">
      <dgm:prSet phldrT="[文本]" phldr="0"/>
      <dgm:spPr/>
      <dgm:t>
        <a:bodyPr/>
        <a:lstStyle/>
        <a:p>
          <a:r>
            <a:rPr lang="en-US" altLang="zh-CN"/>
            <a:t>PDO</a:t>
          </a:r>
          <a:r>
            <a:rPr lang="zh-CN" altLang="en-US"/>
            <a:t>原生查询方法</a:t>
          </a:r>
        </a:p>
      </dgm:t>
    </dgm:pt>
    <dgm:pt modelId="{4F03CD33-0BB2-4BA6-8646-78C11AB9368F}" type="parTrans" cxnId="{5AB7780E-821D-41FD-8D17-026CA49ECFB2}">
      <dgm:prSet/>
      <dgm:spPr/>
      <dgm:t>
        <a:bodyPr/>
        <a:lstStyle/>
        <a:p>
          <a:endParaRPr lang="zh-CN" altLang="en-US"/>
        </a:p>
      </dgm:t>
    </dgm:pt>
    <dgm:pt modelId="{8E3A91F4-B30C-4E12-BC26-12AA47EC541C}" type="sibTrans" cxnId="{5AB7780E-821D-41FD-8D17-026CA49ECFB2}">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F8E9F72A-6FDC-47BA-B1CA-E18E2A6DDEEA}" type="pres">
      <dgm:prSet presAssocID="{26D870EA-CBEF-4B9D-8E5C-B0E869C0CE18}" presName="parentLin" presStyleCnt="0"/>
      <dgm:spPr/>
    </dgm:pt>
    <dgm:pt modelId="{BBFCC61D-96DD-4867-8A80-5D5952EA5552}" type="pres">
      <dgm:prSet presAssocID="{26D870EA-CBEF-4B9D-8E5C-B0E869C0CE18}" presName="parentLeftMargin" presStyleLbl="node1" presStyleIdx="0" presStyleCnt="2"/>
      <dgm:spPr/>
    </dgm:pt>
    <dgm:pt modelId="{D0CFFECE-78F1-4F6E-84F6-B2C218A7149C}" type="pres">
      <dgm:prSet presAssocID="{26D870EA-CBEF-4B9D-8E5C-B0E869C0CE18}" presName="parentText" presStyleLbl="node1" presStyleIdx="0" presStyleCnt="2">
        <dgm:presLayoutVars>
          <dgm:chMax val="0"/>
          <dgm:bulletEnabled val="1"/>
        </dgm:presLayoutVars>
      </dgm:prSet>
      <dgm:spPr/>
    </dgm:pt>
    <dgm:pt modelId="{318A440D-C2B2-48A2-B75D-8DB8AEBFCD57}" type="pres">
      <dgm:prSet presAssocID="{26D870EA-CBEF-4B9D-8E5C-B0E869C0CE18}" presName="negativeSpace" presStyleCnt="0"/>
      <dgm:spPr/>
    </dgm:pt>
    <dgm:pt modelId="{EC6C785D-760B-4E3A-9917-42B87393711B}" type="pres">
      <dgm:prSet presAssocID="{26D870EA-CBEF-4B9D-8E5C-B0E869C0CE18}" presName="childText" presStyleLbl="conFgAcc1" presStyleIdx="0" presStyleCnt="2">
        <dgm:presLayoutVars>
          <dgm:bulletEnabled val="1"/>
        </dgm:presLayoutVars>
      </dgm:prSet>
      <dgm:spPr/>
    </dgm:pt>
    <dgm:pt modelId="{2661805C-6C70-4744-A687-A24B1F5491C2}" type="pres">
      <dgm:prSet presAssocID="{602DC540-569D-418D-B7DF-601927270FD4}" presName="spaceBetweenRectangles" presStyleCnt="0"/>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0" presStyleCnt="2"/>
      <dgm:spPr/>
    </dgm:pt>
    <dgm:pt modelId="{7AED97A5-34F7-4EB5-AB5C-89D886E5248D}" type="pres">
      <dgm:prSet presAssocID="{7674CBEB-5B51-421A-A698-0580799C1105}" presName="parentText" presStyleLbl="node1" presStyleIdx="1" presStyleCnt="2">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1" presStyleCnt="2">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5AB7780E-821D-41FD-8D17-026CA49ECFB2}" srcId="{7674CBEB-5B51-421A-A698-0580799C1105}" destId="{7984D2C0-FE5E-4373-9C7B-021D0CD58B69}" srcOrd="1" destOrd="0" parTransId="{4F03CD33-0BB2-4BA6-8646-78C11AB9368F}" sibTransId="{8E3A91F4-B30C-4E12-BC26-12AA47EC541C}"/>
    <dgm:cxn modelId="{93BC7531-74D4-4B2E-BE52-3B763550C8F6}" type="presOf" srcId="{53B599B9-ACE3-449F-83BD-599ADD084029}" destId="{EC6C785D-760B-4E3A-9917-42B87393711B}" srcOrd="0" destOrd="0" presId="urn:microsoft.com/office/officeart/2005/8/layout/list1"/>
    <dgm:cxn modelId="{680DDC3E-BD0D-4F22-812E-5A95016E145F}" srcId="{26D870EA-CBEF-4B9D-8E5C-B0E869C0CE18}" destId="{65740C51-D6AD-4C02-BAEC-73291207F000}" srcOrd="1" destOrd="0" parTransId="{7824CBBA-15D6-4153-A1B2-473721EEA605}" sibTransId="{1D81AE6D-FADF-4646-BA4C-3F88F89268C6}"/>
    <dgm:cxn modelId="{ED80A960-728F-41DD-A34A-FCF1E56046D6}" type="presOf" srcId="{178082A7-8D8E-4234-B64D-994CB64FE293}" destId="{DCE72A8E-A6BC-45F1-B82E-450A8F65E0B6}" srcOrd="0" destOrd="0" presId="urn:microsoft.com/office/officeart/2005/8/layout/list1"/>
    <dgm:cxn modelId="{778EF141-69CA-4846-994B-ACCBD498D5DC}" srcId="{7674CBEB-5B51-421A-A698-0580799C1105}" destId="{178082A7-8D8E-4234-B64D-994CB64FE293}" srcOrd="0" destOrd="0" parTransId="{CB889B21-48BA-4E20-B439-D359E047AE82}" sibTransId="{CD57A76C-4E9F-4712-AF5C-5183A59B63E1}"/>
    <dgm:cxn modelId="{608B9651-0E7F-428C-B6E4-322D974E23D9}" type="presOf" srcId="{65740C51-D6AD-4C02-BAEC-73291207F000}" destId="{EC6C785D-760B-4E3A-9917-42B87393711B}" srcOrd="0" destOrd="1" presId="urn:microsoft.com/office/officeart/2005/8/layout/list1"/>
    <dgm:cxn modelId="{20926987-41DD-4DD4-A4C4-40335B727A2D}" type="presOf" srcId="{7984D2C0-FE5E-4373-9C7B-021D0CD58B69}" destId="{DCE72A8E-A6BC-45F1-B82E-450A8F65E0B6}" srcOrd="0" destOrd="1" presId="urn:microsoft.com/office/officeart/2005/8/layout/list1"/>
    <dgm:cxn modelId="{612DC996-A218-4DE0-91F3-BDBD3449FF9D}" type="presOf" srcId="{26D870EA-CBEF-4B9D-8E5C-B0E869C0CE18}" destId="{BBFCC61D-96DD-4867-8A80-5D5952EA5552}" srcOrd="0" destOrd="0" presId="urn:microsoft.com/office/officeart/2005/8/layout/list1"/>
    <dgm:cxn modelId="{A259A099-4B1A-4992-A181-A6536D86CE18}" type="presOf" srcId="{7674CBEB-5B51-421A-A698-0580799C1105}" destId="{5E2B493D-B152-4637-B37F-BDFF5AF361BA}" srcOrd="0" destOrd="0" presId="urn:microsoft.com/office/officeart/2005/8/layout/list1"/>
    <dgm:cxn modelId="{1CF578AF-A056-4E37-B426-F1A941FB64F2}" srcId="{D55D8971-ACB2-4236-B6E6-139E5A972C1D}" destId="{7674CBEB-5B51-421A-A698-0580799C1105}" srcOrd="1" destOrd="0" parTransId="{2203DF9D-B7D0-48FC-A9B3-E2DBD56812E4}" sibTransId="{053D8B9C-C289-4F50-B3F4-220634EF10BD}"/>
    <dgm:cxn modelId="{4022F2AF-3F53-457D-AF2F-02B515268C34}" type="presOf" srcId="{26D870EA-CBEF-4B9D-8E5C-B0E869C0CE18}" destId="{D0CFFECE-78F1-4F6E-84F6-B2C218A7149C}" srcOrd="1" destOrd="0" presId="urn:microsoft.com/office/officeart/2005/8/layout/list1"/>
    <dgm:cxn modelId="{DCFDDCBB-7B63-47DB-BD32-66C1868A58DF}" srcId="{26D870EA-CBEF-4B9D-8E5C-B0E869C0CE18}" destId="{53B599B9-ACE3-449F-83BD-599ADD084029}" srcOrd="0" destOrd="0" parTransId="{E8D3DC02-FB07-470F-AA6B-2B5674E6926B}" sibTransId="{F9B376CB-68EF-48D2-A38E-6FE0CDF61D11}"/>
    <dgm:cxn modelId="{9DDC90BD-1F83-478F-B201-6B1C987D7AAD}" srcId="{D55D8971-ACB2-4236-B6E6-139E5A972C1D}" destId="{26D870EA-CBEF-4B9D-8E5C-B0E869C0CE18}" srcOrd="0" destOrd="0" parTransId="{D788AA0E-599E-44E1-BEA4-D86BDE2427BE}" sibTransId="{602DC540-569D-418D-B7DF-601927270FD4}"/>
    <dgm:cxn modelId="{7D5E52CD-3795-4B02-B3BD-900857D4310B}" type="presOf" srcId="{7674CBEB-5B51-421A-A698-0580799C1105}" destId="{7AED97A5-34F7-4EB5-AB5C-89D886E5248D}" srcOrd="1" destOrd="0" presId="urn:microsoft.com/office/officeart/2005/8/layout/list1"/>
    <dgm:cxn modelId="{ADFF9FB8-887E-4139-BF9C-6A3AB2405AC0}" type="presParOf" srcId="{A72232D4-1CD0-49EC-82B9-99E0C49EC541}" destId="{F8E9F72A-6FDC-47BA-B1CA-E18E2A6DDEEA}" srcOrd="0" destOrd="0" presId="urn:microsoft.com/office/officeart/2005/8/layout/list1"/>
    <dgm:cxn modelId="{CA109C5A-BF8F-45E1-B351-7F9443DE1F9A}" type="presParOf" srcId="{F8E9F72A-6FDC-47BA-B1CA-E18E2A6DDEEA}" destId="{BBFCC61D-96DD-4867-8A80-5D5952EA5552}" srcOrd="0" destOrd="0" presId="urn:microsoft.com/office/officeart/2005/8/layout/list1"/>
    <dgm:cxn modelId="{9E967FD5-3F62-4010-BBD0-1291DE70E65E}" type="presParOf" srcId="{F8E9F72A-6FDC-47BA-B1CA-E18E2A6DDEEA}" destId="{D0CFFECE-78F1-4F6E-84F6-B2C218A7149C}" srcOrd="1" destOrd="0" presId="urn:microsoft.com/office/officeart/2005/8/layout/list1"/>
    <dgm:cxn modelId="{74F5F65E-89B6-4D35-8FC9-E082DD947192}" type="presParOf" srcId="{A72232D4-1CD0-49EC-82B9-99E0C49EC541}" destId="{318A440D-C2B2-48A2-B75D-8DB8AEBFCD57}" srcOrd="1" destOrd="0" presId="urn:microsoft.com/office/officeart/2005/8/layout/list1"/>
    <dgm:cxn modelId="{C2B93FA6-6CED-4652-9D5E-8A678800641B}" type="presParOf" srcId="{A72232D4-1CD0-49EC-82B9-99E0C49EC541}" destId="{EC6C785D-760B-4E3A-9917-42B87393711B}" srcOrd="2" destOrd="0" presId="urn:microsoft.com/office/officeart/2005/8/layout/list1"/>
    <dgm:cxn modelId="{8763F140-8EDF-492E-B42A-46FED115B586}" type="presParOf" srcId="{A72232D4-1CD0-49EC-82B9-99E0C49EC541}" destId="{2661805C-6C70-4744-A687-A24B1F5491C2}" srcOrd="3" destOrd="0" presId="urn:microsoft.com/office/officeart/2005/8/layout/list1"/>
    <dgm:cxn modelId="{4000B622-EC27-413E-B78A-B69642563971}" type="presParOf" srcId="{A72232D4-1CD0-49EC-82B9-99E0C49EC541}" destId="{ED74AB36-051E-4ADA-8785-479AEDEF9096}" srcOrd="4" destOrd="0" presId="urn:microsoft.com/office/officeart/2005/8/layout/list1"/>
    <dgm:cxn modelId="{2AED34E2-CB40-433E-8DA3-F4BFAE995A05}" type="presParOf" srcId="{ED74AB36-051E-4ADA-8785-479AEDEF9096}" destId="{5E2B493D-B152-4637-B37F-BDFF5AF361BA}" srcOrd="0" destOrd="0" presId="urn:microsoft.com/office/officeart/2005/8/layout/list1"/>
    <dgm:cxn modelId="{4C35943B-1111-43D2-8D45-894C0C8E3FEC}" type="presParOf" srcId="{ED74AB36-051E-4ADA-8785-479AEDEF9096}" destId="{7AED97A5-34F7-4EB5-AB5C-89D886E5248D}" srcOrd="1" destOrd="0" presId="urn:microsoft.com/office/officeart/2005/8/layout/list1"/>
    <dgm:cxn modelId="{D65CF313-1F09-4497-A5F9-13431D0C45A6}" type="presParOf" srcId="{A72232D4-1CD0-49EC-82B9-99E0C49EC541}" destId="{6EED2FB1-CE5E-4C39-B429-DFEBF8335D13}" srcOrd="5" destOrd="0" presId="urn:microsoft.com/office/officeart/2005/8/layout/list1"/>
    <dgm:cxn modelId="{D4A1DAC4-123F-45AA-BD16-07CFD7CAF407}" type="presParOf" srcId="{A72232D4-1CD0-49EC-82B9-99E0C49EC541}" destId="{DCE72A8E-A6BC-45F1-B82E-450A8F65E0B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FED080-7495-4306-82D7-869C02650F0D}"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F0CE794E-A061-4486-828A-080F8A99858C}">
      <dgm:prSet phldrT="[文本]"/>
      <dgm:spPr/>
      <dgm:t>
        <a:bodyPr/>
        <a:lstStyle/>
        <a:p>
          <a:pPr>
            <a:buNone/>
          </a:pPr>
          <a:r>
            <a:rPr lang="zh-CN" altLang="en-US"/>
            <a:t>数据库抽象：同一套代码可切换不同数据库，无需修改业务逻辑</a:t>
          </a:r>
        </a:p>
      </dgm:t>
    </dgm:pt>
    <dgm:pt modelId="{8FFA1D51-CD86-45AD-A81A-336F9F0C29B7}" type="parTrans" cxnId="{36010AF4-C2F2-4614-9144-5527FA734B50}">
      <dgm:prSet/>
      <dgm:spPr/>
      <dgm:t>
        <a:bodyPr/>
        <a:lstStyle/>
        <a:p>
          <a:endParaRPr lang="zh-CN" altLang="en-US"/>
        </a:p>
      </dgm:t>
    </dgm:pt>
    <dgm:pt modelId="{67A238B3-E7D1-4F62-BDEE-5272CEC6A6F1}" type="sibTrans" cxnId="{36010AF4-C2F2-4614-9144-5527FA734B50}">
      <dgm:prSet/>
      <dgm:spPr/>
      <dgm:t>
        <a:bodyPr/>
        <a:lstStyle/>
        <a:p>
          <a:endParaRPr lang="zh-CN" altLang="en-US"/>
        </a:p>
      </dgm:t>
    </dgm:pt>
    <dgm:pt modelId="{F58AE6DF-829B-48AE-A026-527547BB4D44}">
      <dgm:prSet phldrT="[文本]"/>
      <dgm:spPr/>
      <dgm:t>
        <a:bodyPr/>
        <a:lstStyle/>
        <a:p>
          <a:pPr>
            <a:buNone/>
          </a:pPr>
          <a:r>
            <a:rPr lang="zh-CN" altLang="en-US"/>
            <a:t> 预处理支持：内置预处理语句，有效防止 </a:t>
          </a:r>
          <a:r>
            <a:rPr lang="en-US" altLang="zh-CN"/>
            <a:t>SQL </a:t>
          </a:r>
          <a:r>
            <a:rPr lang="zh-CN" altLang="en-US"/>
            <a:t>注入</a:t>
          </a:r>
        </a:p>
      </dgm:t>
    </dgm:pt>
    <dgm:pt modelId="{E5D40EFA-8AB7-4909-BB00-90033FFA2E57}" type="parTrans" cxnId="{68537B4C-84B0-402D-BAF7-1F172FD7A4A6}">
      <dgm:prSet/>
      <dgm:spPr/>
      <dgm:t>
        <a:bodyPr/>
        <a:lstStyle/>
        <a:p>
          <a:endParaRPr lang="zh-CN" altLang="en-US"/>
        </a:p>
      </dgm:t>
    </dgm:pt>
    <dgm:pt modelId="{22D7BF6E-01A3-4A6A-BABC-0DDAE0C8A931}" type="sibTrans" cxnId="{68537B4C-84B0-402D-BAF7-1F172FD7A4A6}">
      <dgm:prSet/>
      <dgm:spPr/>
      <dgm:t>
        <a:bodyPr/>
        <a:lstStyle/>
        <a:p>
          <a:endParaRPr lang="zh-CN" altLang="en-US"/>
        </a:p>
      </dgm:t>
    </dgm:pt>
    <dgm:pt modelId="{6D8371AB-6E5D-4C8F-9707-2BA110C247B0}">
      <dgm:prSet phldrT="[文本]"/>
      <dgm:spPr/>
      <dgm:t>
        <a:bodyPr/>
        <a:lstStyle/>
        <a:p>
          <a:pPr>
            <a:buNone/>
          </a:pPr>
          <a:r>
            <a:rPr lang="zh-CN" altLang="en-US"/>
            <a:t>面向对象接口：完全基于对象的设计，易于使用和维护</a:t>
          </a:r>
        </a:p>
      </dgm:t>
    </dgm:pt>
    <dgm:pt modelId="{D8A321BC-4808-4A78-B856-19677361A3DE}" type="parTrans" cxnId="{24ACE69F-261F-491A-8D01-E5F5CFB85901}">
      <dgm:prSet/>
      <dgm:spPr/>
      <dgm:t>
        <a:bodyPr/>
        <a:lstStyle/>
        <a:p>
          <a:endParaRPr lang="zh-CN" altLang="en-US"/>
        </a:p>
      </dgm:t>
    </dgm:pt>
    <dgm:pt modelId="{E1AA0813-6035-4FEE-B6DE-CE3545CBACB6}" type="sibTrans" cxnId="{24ACE69F-261F-491A-8D01-E5F5CFB85901}">
      <dgm:prSet/>
      <dgm:spPr/>
      <dgm:t>
        <a:bodyPr/>
        <a:lstStyle/>
        <a:p>
          <a:endParaRPr lang="zh-CN" altLang="en-US"/>
        </a:p>
      </dgm:t>
    </dgm:pt>
    <dgm:pt modelId="{520F9A8A-78FB-48C9-AAD8-15552D17689C}">
      <dgm:prSet phldrT="[文本]"/>
      <dgm:spPr/>
      <dgm:t>
        <a:bodyPr/>
        <a:lstStyle/>
        <a:p>
          <a:pPr>
            <a:buNone/>
          </a:pPr>
          <a:r>
            <a:rPr lang="zh-CN" altLang="en-US"/>
            <a:t>错误处理灵活：支持多种错误处理模式（静默、警告、异常）</a:t>
          </a:r>
        </a:p>
      </dgm:t>
    </dgm:pt>
    <dgm:pt modelId="{1BCF71A5-1680-4F42-819A-2B39CC84A246}" type="parTrans" cxnId="{99E1C1B9-4E63-4538-A208-7BF7F4988696}">
      <dgm:prSet/>
      <dgm:spPr/>
      <dgm:t>
        <a:bodyPr/>
        <a:lstStyle/>
        <a:p>
          <a:endParaRPr lang="zh-CN" altLang="en-US"/>
        </a:p>
      </dgm:t>
    </dgm:pt>
    <dgm:pt modelId="{C1BCDE03-FD60-4677-A2AF-63F3433DA9E4}" type="sibTrans" cxnId="{99E1C1B9-4E63-4538-A208-7BF7F4988696}">
      <dgm:prSet/>
      <dgm:spPr/>
      <dgm:t>
        <a:bodyPr/>
        <a:lstStyle/>
        <a:p>
          <a:endParaRPr lang="zh-CN" altLang="en-US"/>
        </a:p>
      </dgm:t>
    </dgm:pt>
    <dgm:pt modelId="{0B90F44B-538F-48B7-96FF-ABBF11CDCA23}">
      <dgm:prSet phldrT="[文本]"/>
      <dgm:spPr/>
      <dgm:t>
        <a:bodyPr/>
        <a:lstStyle/>
        <a:p>
          <a:pPr>
            <a:buNone/>
          </a:pPr>
          <a:r>
            <a:rPr lang="zh-CN" altLang="en-US"/>
            <a:t>事务支持：提供完整的事务控制方法</a:t>
          </a:r>
        </a:p>
      </dgm:t>
    </dgm:pt>
    <dgm:pt modelId="{78FA6130-F5C4-4BC2-911A-CB86D8B0D835}" type="parTrans" cxnId="{0BB311F8-D228-49A1-9E41-571CF0A5BAED}">
      <dgm:prSet/>
      <dgm:spPr/>
      <dgm:t>
        <a:bodyPr/>
        <a:lstStyle/>
        <a:p>
          <a:endParaRPr lang="zh-CN" altLang="en-US"/>
        </a:p>
      </dgm:t>
    </dgm:pt>
    <dgm:pt modelId="{CED9A93E-0E4F-4350-A6BE-76E950F2B551}" type="sibTrans" cxnId="{0BB311F8-D228-49A1-9E41-571CF0A5BAED}">
      <dgm:prSet/>
      <dgm:spPr/>
      <dgm:t>
        <a:bodyPr/>
        <a:lstStyle/>
        <a:p>
          <a:endParaRPr lang="zh-CN" altLang="en-US"/>
        </a:p>
      </dgm:t>
    </dgm:pt>
    <dgm:pt modelId="{82562808-FA16-43D1-9517-914FA723DC7A}" type="pres">
      <dgm:prSet presAssocID="{9BFED080-7495-4306-82D7-869C02650F0D}" presName="linear" presStyleCnt="0">
        <dgm:presLayoutVars>
          <dgm:dir/>
          <dgm:animLvl val="lvl"/>
          <dgm:resizeHandles val="exact"/>
        </dgm:presLayoutVars>
      </dgm:prSet>
      <dgm:spPr/>
    </dgm:pt>
    <dgm:pt modelId="{BD6BD80E-AB53-4655-AD53-F1FF5DED6EFA}" type="pres">
      <dgm:prSet presAssocID="{F0CE794E-A061-4486-828A-080F8A99858C}" presName="parentLin" presStyleCnt="0"/>
      <dgm:spPr/>
    </dgm:pt>
    <dgm:pt modelId="{3907C731-FE9B-4A12-973E-36E8B4DDC863}" type="pres">
      <dgm:prSet presAssocID="{F0CE794E-A061-4486-828A-080F8A99858C}" presName="parentLeftMargin" presStyleLbl="node1" presStyleIdx="0" presStyleCnt="5"/>
      <dgm:spPr/>
    </dgm:pt>
    <dgm:pt modelId="{0DC41FC8-CE70-48EA-88B2-9D1EF1A3F507}" type="pres">
      <dgm:prSet presAssocID="{F0CE794E-A061-4486-828A-080F8A99858C}" presName="parentText" presStyleLbl="node1" presStyleIdx="0" presStyleCnt="5">
        <dgm:presLayoutVars>
          <dgm:chMax val="0"/>
          <dgm:bulletEnabled val="1"/>
        </dgm:presLayoutVars>
      </dgm:prSet>
      <dgm:spPr/>
    </dgm:pt>
    <dgm:pt modelId="{299F9B62-B402-4F95-9191-CF6457545950}" type="pres">
      <dgm:prSet presAssocID="{F0CE794E-A061-4486-828A-080F8A99858C}" presName="negativeSpace" presStyleCnt="0"/>
      <dgm:spPr/>
    </dgm:pt>
    <dgm:pt modelId="{008B317A-394B-41DE-A750-15B5B5807813}" type="pres">
      <dgm:prSet presAssocID="{F0CE794E-A061-4486-828A-080F8A99858C}" presName="childText" presStyleLbl="conFgAcc1" presStyleIdx="0" presStyleCnt="5">
        <dgm:presLayoutVars>
          <dgm:bulletEnabled val="1"/>
        </dgm:presLayoutVars>
      </dgm:prSet>
      <dgm:spPr/>
    </dgm:pt>
    <dgm:pt modelId="{986981D4-4EAF-4D36-80FA-CEA93F818D04}" type="pres">
      <dgm:prSet presAssocID="{67A238B3-E7D1-4F62-BDEE-5272CEC6A6F1}" presName="spaceBetweenRectangles" presStyleCnt="0"/>
      <dgm:spPr/>
    </dgm:pt>
    <dgm:pt modelId="{A17FE56A-0952-4A0F-860F-8BF91F19F5A2}" type="pres">
      <dgm:prSet presAssocID="{F58AE6DF-829B-48AE-A026-527547BB4D44}" presName="parentLin" presStyleCnt="0"/>
      <dgm:spPr/>
    </dgm:pt>
    <dgm:pt modelId="{B6666D4F-AE4C-4F6D-9EF2-12839B3FA670}" type="pres">
      <dgm:prSet presAssocID="{F58AE6DF-829B-48AE-A026-527547BB4D44}" presName="parentLeftMargin" presStyleLbl="node1" presStyleIdx="0" presStyleCnt="5"/>
      <dgm:spPr/>
    </dgm:pt>
    <dgm:pt modelId="{FB9C2CFD-797B-4EBC-A702-F325A1B04F46}" type="pres">
      <dgm:prSet presAssocID="{F58AE6DF-829B-48AE-A026-527547BB4D44}" presName="parentText" presStyleLbl="node1" presStyleIdx="1" presStyleCnt="5">
        <dgm:presLayoutVars>
          <dgm:chMax val="0"/>
          <dgm:bulletEnabled val="1"/>
        </dgm:presLayoutVars>
      </dgm:prSet>
      <dgm:spPr/>
    </dgm:pt>
    <dgm:pt modelId="{451AF703-20AE-4C3E-8A26-6901C646BB4C}" type="pres">
      <dgm:prSet presAssocID="{F58AE6DF-829B-48AE-A026-527547BB4D44}" presName="negativeSpace" presStyleCnt="0"/>
      <dgm:spPr/>
    </dgm:pt>
    <dgm:pt modelId="{E923A9B2-03EB-4FD5-A73E-AEB71E9F4577}" type="pres">
      <dgm:prSet presAssocID="{F58AE6DF-829B-48AE-A026-527547BB4D44}" presName="childText" presStyleLbl="conFgAcc1" presStyleIdx="1" presStyleCnt="5">
        <dgm:presLayoutVars>
          <dgm:bulletEnabled val="1"/>
        </dgm:presLayoutVars>
      </dgm:prSet>
      <dgm:spPr/>
    </dgm:pt>
    <dgm:pt modelId="{0C6D8A29-BE2E-4568-9198-A1C963D649D4}" type="pres">
      <dgm:prSet presAssocID="{22D7BF6E-01A3-4A6A-BABC-0DDAE0C8A931}" presName="spaceBetweenRectangles" presStyleCnt="0"/>
      <dgm:spPr/>
    </dgm:pt>
    <dgm:pt modelId="{3A21CDB3-0DAC-4DFD-B7F5-AB96CBAA7687}" type="pres">
      <dgm:prSet presAssocID="{6D8371AB-6E5D-4C8F-9707-2BA110C247B0}" presName="parentLin" presStyleCnt="0"/>
      <dgm:spPr/>
    </dgm:pt>
    <dgm:pt modelId="{5816E940-9D8D-448F-AC2A-F1FE0C3BDE49}" type="pres">
      <dgm:prSet presAssocID="{6D8371AB-6E5D-4C8F-9707-2BA110C247B0}" presName="parentLeftMargin" presStyleLbl="node1" presStyleIdx="1" presStyleCnt="5"/>
      <dgm:spPr/>
    </dgm:pt>
    <dgm:pt modelId="{7546EBC3-7481-4532-9FB5-676C1D0FBC17}" type="pres">
      <dgm:prSet presAssocID="{6D8371AB-6E5D-4C8F-9707-2BA110C247B0}" presName="parentText" presStyleLbl="node1" presStyleIdx="2" presStyleCnt="5">
        <dgm:presLayoutVars>
          <dgm:chMax val="0"/>
          <dgm:bulletEnabled val="1"/>
        </dgm:presLayoutVars>
      </dgm:prSet>
      <dgm:spPr/>
    </dgm:pt>
    <dgm:pt modelId="{E8B484C1-A077-4A91-BF71-C69F75BA6AB0}" type="pres">
      <dgm:prSet presAssocID="{6D8371AB-6E5D-4C8F-9707-2BA110C247B0}" presName="negativeSpace" presStyleCnt="0"/>
      <dgm:spPr/>
    </dgm:pt>
    <dgm:pt modelId="{5E2CCD86-5968-4415-810A-F386C356A518}" type="pres">
      <dgm:prSet presAssocID="{6D8371AB-6E5D-4C8F-9707-2BA110C247B0}" presName="childText" presStyleLbl="conFgAcc1" presStyleIdx="2" presStyleCnt="5">
        <dgm:presLayoutVars>
          <dgm:bulletEnabled val="1"/>
        </dgm:presLayoutVars>
      </dgm:prSet>
      <dgm:spPr/>
    </dgm:pt>
    <dgm:pt modelId="{ABF7DD05-2272-439B-B3E3-A3EED9415882}" type="pres">
      <dgm:prSet presAssocID="{E1AA0813-6035-4FEE-B6DE-CE3545CBACB6}" presName="spaceBetweenRectangles" presStyleCnt="0"/>
      <dgm:spPr/>
    </dgm:pt>
    <dgm:pt modelId="{9CAF88D0-D799-4365-A3C9-1B0AF2EE4BD2}" type="pres">
      <dgm:prSet presAssocID="{520F9A8A-78FB-48C9-AAD8-15552D17689C}" presName="parentLin" presStyleCnt="0"/>
      <dgm:spPr/>
    </dgm:pt>
    <dgm:pt modelId="{5CDACAC0-7DA8-4D6C-B2C7-F4C4DD1C394F}" type="pres">
      <dgm:prSet presAssocID="{520F9A8A-78FB-48C9-AAD8-15552D17689C}" presName="parentLeftMargin" presStyleLbl="node1" presStyleIdx="2" presStyleCnt="5"/>
      <dgm:spPr/>
    </dgm:pt>
    <dgm:pt modelId="{08390EE2-5CBB-4C77-AA08-4C7F6BEF9812}" type="pres">
      <dgm:prSet presAssocID="{520F9A8A-78FB-48C9-AAD8-15552D17689C}" presName="parentText" presStyleLbl="node1" presStyleIdx="3" presStyleCnt="5">
        <dgm:presLayoutVars>
          <dgm:chMax val="0"/>
          <dgm:bulletEnabled val="1"/>
        </dgm:presLayoutVars>
      </dgm:prSet>
      <dgm:spPr/>
    </dgm:pt>
    <dgm:pt modelId="{B09D8861-A13C-4AAC-B07D-057A8B8C7D57}" type="pres">
      <dgm:prSet presAssocID="{520F9A8A-78FB-48C9-AAD8-15552D17689C}" presName="negativeSpace" presStyleCnt="0"/>
      <dgm:spPr/>
    </dgm:pt>
    <dgm:pt modelId="{8F5BCC0D-F128-46AD-8DE6-FD8323F5601A}" type="pres">
      <dgm:prSet presAssocID="{520F9A8A-78FB-48C9-AAD8-15552D17689C}" presName="childText" presStyleLbl="conFgAcc1" presStyleIdx="3" presStyleCnt="5">
        <dgm:presLayoutVars>
          <dgm:bulletEnabled val="1"/>
        </dgm:presLayoutVars>
      </dgm:prSet>
      <dgm:spPr/>
    </dgm:pt>
    <dgm:pt modelId="{A5A0A782-53A1-4F57-ABEB-920866B3A164}" type="pres">
      <dgm:prSet presAssocID="{C1BCDE03-FD60-4677-A2AF-63F3433DA9E4}" presName="spaceBetweenRectangles" presStyleCnt="0"/>
      <dgm:spPr/>
    </dgm:pt>
    <dgm:pt modelId="{8B9EAAA8-BB3A-4988-9C8C-C16140A64186}" type="pres">
      <dgm:prSet presAssocID="{0B90F44B-538F-48B7-96FF-ABBF11CDCA23}" presName="parentLin" presStyleCnt="0"/>
      <dgm:spPr/>
    </dgm:pt>
    <dgm:pt modelId="{679EA288-34B7-47CB-84C5-5138B1F67EA7}" type="pres">
      <dgm:prSet presAssocID="{0B90F44B-538F-48B7-96FF-ABBF11CDCA23}" presName="parentLeftMargin" presStyleLbl="node1" presStyleIdx="3" presStyleCnt="5"/>
      <dgm:spPr/>
    </dgm:pt>
    <dgm:pt modelId="{D6366AEF-1DF2-440D-94BC-85E335EA7409}" type="pres">
      <dgm:prSet presAssocID="{0B90F44B-538F-48B7-96FF-ABBF11CDCA23}" presName="parentText" presStyleLbl="node1" presStyleIdx="4" presStyleCnt="5">
        <dgm:presLayoutVars>
          <dgm:chMax val="0"/>
          <dgm:bulletEnabled val="1"/>
        </dgm:presLayoutVars>
      </dgm:prSet>
      <dgm:spPr/>
    </dgm:pt>
    <dgm:pt modelId="{B9008BE1-93F2-47A5-B942-8FB4E07A6B54}" type="pres">
      <dgm:prSet presAssocID="{0B90F44B-538F-48B7-96FF-ABBF11CDCA23}" presName="negativeSpace" presStyleCnt="0"/>
      <dgm:spPr/>
    </dgm:pt>
    <dgm:pt modelId="{693D1520-7819-42FB-8D9F-538AC49F0B2E}" type="pres">
      <dgm:prSet presAssocID="{0B90F44B-538F-48B7-96FF-ABBF11CDCA23}" presName="childText" presStyleLbl="conFgAcc1" presStyleIdx="4" presStyleCnt="5">
        <dgm:presLayoutVars>
          <dgm:bulletEnabled val="1"/>
        </dgm:presLayoutVars>
      </dgm:prSet>
      <dgm:spPr/>
    </dgm:pt>
  </dgm:ptLst>
  <dgm:cxnLst>
    <dgm:cxn modelId="{F9E2E602-96BB-4DB5-A8AF-0983F6144B58}" type="presOf" srcId="{F58AE6DF-829B-48AE-A026-527547BB4D44}" destId="{B6666D4F-AE4C-4F6D-9EF2-12839B3FA670}" srcOrd="0" destOrd="0" presId="urn:microsoft.com/office/officeart/2005/8/layout/list1"/>
    <dgm:cxn modelId="{159A7D07-F81F-4E11-A354-2A1E12812D3E}" type="presOf" srcId="{F0CE794E-A061-4486-828A-080F8A99858C}" destId="{0DC41FC8-CE70-48EA-88B2-9D1EF1A3F507}" srcOrd="1" destOrd="0" presId="urn:microsoft.com/office/officeart/2005/8/layout/list1"/>
    <dgm:cxn modelId="{8A9C8E29-B5FF-4EC9-9758-25484B358DEA}" type="presOf" srcId="{0B90F44B-538F-48B7-96FF-ABBF11CDCA23}" destId="{679EA288-34B7-47CB-84C5-5138B1F67EA7}" srcOrd="0" destOrd="0" presId="urn:microsoft.com/office/officeart/2005/8/layout/list1"/>
    <dgm:cxn modelId="{32F4664B-5A73-4CE5-A19E-D987505A74C9}" type="presOf" srcId="{520F9A8A-78FB-48C9-AAD8-15552D17689C}" destId="{5CDACAC0-7DA8-4D6C-B2C7-F4C4DD1C394F}" srcOrd="0" destOrd="0" presId="urn:microsoft.com/office/officeart/2005/8/layout/list1"/>
    <dgm:cxn modelId="{68537B4C-84B0-402D-BAF7-1F172FD7A4A6}" srcId="{9BFED080-7495-4306-82D7-869C02650F0D}" destId="{F58AE6DF-829B-48AE-A026-527547BB4D44}" srcOrd="1" destOrd="0" parTransId="{E5D40EFA-8AB7-4909-BB00-90033FFA2E57}" sibTransId="{22D7BF6E-01A3-4A6A-BABC-0DDAE0C8A931}"/>
    <dgm:cxn modelId="{6871836E-CCFB-47B4-8973-95FA8599B797}" type="presOf" srcId="{6D8371AB-6E5D-4C8F-9707-2BA110C247B0}" destId="{5816E940-9D8D-448F-AC2A-F1FE0C3BDE49}" srcOrd="0" destOrd="0" presId="urn:microsoft.com/office/officeart/2005/8/layout/list1"/>
    <dgm:cxn modelId="{CCDC8D59-F88F-4119-A9EE-31E662180FBA}" type="presOf" srcId="{6D8371AB-6E5D-4C8F-9707-2BA110C247B0}" destId="{7546EBC3-7481-4532-9FB5-676C1D0FBC17}" srcOrd="1" destOrd="0" presId="urn:microsoft.com/office/officeart/2005/8/layout/list1"/>
    <dgm:cxn modelId="{8901A598-086D-4919-B8DE-F5D124FBD71C}" type="presOf" srcId="{9BFED080-7495-4306-82D7-869C02650F0D}" destId="{82562808-FA16-43D1-9517-914FA723DC7A}" srcOrd="0" destOrd="0" presId="urn:microsoft.com/office/officeart/2005/8/layout/list1"/>
    <dgm:cxn modelId="{24ACE69F-261F-491A-8D01-E5F5CFB85901}" srcId="{9BFED080-7495-4306-82D7-869C02650F0D}" destId="{6D8371AB-6E5D-4C8F-9707-2BA110C247B0}" srcOrd="2" destOrd="0" parTransId="{D8A321BC-4808-4A78-B856-19677361A3DE}" sibTransId="{E1AA0813-6035-4FEE-B6DE-CE3545CBACB6}"/>
    <dgm:cxn modelId="{42338AA6-2600-4A94-A0BC-29FFED0C46CD}" type="presOf" srcId="{F58AE6DF-829B-48AE-A026-527547BB4D44}" destId="{FB9C2CFD-797B-4EBC-A702-F325A1B04F46}" srcOrd="1" destOrd="0" presId="urn:microsoft.com/office/officeart/2005/8/layout/list1"/>
    <dgm:cxn modelId="{BF5137A7-87CF-4CFE-AC37-E866701247BD}" type="presOf" srcId="{520F9A8A-78FB-48C9-AAD8-15552D17689C}" destId="{08390EE2-5CBB-4C77-AA08-4C7F6BEF9812}" srcOrd="1" destOrd="0" presId="urn:microsoft.com/office/officeart/2005/8/layout/list1"/>
    <dgm:cxn modelId="{673DCCA8-49A9-4D07-B945-688593E4874F}" type="presOf" srcId="{F0CE794E-A061-4486-828A-080F8A99858C}" destId="{3907C731-FE9B-4A12-973E-36E8B4DDC863}" srcOrd="0" destOrd="0" presId="urn:microsoft.com/office/officeart/2005/8/layout/list1"/>
    <dgm:cxn modelId="{A87446AB-4AA6-455B-9264-98CD23FC2713}" type="presOf" srcId="{0B90F44B-538F-48B7-96FF-ABBF11CDCA23}" destId="{D6366AEF-1DF2-440D-94BC-85E335EA7409}" srcOrd="1" destOrd="0" presId="urn:microsoft.com/office/officeart/2005/8/layout/list1"/>
    <dgm:cxn modelId="{99E1C1B9-4E63-4538-A208-7BF7F4988696}" srcId="{9BFED080-7495-4306-82D7-869C02650F0D}" destId="{520F9A8A-78FB-48C9-AAD8-15552D17689C}" srcOrd="3" destOrd="0" parTransId="{1BCF71A5-1680-4F42-819A-2B39CC84A246}" sibTransId="{C1BCDE03-FD60-4677-A2AF-63F3433DA9E4}"/>
    <dgm:cxn modelId="{36010AF4-C2F2-4614-9144-5527FA734B50}" srcId="{9BFED080-7495-4306-82D7-869C02650F0D}" destId="{F0CE794E-A061-4486-828A-080F8A99858C}" srcOrd="0" destOrd="0" parTransId="{8FFA1D51-CD86-45AD-A81A-336F9F0C29B7}" sibTransId="{67A238B3-E7D1-4F62-BDEE-5272CEC6A6F1}"/>
    <dgm:cxn modelId="{0BB311F8-D228-49A1-9E41-571CF0A5BAED}" srcId="{9BFED080-7495-4306-82D7-869C02650F0D}" destId="{0B90F44B-538F-48B7-96FF-ABBF11CDCA23}" srcOrd="4" destOrd="0" parTransId="{78FA6130-F5C4-4BC2-911A-CB86D8B0D835}" sibTransId="{CED9A93E-0E4F-4350-A6BE-76E950F2B551}"/>
    <dgm:cxn modelId="{E6947277-70DD-4240-B8EE-F41A46F27371}" type="presParOf" srcId="{82562808-FA16-43D1-9517-914FA723DC7A}" destId="{BD6BD80E-AB53-4655-AD53-F1FF5DED6EFA}" srcOrd="0" destOrd="0" presId="urn:microsoft.com/office/officeart/2005/8/layout/list1"/>
    <dgm:cxn modelId="{1D8CEF65-3C5E-40E7-9FD5-081608C9F400}" type="presParOf" srcId="{BD6BD80E-AB53-4655-AD53-F1FF5DED6EFA}" destId="{3907C731-FE9B-4A12-973E-36E8B4DDC863}" srcOrd="0" destOrd="0" presId="urn:microsoft.com/office/officeart/2005/8/layout/list1"/>
    <dgm:cxn modelId="{B2E93FA0-EF1C-401A-9137-2C853B004FBF}" type="presParOf" srcId="{BD6BD80E-AB53-4655-AD53-F1FF5DED6EFA}" destId="{0DC41FC8-CE70-48EA-88B2-9D1EF1A3F507}" srcOrd="1" destOrd="0" presId="urn:microsoft.com/office/officeart/2005/8/layout/list1"/>
    <dgm:cxn modelId="{FB492520-42F0-47DB-A849-DB5284C54EED}" type="presParOf" srcId="{82562808-FA16-43D1-9517-914FA723DC7A}" destId="{299F9B62-B402-4F95-9191-CF6457545950}" srcOrd="1" destOrd="0" presId="urn:microsoft.com/office/officeart/2005/8/layout/list1"/>
    <dgm:cxn modelId="{5DC5BFC5-91D9-46C7-83B1-8F3F1F61D5E0}" type="presParOf" srcId="{82562808-FA16-43D1-9517-914FA723DC7A}" destId="{008B317A-394B-41DE-A750-15B5B5807813}" srcOrd="2" destOrd="0" presId="urn:microsoft.com/office/officeart/2005/8/layout/list1"/>
    <dgm:cxn modelId="{E26F7042-39DE-4ADF-AD0B-109D72915838}" type="presParOf" srcId="{82562808-FA16-43D1-9517-914FA723DC7A}" destId="{986981D4-4EAF-4D36-80FA-CEA93F818D04}" srcOrd="3" destOrd="0" presId="urn:microsoft.com/office/officeart/2005/8/layout/list1"/>
    <dgm:cxn modelId="{E2F36E0D-06AC-47CD-9DB7-9E91363BE6CD}" type="presParOf" srcId="{82562808-FA16-43D1-9517-914FA723DC7A}" destId="{A17FE56A-0952-4A0F-860F-8BF91F19F5A2}" srcOrd="4" destOrd="0" presId="urn:microsoft.com/office/officeart/2005/8/layout/list1"/>
    <dgm:cxn modelId="{DAC4A855-6BC9-4969-908A-BE5977FC39B5}" type="presParOf" srcId="{A17FE56A-0952-4A0F-860F-8BF91F19F5A2}" destId="{B6666D4F-AE4C-4F6D-9EF2-12839B3FA670}" srcOrd="0" destOrd="0" presId="urn:microsoft.com/office/officeart/2005/8/layout/list1"/>
    <dgm:cxn modelId="{828FCAEF-AE9D-41E6-9903-F276A215C018}" type="presParOf" srcId="{A17FE56A-0952-4A0F-860F-8BF91F19F5A2}" destId="{FB9C2CFD-797B-4EBC-A702-F325A1B04F46}" srcOrd="1" destOrd="0" presId="urn:microsoft.com/office/officeart/2005/8/layout/list1"/>
    <dgm:cxn modelId="{2E76F00C-D101-4BA6-8FC8-60D63012C2AE}" type="presParOf" srcId="{82562808-FA16-43D1-9517-914FA723DC7A}" destId="{451AF703-20AE-4C3E-8A26-6901C646BB4C}" srcOrd="5" destOrd="0" presId="urn:microsoft.com/office/officeart/2005/8/layout/list1"/>
    <dgm:cxn modelId="{B7447254-991F-4DA7-9365-14EF6EF6B828}" type="presParOf" srcId="{82562808-FA16-43D1-9517-914FA723DC7A}" destId="{E923A9B2-03EB-4FD5-A73E-AEB71E9F4577}" srcOrd="6" destOrd="0" presId="urn:microsoft.com/office/officeart/2005/8/layout/list1"/>
    <dgm:cxn modelId="{51C064EE-B467-438A-8EEA-D5F1876CB6B6}" type="presParOf" srcId="{82562808-FA16-43D1-9517-914FA723DC7A}" destId="{0C6D8A29-BE2E-4568-9198-A1C963D649D4}" srcOrd="7" destOrd="0" presId="urn:microsoft.com/office/officeart/2005/8/layout/list1"/>
    <dgm:cxn modelId="{4EB136D2-6540-4620-9A20-D6BB0ED1176D}" type="presParOf" srcId="{82562808-FA16-43D1-9517-914FA723DC7A}" destId="{3A21CDB3-0DAC-4DFD-B7F5-AB96CBAA7687}" srcOrd="8" destOrd="0" presId="urn:microsoft.com/office/officeart/2005/8/layout/list1"/>
    <dgm:cxn modelId="{BF3E3012-FB3F-4937-B958-96F1D5270660}" type="presParOf" srcId="{3A21CDB3-0DAC-4DFD-B7F5-AB96CBAA7687}" destId="{5816E940-9D8D-448F-AC2A-F1FE0C3BDE49}" srcOrd="0" destOrd="0" presId="urn:microsoft.com/office/officeart/2005/8/layout/list1"/>
    <dgm:cxn modelId="{EEC11803-6B7C-41F7-9C50-CCFE179A59CB}" type="presParOf" srcId="{3A21CDB3-0DAC-4DFD-B7F5-AB96CBAA7687}" destId="{7546EBC3-7481-4532-9FB5-676C1D0FBC17}" srcOrd="1" destOrd="0" presId="urn:microsoft.com/office/officeart/2005/8/layout/list1"/>
    <dgm:cxn modelId="{E8EC562B-015F-428E-B06C-9EA0F6355482}" type="presParOf" srcId="{82562808-FA16-43D1-9517-914FA723DC7A}" destId="{E8B484C1-A077-4A91-BF71-C69F75BA6AB0}" srcOrd="9" destOrd="0" presId="urn:microsoft.com/office/officeart/2005/8/layout/list1"/>
    <dgm:cxn modelId="{88777F29-8596-4292-95C9-E5690BB56B02}" type="presParOf" srcId="{82562808-FA16-43D1-9517-914FA723DC7A}" destId="{5E2CCD86-5968-4415-810A-F386C356A518}" srcOrd="10" destOrd="0" presId="urn:microsoft.com/office/officeart/2005/8/layout/list1"/>
    <dgm:cxn modelId="{A77AD517-351D-4901-91BC-A0EB40B6B664}" type="presParOf" srcId="{82562808-FA16-43D1-9517-914FA723DC7A}" destId="{ABF7DD05-2272-439B-B3E3-A3EED9415882}" srcOrd="11" destOrd="0" presId="urn:microsoft.com/office/officeart/2005/8/layout/list1"/>
    <dgm:cxn modelId="{5688EA3A-0442-453C-8726-E3BDD970267C}" type="presParOf" srcId="{82562808-FA16-43D1-9517-914FA723DC7A}" destId="{9CAF88D0-D799-4365-A3C9-1B0AF2EE4BD2}" srcOrd="12" destOrd="0" presId="urn:microsoft.com/office/officeart/2005/8/layout/list1"/>
    <dgm:cxn modelId="{2F5EB8E9-C3D2-4103-B9C9-6198EAD7E316}" type="presParOf" srcId="{9CAF88D0-D799-4365-A3C9-1B0AF2EE4BD2}" destId="{5CDACAC0-7DA8-4D6C-B2C7-F4C4DD1C394F}" srcOrd="0" destOrd="0" presId="urn:microsoft.com/office/officeart/2005/8/layout/list1"/>
    <dgm:cxn modelId="{A946DCC2-6B37-47CA-AC6B-B7385A653C92}" type="presParOf" srcId="{9CAF88D0-D799-4365-A3C9-1B0AF2EE4BD2}" destId="{08390EE2-5CBB-4C77-AA08-4C7F6BEF9812}" srcOrd="1" destOrd="0" presId="urn:microsoft.com/office/officeart/2005/8/layout/list1"/>
    <dgm:cxn modelId="{694684D4-983F-4392-BA0A-3EB4767A8329}" type="presParOf" srcId="{82562808-FA16-43D1-9517-914FA723DC7A}" destId="{B09D8861-A13C-4AAC-B07D-057A8B8C7D57}" srcOrd="13" destOrd="0" presId="urn:microsoft.com/office/officeart/2005/8/layout/list1"/>
    <dgm:cxn modelId="{4A3F0A36-74C1-4D21-A6C9-1E4A8E289A1C}" type="presParOf" srcId="{82562808-FA16-43D1-9517-914FA723DC7A}" destId="{8F5BCC0D-F128-46AD-8DE6-FD8323F5601A}" srcOrd="14" destOrd="0" presId="urn:microsoft.com/office/officeart/2005/8/layout/list1"/>
    <dgm:cxn modelId="{32EA3FA0-3E9C-489C-B330-1B58AB7772CD}" type="presParOf" srcId="{82562808-FA16-43D1-9517-914FA723DC7A}" destId="{A5A0A782-53A1-4F57-ABEB-920866B3A164}" srcOrd="15" destOrd="0" presId="urn:microsoft.com/office/officeart/2005/8/layout/list1"/>
    <dgm:cxn modelId="{718B127A-CC2C-4850-A80B-E8BCF73A2179}" type="presParOf" srcId="{82562808-FA16-43D1-9517-914FA723DC7A}" destId="{8B9EAAA8-BB3A-4988-9C8C-C16140A64186}" srcOrd="16" destOrd="0" presId="urn:microsoft.com/office/officeart/2005/8/layout/list1"/>
    <dgm:cxn modelId="{74AFCFC6-27F4-4D17-8561-C2556BA4F709}" type="presParOf" srcId="{8B9EAAA8-BB3A-4988-9C8C-C16140A64186}" destId="{679EA288-34B7-47CB-84C5-5138B1F67EA7}" srcOrd="0" destOrd="0" presId="urn:microsoft.com/office/officeart/2005/8/layout/list1"/>
    <dgm:cxn modelId="{3D462C4C-F6B5-49A5-A53C-7E3BFC394070}" type="presParOf" srcId="{8B9EAAA8-BB3A-4988-9C8C-C16140A64186}" destId="{D6366AEF-1DF2-440D-94BC-85E335EA7409}" srcOrd="1" destOrd="0" presId="urn:microsoft.com/office/officeart/2005/8/layout/list1"/>
    <dgm:cxn modelId="{F79EF879-77FD-4245-AECB-356E0A53AA65}" type="presParOf" srcId="{82562808-FA16-43D1-9517-914FA723DC7A}" destId="{B9008BE1-93F2-47A5-B942-8FB4E07A6B54}" srcOrd="17" destOrd="0" presId="urn:microsoft.com/office/officeart/2005/8/layout/list1"/>
    <dgm:cxn modelId="{41A75357-DBE4-4F80-A4C7-BD41BA40A1EE}" type="presParOf" srcId="{82562808-FA16-43D1-9517-914FA723DC7A}" destId="{693D1520-7819-42FB-8D9F-538AC49F0B2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4C3A7E-D075-41FA-AEF7-9871EA8CAC6C}"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zh-CN" altLang="en-US"/>
        </a:p>
      </dgm:t>
    </dgm:pt>
    <dgm:pt modelId="{06ABC02C-140F-4734-8CEA-78161FDC901E}">
      <dgm:prSet phldrT="[文本]" custT="1"/>
      <dgm:spPr/>
      <dgm:t>
        <a:bodyPr/>
        <a:lstStyle/>
        <a:p>
          <a:r>
            <a:rPr lang="zh-CN" altLang="en-US" sz="2400" b="1"/>
            <a:t>攻击者提交恶意输入</a:t>
          </a:r>
        </a:p>
      </dgm:t>
    </dgm:pt>
    <dgm:pt modelId="{9B1AAB4A-6984-410F-8267-CEBF54E5E35B}" type="parTrans" cxnId="{3169C657-A784-4568-A416-A45E87E94983}">
      <dgm:prSet/>
      <dgm:spPr/>
      <dgm:t>
        <a:bodyPr/>
        <a:lstStyle/>
        <a:p>
          <a:endParaRPr lang="zh-CN" altLang="en-US" sz="2000" b="1"/>
        </a:p>
      </dgm:t>
    </dgm:pt>
    <dgm:pt modelId="{AAFD1BFE-34F0-4E83-9A32-8A97F78E80D3}" type="sibTrans" cxnId="{3169C657-A784-4568-A416-A45E87E94983}">
      <dgm:prSet custT="1"/>
      <dgm:spPr/>
      <dgm:t>
        <a:bodyPr/>
        <a:lstStyle/>
        <a:p>
          <a:endParaRPr lang="zh-CN" altLang="en-US" sz="3600" b="1"/>
        </a:p>
      </dgm:t>
    </dgm:pt>
    <dgm:pt modelId="{F7B884E6-8C30-44F1-A964-277F9CC267C4}">
      <dgm:prSet phldrT="[文本]" custT="1"/>
      <dgm:spPr/>
      <dgm:t>
        <a:bodyPr/>
        <a:lstStyle/>
        <a:p>
          <a:r>
            <a:rPr lang="zh-CN" altLang="en-US" sz="2400" b="1"/>
            <a:t>服务器：拼接</a:t>
          </a:r>
          <a:r>
            <a:rPr lang="en-US" altLang="zh-CN" sz="2400" b="1"/>
            <a:t>SQL</a:t>
          </a:r>
          <a:r>
            <a:rPr lang="zh-CN" altLang="en-US" sz="2400" b="1"/>
            <a:t>语句，执行非预期命令</a:t>
          </a:r>
        </a:p>
      </dgm:t>
    </dgm:pt>
    <dgm:pt modelId="{E2423BB8-7F66-4FD3-B5E6-D739CEC5E8FA}" type="parTrans" cxnId="{8DB7C492-9581-4241-AFB2-229D49E95F4D}">
      <dgm:prSet/>
      <dgm:spPr/>
      <dgm:t>
        <a:bodyPr/>
        <a:lstStyle/>
        <a:p>
          <a:endParaRPr lang="zh-CN" altLang="en-US" sz="2000" b="1"/>
        </a:p>
      </dgm:t>
    </dgm:pt>
    <dgm:pt modelId="{7BC8D760-55E1-46B0-B698-284F2A22BCA3}" type="sibTrans" cxnId="{8DB7C492-9581-4241-AFB2-229D49E95F4D}">
      <dgm:prSet custT="1"/>
      <dgm:spPr/>
      <dgm:t>
        <a:bodyPr/>
        <a:lstStyle/>
        <a:p>
          <a:endParaRPr lang="zh-CN" altLang="en-US" sz="3600" b="1"/>
        </a:p>
      </dgm:t>
    </dgm:pt>
    <dgm:pt modelId="{79AB2F22-22EF-430E-B41A-FCF50B693A2E}">
      <dgm:prSet phldrT="[文本]" custT="1"/>
      <dgm:spPr/>
      <dgm:t>
        <a:bodyPr/>
        <a:lstStyle/>
        <a:p>
          <a:r>
            <a:rPr lang="zh-CN" altLang="en-US" sz="2400" b="1"/>
            <a:t>返回数据</a:t>
          </a:r>
        </a:p>
      </dgm:t>
    </dgm:pt>
    <dgm:pt modelId="{A13EC54C-59C5-4B98-BD47-C8E070470FC3}" type="parTrans" cxnId="{E51CD30E-20A8-4AE2-B3F8-AE24C1AEBB9F}">
      <dgm:prSet/>
      <dgm:spPr/>
      <dgm:t>
        <a:bodyPr/>
        <a:lstStyle/>
        <a:p>
          <a:endParaRPr lang="zh-CN" altLang="en-US" sz="2000" b="1"/>
        </a:p>
      </dgm:t>
    </dgm:pt>
    <dgm:pt modelId="{11325549-098A-4156-BF6E-0E59965C9C16}" type="sibTrans" cxnId="{E51CD30E-20A8-4AE2-B3F8-AE24C1AEBB9F}">
      <dgm:prSet custT="1"/>
      <dgm:spPr/>
      <dgm:t>
        <a:bodyPr/>
        <a:lstStyle/>
        <a:p>
          <a:endParaRPr lang="zh-CN" altLang="en-US" sz="3600" b="1"/>
        </a:p>
      </dgm:t>
    </dgm:pt>
    <dgm:pt modelId="{43B6ADCB-D42A-4571-B546-246C2084D7E2}">
      <dgm:prSet phldrT="[文本]" custT="1"/>
      <dgm:spPr/>
      <dgm:t>
        <a:bodyPr/>
        <a:lstStyle/>
        <a:p>
          <a:r>
            <a:rPr lang="zh-CN" altLang="en-US" sz="2400" b="1"/>
            <a:t>攻击者将获得数据库的控制，权窃取、篡改或删除数据</a:t>
          </a:r>
        </a:p>
      </dgm:t>
    </dgm:pt>
    <dgm:pt modelId="{735BE342-285E-4C18-9880-F5A3DEB4FBBB}" type="parTrans" cxnId="{2BAC27B6-E7EF-4890-BAD0-19D5779866C0}">
      <dgm:prSet/>
      <dgm:spPr/>
      <dgm:t>
        <a:bodyPr/>
        <a:lstStyle/>
        <a:p>
          <a:endParaRPr lang="zh-CN" altLang="en-US" sz="2000" b="1"/>
        </a:p>
      </dgm:t>
    </dgm:pt>
    <dgm:pt modelId="{366C19D8-BB04-422A-9B26-CCA6020EDF00}" type="sibTrans" cxnId="{2BAC27B6-E7EF-4890-BAD0-19D5779866C0}">
      <dgm:prSet/>
      <dgm:spPr/>
      <dgm:t>
        <a:bodyPr/>
        <a:lstStyle/>
        <a:p>
          <a:endParaRPr lang="zh-CN" altLang="en-US" sz="2000" b="1"/>
        </a:p>
      </dgm:t>
    </dgm:pt>
    <dgm:pt modelId="{C2832C98-9206-459B-A83E-58A10C24DC9B}" type="pres">
      <dgm:prSet presAssocID="{5B4C3A7E-D075-41FA-AEF7-9871EA8CAC6C}" presName="outerComposite" presStyleCnt="0">
        <dgm:presLayoutVars>
          <dgm:chMax val="5"/>
          <dgm:dir/>
          <dgm:resizeHandles val="exact"/>
        </dgm:presLayoutVars>
      </dgm:prSet>
      <dgm:spPr/>
    </dgm:pt>
    <dgm:pt modelId="{42AA66A6-9D42-432A-8EDF-F9B88C8F9844}" type="pres">
      <dgm:prSet presAssocID="{5B4C3A7E-D075-41FA-AEF7-9871EA8CAC6C}" presName="dummyMaxCanvas" presStyleCnt="0">
        <dgm:presLayoutVars/>
      </dgm:prSet>
      <dgm:spPr/>
    </dgm:pt>
    <dgm:pt modelId="{C6308687-52D3-4FB2-A3FB-1DF71BC0671A}" type="pres">
      <dgm:prSet presAssocID="{5B4C3A7E-D075-41FA-AEF7-9871EA8CAC6C}" presName="FourNodes_1" presStyleLbl="node1" presStyleIdx="0" presStyleCnt="4">
        <dgm:presLayoutVars>
          <dgm:bulletEnabled val="1"/>
        </dgm:presLayoutVars>
      </dgm:prSet>
      <dgm:spPr/>
    </dgm:pt>
    <dgm:pt modelId="{C6839825-93E8-4350-A4EB-E85F2415639E}" type="pres">
      <dgm:prSet presAssocID="{5B4C3A7E-D075-41FA-AEF7-9871EA8CAC6C}" presName="FourNodes_2" presStyleLbl="node1" presStyleIdx="1" presStyleCnt="4">
        <dgm:presLayoutVars>
          <dgm:bulletEnabled val="1"/>
        </dgm:presLayoutVars>
      </dgm:prSet>
      <dgm:spPr/>
    </dgm:pt>
    <dgm:pt modelId="{C7ED4754-338F-4F78-919A-4188B6583540}" type="pres">
      <dgm:prSet presAssocID="{5B4C3A7E-D075-41FA-AEF7-9871EA8CAC6C}" presName="FourNodes_3" presStyleLbl="node1" presStyleIdx="2" presStyleCnt="4">
        <dgm:presLayoutVars>
          <dgm:bulletEnabled val="1"/>
        </dgm:presLayoutVars>
      </dgm:prSet>
      <dgm:spPr/>
    </dgm:pt>
    <dgm:pt modelId="{1F335A18-5FA5-45B8-AC10-D32CE03807AF}" type="pres">
      <dgm:prSet presAssocID="{5B4C3A7E-D075-41FA-AEF7-9871EA8CAC6C}" presName="FourNodes_4" presStyleLbl="node1" presStyleIdx="3" presStyleCnt="4">
        <dgm:presLayoutVars>
          <dgm:bulletEnabled val="1"/>
        </dgm:presLayoutVars>
      </dgm:prSet>
      <dgm:spPr/>
    </dgm:pt>
    <dgm:pt modelId="{BA25D25C-9A71-4A86-AC7A-2F545AA29575}" type="pres">
      <dgm:prSet presAssocID="{5B4C3A7E-D075-41FA-AEF7-9871EA8CAC6C}" presName="FourConn_1-2" presStyleLbl="fgAccFollowNode1" presStyleIdx="0" presStyleCnt="3">
        <dgm:presLayoutVars>
          <dgm:bulletEnabled val="1"/>
        </dgm:presLayoutVars>
      </dgm:prSet>
      <dgm:spPr/>
    </dgm:pt>
    <dgm:pt modelId="{4B2B61F1-8694-4FA7-B657-807BAA3DBC67}" type="pres">
      <dgm:prSet presAssocID="{5B4C3A7E-D075-41FA-AEF7-9871EA8CAC6C}" presName="FourConn_2-3" presStyleLbl="fgAccFollowNode1" presStyleIdx="1" presStyleCnt="3">
        <dgm:presLayoutVars>
          <dgm:bulletEnabled val="1"/>
        </dgm:presLayoutVars>
      </dgm:prSet>
      <dgm:spPr/>
    </dgm:pt>
    <dgm:pt modelId="{370E84AF-742A-42C7-A183-DCEA76ACC22D}" type="pres">
      <dgm:prSet presAssocID="{5B4C3A7E-D075-41FA-AEF7-9871EA8CAC6C}" presName="FourConn_3-4" presStyleLbl="fgAccFollowNode1" presStyleIdx="2" presStyleCnt="3">
        <dgm:presLayoutVars>
          <dgm:bulletEnabled val="1"/>
        </dgm:presLayoutVars>
      </dgm:prSet>
      <dgm:spPr/>
    </dgm:pt>
    <dgm:pt modelId="{5A4A35AA-50C9-4EEA-A3BD-7B71817BCA06}" type="pres">
      <dgm:prSet presAssocID="{5B4C3A7E-D075-41FA-AEF7-9871EA8CAC6C}" presName="FourNodes_1_text" presStyleLbl="node1" presStyleIdx="3" presStyleCnt="4">
        <dgm:presLayoutVars>
          <dgm:bulletEnabled val="1"/>
        </dgm:presLayoutVars>
      </dgm:prSet>
      <dgm:spPr/>
    </dgm:pt>
    <dgm:pt modelId="{F43B5016-B73E-4A69-B3A5-9A41BCE97D92}" type="pres">
      <dgm:prSet presAssocID="{5B4C3A7E-D075-41FA-AEF7-9871EA8CAC6C}" presName="FourNodes_2_text" presStyleLbl="node1" presStyleIdx="3" presStyleCnt="4">
        <dgm:presLayoutVars>
          <dgm:bulletEnabled val="1"/>
        </dgm:presLayoutVars>
      </dgm:prSet>
      <dgm:spPr/>
    </dgm:pt>
    <dgm:pt modelId="{3C4B88C2-BEC1-460E-9B26-277D310D11FD}" type="pres">
      <dgm:prSet presAssocID="{5B4C3A7E-D075-41FA-AEF7-9871EA8CAC6C}" presName="FourNodes_3_text" presStyleLbl="node1" presStyleIdx="3" presStyleCnt="4">
        <dgm:presLayoutVars>
          <dgm:bulletEnabled val="1"/>
        </dgm:presLayoutVars>
      </dgm:prSet>
      <dgm:spPr/>
    </dgm:pt>
    <dgm:pt modelId="{B540AB00-69E0-4A8A-8A82-EE7ED7F6287B}" type="pres">
      <dgm:prSet presAssocID="{5B4C3A7E-D075-41FA-AEF7-9871EA8CAC6C}" presName="FourNodes_4_text" presStyleLbl="node1" presStyleIdx="3" presStyleCnt="4">
        <dgm:presLayoutVars>
          <dgm:bulletEnabled val="1"/>
        </dgm:presLayoutVars>
      </dgm:prSet>
      <dgm:spPr/>
    </dgm:pt>
  </dgm:ptLst>
  <dgm:cxnLst>
    <dgm:cxn modelId="{B9CAAA03-960F-4388-BDC8-6DD07B1A8ADB}" type="presOf" srcId="{5B4C3A7E-D075-41FA-AEF7-9871EA8CAC6C}" destId="{C2832C98-9206-459B-A83E-58A10C24DC9B}" srcOrd="0" destOrd="0" presId="urn:microsoft.com/office/officeart/2005/8/layout/vProcess5"/>
    <dgm:cxn modelId="{51EF7906-E01E-4F16-BF5C-F246235B1BA6}" type="presOf" srcId="{43B6ADCB-D42A-4571-B546-246C2084D7E2}" destId="{1F335A18-5FA5-45B8-AC10-D32CE03807AF}" srcOrd="0" destOrd="0" presId="urn:microsoft.com/office/officeart/2005/8/layout/vProcess5"/>
    <dgm:cxn modelId="{E51CD30E-20A8-4AE2-B3F8-AE24C1AEBB9F}" srcId="{5B4C3A7E-D075-41FA-AEF7-9871EA8CAC6C}" destId="{79AB2F22-22EF-430E-B41A-FCF50B693A2E}" srcOrd="2" destOrd="0" parTransId="{A13EC54C-59C5-4B98-BD47-C8E070470FC3}" sibTransId="{11325549-098A-4156-BF6E-0E59965C9C16}"/>
    <dgm:cxn modelId="{ACE8CB0F-0769-4B80-872A-C3F8BD418A9C}" type="presOf" srcId="{F7B884E6-8C30-44F1-A964-277F9CC267C4}" destId="{F43B5016-B73E-4A69-B3A5-9A41BCE97D92}" srcOrd="1" destOrd="0" presId="urn:microsoft.com/office/officeart/2005/8/layout/vProcess5"/>
    <dgm:cxn modelId="{F9C9FE30-EA60-4952-91ED-0D5462BAED65}" type="presOf" srcId="{06ABC02C-140F-4734-8CEA-78161FDC901E}" destId="{C6308687-52D3-4FB2-A3FB-1DF71BC0671A}" srcOrd="0" destOrd="0" presId="urn:microsoft.com/office/officeart/2005/8/layout/vProcess5"/>
    <dgm:cxn modelId="{725F8C57-E3A5-47FF-8C0E-2F99EFFF00AA}" type="presOf" srcId="{AAFD1BFE-34F0-4E83-9A32-8A97F78E80D3}" destId="{BA25D25C-9A71-4A86-AC7A-2F545AA29575}" srcOrd="0" destOrd="0" presId="urn:microsoft.com/office/officeart/2005/8/layout/vProcess5"/>
    <dgm:cxn modelId="{3169C657-A784-4568-A416-A45E87E94983}" srcId="{5B4C3A7E-D075-41FA-AEF7-9871EA8CAC6C}" destId="{06ABC02C-140F-4734-8CEA-78161FDC901E}" srcOrd="0" destOrd="0" parTransId="{9B1AAB4A-6984-410F-8267-CEBF54E5E35B}" sibTransId="{AAFD1BFE-34F0-4E83-9A32-8A97F78E80D3}"/>
    <dgm:cxn modelId="{55E4067B-8B63-4308-8A16-CB32BDBF15FD}" type="presOf" srcId="{F7B884E6-8C30-44F1-A964-277F9CC267C4}" destId="{C6839825-93E8-4350-A4EB-E85F2415639E}" srcOrd="0" destOrd="0" presId="urn:microsoft.com/office/officeart/2005/8/layout/vProcess5"/>
    <dgm:cxn modelId="{736A9F80-70D7-4D27-B5AA-E3BC605075D9}" type="presOf" srcId="{06ABC02C-140F-4734-8CEA-78161FDC901E}" destId="{5A4A35AA-50C9-4EEA-A3BD-7B71817BCA06}" srcOrd="1" destOrd="0" presId="urn:microsoft.com/office/officeart/2005/8/layout/vProcess5"/>
    <dgm:cxn modelId="{8DB7C492-9581-4241-AFB2-229D49E95F4D}" srcId="{5B4C3A7E-D075-41FA-AEF7-9871EA8CAC6C}" destId="{F7B884E6-8C30-44F1-A964-277F9CC267C4}" srcOrd="1" destOrd="0" parTransId="{E2423BB8-7F66-4FD3-B5E6-D739CEC5E8FA}" sibTransId="{7BC8D760-55E1-46B0-B698-284F2A22BCA3}"/>
    <dgm:cxn modelId="{CA64CC98-2DE3-42C1-A802-8C8CDFD424F0}" type="presOf" srcId="{7BC8D760-55E1-46B0-B698-284F2A22BCA3}" destId="{4B2B61F1-8694-4FA7-B657-807BAA3DBC67}" srcOrd="0" destOrd="0" presId="urn:microsoft.com/office/officeart/2005/8/layout/vProcess5"/>
    <dgm:cxn modelId="{8BE872A2-1210-446D-AF16-B22560E55F66}" type="presOf" srcId="{11325549-098A-4156-BF6E-0E59965C9C16}" destId="{370E84AF-742A-42C7-A183-DCEA76ACC22D}" srcOrd="0" destOrd="0" presId="urn:microsoft.com/office/officeart/2005/8/layout/vProcess5"/>
    <dgm:cxn modelId="{2BAC27B6-E7EF-4890-BAD0-19D5779866C0}" srcId="{5B4C3A7E-D075-41FA-AEF7-9871EA8CAC6C}" destId="{43B6ADCB-D42A-4571-B546-246C2084D7E2}" srcOrd="3" destOrd="0" parTransId="{735BE342-285E-4C18-9880-F5A3DEB4FBBB}" sibTransId="{366C19D8-BB04-422A-9B26-CCA6020EDF00}"/>
    <dgm:cxn modelId="{811E17BE-F1BD-4BAF-9F21-4E1F2C901A00}" type="presOf" srcId="{79AB2F22-22EF-430E-B41A-FCF50B693A2E}" destId="{C7ED4754-338F-4F78-919A-4188B6583540}" srcOrd="0" destOrd="0" presId="urn:microsoft.com/office/officeart/2005/8/layout/vProcess5"/>
    <dgm:cxn modelId="{E00AA6C6-3260-4282-B909-05220387ABB7}" type="presOf" srcId="{79AB2F22-22EF-430E-B41A-FCF50B693A2E}" destId="{3C4B88C2-BEC1-460E-9B26-277D310D11FD}" srcOrd="1" destOrd="0" presId="urn:microsoft.com/office/officeart/2005/8/layout/vProcess5"/>
    <dgm:cxn modelId="{CCF6A9DB-9583-495F-9343-7ED8970D1C85}" type="presOf" srcId="{43B6ADCB-D42A-4571-B546-246C2084D7E2}" destId="{B540AB00-69E0-4A8A-8A82-EE7ED7F6287B}" srcOrd="1" destOrd="0" presId="urn:microsoft.com/office/officeart/2005/8/layout/vProcess5"/>
    <dgm:cxn modelId="{4A4DCC98-071C-45DE-BD9A-493054744186}" type="presParOf" srcId="{C2832C98-9206-459B-A83E-58A10C24DC9B}" destId="{42AA66A6-9D42-432A-8EDF-F9B88C8F9844}" srcOrd="0" destOrd="0" presId="urn:microsoft.com/office/officeart/2005/8/layout/vProcess5"/>
    <dgm:cxn modelId="{04348F49-A872-4282-8FB6-B4AB2E289D68}" type="presParOf" srcId="{C2832C98-9206-459B-A83E-58A10C24DC9B}" destId="{C6308687-52D3-4FB2-A3FB-1DF71BC0671A}" srcOrd="1" destOrd="0" presId="urn:microsoft.com/office/officeart/2005/8/layout/vProcess5"/>
    <dgm:cxn modelId="{A8D56F10-56EA-4DED-BB4B-6C071FE2A413}" type="presParOf" srcId="{C2832C98-9206-459B-A83E-58A10C24DC9B}" destId="{C6839825-93E8-4350-A4EB-E85F2415639E}" srcOrd="2" destOrd="0" presId="urn:microsoft.com/office/officeart/2005/8/layout/vProcess5"/>
    <dgm:cxn modelId="{F1DD97A8-2D4E-4AEF-B7DD-7490921434EE}" type="presParOf" srcId="{C2832C98-9206-459B-A83E-58A10C24DC9B}" destId="{C7ED4754-338F-4F78-919A-4188B6583540}" srcOrd="3" destOrd="0" presId="urn:microsoft.com/office/officeart/2005/8/layout/vProcess5"/>
    <dgm:cxn modelId="{CBC456B3-4C5C-49E9-A0DF-E57F92820686}" type="presParOf" srcId="{C2832C98-9206-459B-A83E-58A10C24DC9B}" destId="{1F335A18-5FA5-45B8-AC10-D32CE03807AF}" srcOrd="4" destOrd="0" presId="urn:microsoft.com/office/officeart/2005/8/layout/vProcess5"/>
    <dgm:cxn modelId="{2538B783-295F-4CDC-AEC3-674A269D1505}" type="presParOf" srcId="{C2832C98-9206-459B-A83E-58A10C24DC9B}" destId="{BA25D25C-9A71-4A86-AC7A-2F545AA29575}" srcOrd="5" destOrd="0" presId="urn:microsoft.com/office/officeart/2005/8/layout/vProcess5"/>
    <dgm:cxn modelId="{F241FC81-EA41-43CF-AE47-282B27DA8719}" type="presParOf" srcId="{C2832C98-9206-459B-A83E-58A10C24DC9B}" destId="{4B2B61F1-8694-4FA7-B657-807BAA3DBC67}" srcOrd="6" destOrd="0" presId="urn:microsoft.com/office/officeart/2005/8/layout/vProcess5"/>
    <dgm:cxn modelId="{B99064D5-E771-40B7-9CE1-5F0AFFAC8CC2}" type="presParOf" srcId="{C2832C98-9206-459B-A83E-58A10C24DC9B}" destId="{370E84AF-742A-42C7-A183-DCEA76ACC22D}" srcOrd="7" destOrd="0" presId="urn:microsoft.com/office/officeart/2005/8/layout/vProcess5"/>
    <dgm:cxn modelId="{668C13F8-B8F8-4656-BCDC-2EE1094D3FB1}" type="presParOf" srcId="{C2832C98-9206-459B-A83E-58A10C24DC9B}" destId="{5A4A35AA-50C9-4EEA-A3BD-7B71817BCA06}" srcOrd="8" destOrd="0" presId="urn:microsoft.com/office/officeart/2005/8/layout/vProcess5"/>
    <dgm:cxn modelId="{316626AC-C662-4D2B-8CC3-AA95C8EEB657}" type="presParOf" srcId="{C2832C98-9206-459B-A83E-58A10C24DC9B}" destId="{F43B5016-B73E-4A69-B3A5-9A41BCE97D92}" srcOrd="9" destOrd="0" presId="urn:microsoft.com/office/officeart/2005/8/layout/vProcess5"/>
    <dgm:cxn modelId="{60C017B0-8522-4D2E-8258-57A657967C76}" type="presParOf" srcId="{C2832C98-9206-459B-A83E-58A10C24DC9B}" destId="{3C4B88C2-BEC1-460E-9B26-277D310D11FD}" srcOrd="10" destOrd="0" presId="urn:microsoft.com/office/officeart/2005/8/layout/vProcess5"/>
    <dgm:cxn modelId="{84B5EC6C-0A2C-40C4-B568-EA59CD12469E}" type="presParOf" srcId="{C2832C98-9206-459B-A83E-58A10C24DC9B}" destId="{B540AB00-69E0-4A8A-8A82-EE7ED7F6287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295FF9-F59C-47DF-AC53-A5A4F813A0D6}" type="doc">
      <dgm:prSet loTypeId="urn:microsoft.com/office/officeart/2005/8/layout/list1" loCatId="list" qsTypeId="urn:microsoft.com/office/officeart/2005/8/quickstyle/simple2" qsCatId="simple" csTypeId="urn:microsoft.com/office/officeart/2005/8/colors/accent0_2" csCatId="mainScheme" phldr="1"/>
      <dgm:spPr/>
      <dgm:t>
        <a:bodyPr/>
        <a:lstStyle/>
        <a:p>
          <a:endParaRPr lang="zh-CN" altLang="en-US"/>
        </a:p>
      </dgm:t>
    </dgm:pt>
    <dgm:pt modelId="{2EBFA7F6-F47B-47B9-B00B-CD5458484F63}">
      <dgm:prSet phldrT="[文本]"/>
      <dgm:spPr/>
      <dgm:t>
        <a:bodyPr/>
        <a:lstStyle/>
        <a:p>
          <a:r>
            <a:rPr lang="zh-CN" altLang="en-US"/>
            <a:t>有用户输入</a:t>
          </a:r>
        </a:p>
      </dgm:t>
    </dgm:pt>
    <dgm:pt modelId="{6ABFA015-C661-4215-A5E3-E084B3F9AE7E}" type="parTrans" cxnId="{9FD66A64-125C-4C2D-A3A6-E52FBDDFE2A1}">
      <dgm:prSet/>
      <dgm:spPr/>
      <dgm:t>
        <a:bodyPr/>
        <a:lstStyle/>
        <a:p>
          <a:endParaRPr lang="zh-CN" altLang="en-US"/>
        </a:p>
      </dgm:t>
    </dgm:pt>
    <dgm:pt modelId="{3663D226-C39B-416E-9ABD-BA7AB901ED58}" type="sibTrans" cxnId="{9FD66A64-125C-4C2D-A3A6-E52FBDDFE2A1}">
      <dgm:prSet/>
      <dgm:spPr/>
      <dgm:t>
        <a:bodyPr/>
        <a:lstStyle/>
        <a:p>
          <a:endParaRPr lang="zh-CN" altLang="en-US"/>
        </a:p>
      </dgm:t>
    </dgm:pt>
    <dgm:pt modelId="{68CC03BD-F598-439E-8BB7-D11CA87A2B99}">
      <dgm:prSet phldrT="[文本]"/>
      <dgm:spPr/>
      <dgm:t>
        <a:bodyPr/>
        <a:lstStyle/>
        <a:p>
          <a:r>
            <a:rPr lang="zh-CN" altLang="en-US"/>
            <a:t>无用户输入</a:t>
          </a:r>
        </a:p>
      </dgm:t>
    </dgm:pt>
    <dgm:pt modelId="{04F03B40-9C80-4074-AABC-A2F38EC8F7C2}" type="parTrans" cxnId="{710DDDAD-CBDB-4CFF-BA2E-189E6688B74C}">
      <dgm:prSet/>
      <dgm:spPr/>
      <dgm:t>
        <a:bodyPr/>
        <a:lstStyle/>
        <a:p>
          <a:endParaRPr lang="zh-CN" altLang="en-US"/>
        </a:p>
      </dgm:t>
    </dgm:pt>
    <dgm:pt modelId="{696697FF-7749-4A79-9BFD-9D7DDBA1901D}" type="sibTrans" cxnId="{710DDDAD-CBDB-4CFF-BA2E-189E6688B74C}">
      <dgm:prSet/>
      <dgm:spPr/>
      <dgm:t>
        <a:bodyPr/>
        <a:lstStyle/>
        <a:p>
          <a:endParaRPr lang="zh-CN" altLang="en-US"/>
        </a:p>
      </dgm:t>
    </dgm:pt>
    <dgm:pt modelId="{E08982EA-B90F-4B3B-8176-AA319B1011DC}">
      <dgm:prSet phldrT="[文本]"/>
      <dgm:spPr/>
      <dgm:t>
        <a:bodyPr/>
        <a:lstStyle/>
        <a:p>
          <a:r>
            <a:rPr lang="zh-CN" altLang="en-US"/>
            <a:t>重复执行</a:t>
          </a:r>
        </a:p>
      </dgm:t>
    </dgm:pt>
    <dgm:pt modelId="{1CEAEAD4-B2E8-47AA-997D-FD58EBA5E832}" type="parTrans" cxnId="{7350C0EB-5721-474E-8230-AC39252FAE43}">
      <dgm:prSet/>
      <dgm:spPr/>
      <dgm:t>
        <a:bodyPr/>
        <a:lstStyle/>
        <a:p>
          <a:endParaRPr lang="zh-CN" altLang="en-US"/>
        </a:p>
      </dgm:t>
    </dgm:pt>
    <dgm:pt modelId="{B5F0B6F7-A700-47F3-898F-A94A0C17E462}" type="sibTrans" cxnId="{7350C0EB-5721-474E-8230-AC39252FAE43}">
      <dgm:prSet/>
      <dgm:spPr/>
      <dgm:t>
        <a:bodyPr/>
        <a:lstStyle/>
        <a:p>
          <a:endParaRPr lang="zh-CN" altLang="en-US"/>
        </a:p>
      </dgm:t>
    </dgm:pt>
    <dgm:pt modelId="{34E4EAEF-4120-4C9C-B2BA-6EABA033A94D}">
      <dgm:prSet phldrT="[文本]"/>
      <dgm:spPr/>
      <dgm:t>
        <a:bodyPr/>
        <a:lstStyle/>
        <a:p>
          <a:r>
            <a:rPr lang="zh-CN" altLang="en-US"/>
            <a:t>预编译查询：任何来自用户的参数（</a:t>
          </a:r>
          <a:r>
            <a:rPr lang="en-US" altLang="zh-CN"/>
            <a:t>GET</a:t>
          </a:r>
          <a:r>
            <a:rPr lang="zh-CN" altLang="en-US"/>
            <a:t>、</a:t>
          </a:r>
          <a:r>
            <a:rPr lang="en-US" altLang="zh-CN"/>
            <a:t>POST</a:t>
          </a:r>
          <a:r>
            <a:rPr lang="zh-CN" altLang="en-US"/>
            <a:t>、</a:t>
          </a:r>
          <a:r>
            <a:rPr lang="en-US" altLang="zh-CN"/>
            <a:t>Cookie </a:t>
          </a:r>
          <a:r>
            <a:rPr lang="zh-CN" altLang="en-US"/>
            <a:t>等）都必须使用预编译</a:t>
          </a:r>
        </a:p>
      </dgm:t>
    </dgm:pt>
    <dgm:pt modelId="{44FCA545-72E0-4FA2-A0BB-29FC11DCC1F9}" type="parTrans" cxnId="{4558F1B8-418D-4BEF-8153-7B168F97682B}">
      <dgm:prSet/>
      <dgm:spPr/>
      <dgm:t>
        <a:bodyPr/>
        <a:lstStyle/>
        <a:p>
          <a:endParaRPr lang="zh-CN" altLang="en-US"/>
        </a:p>
      </dgm:t>
    </dgm:pt>
    <dgm:pt modelId="{8A21624A-40BD-40A7-B883-4CC1BC2B42B8}" type="sibTrans" cxnId="{4558F1B8-418D-4BEF-8153-7B168F97682B}">
      <dgm:prSet/>
      <dgm:spPr/>
      <dgm:t>
        <a:bodyPr/>
        <a:lstStyle/>
        <a:p>
          <a:endParaRPr lang="zh-CN" altLang="en-US"/>
        </a:p>
      </dgm:t>
    </dgm:pt>
    <dgm:pt modelId="{00CA107A-A7CE-46F7-AD08-97CD1D28B43A}">
      <dgm:prSet phldrT="[文本]"/>
      <dgm:spPr/>
      <dgm:t>
        <a:bodyPr/>
        <a:lstStyle/>
        <a:p>
          <a:r>
            <a:rPr lang="zh-CN" altLang="en-US"/>
            <a:t>普通查询：静态 </a:t>
          </a:r>
          <a:r>
            <a:rPr lang="en-US" altLang="zh-CN"/>
            <a:t>SQL </a:t>
          </a:r>
          <a:r>
            <a:rPr lang="zh-CN" altLang="en-US"/>
            <a:t>或完全由程序内部生成的 </a:t>
          </a:r>
          <a:r>
            <a:rPr lang="en-US" altLang="zh-CN"/>
            <a:t>SQL </a:t>
          </a:r>
          <a:r>
            <a:rPr lang="zh-CN" altLang="en-US"/>
            <a:t>可以使用普通查询</a:t>
          </a:r>
        </a:p>
      </dgm:t>
    </dgm:pt>
    <dgm:pt modelId="{A2D51AD2-726C-49CC-B0E4-D5325E352C43}" type="parTrans" cxnId="{C8D0F599-B314-4421-9E0A-931E1C5914B5}">
      <dgm:prSet/>
      <dgm:spPr/>
      <dgm:t>
        <a:bodyPr/>
        <a:lstStyle/>
        <a:p>
          <a:endParaRPr lang="zh-CN" altLang="en-US"/>
        </a:p>
      </dgm:t>
    </dgm:pt>
    <dgm:pt modelId="{1A534070-B51F-4F34-9960-57A4B7D670CA}" type="sibTrans" cxnId="{C8D0F599-B314-4421-9E0A-931E1C5914B5}">
      <dgm:prSet/>
      <dgm:spPr/>
      <dgm:t>
        <a:bodyPr/>
        <a:lstStyle/>
        <a:p>
          <a:endParaRPr lang="zh-CN" altLang="en-US"/>
        </a:p>
      </dgm:t>
    </dgm:pt>
    <dgm:pt modelId="{B13939E2-6086-4C4C-BAA6-685275C8809A}">
      <dgm:prSet phldrT="[文本]"/>
      <dgm:spPr/>
      <dgm:t>
        <a:bodyPr/>
        <a:lstStyle/>
        <a:p>
          <a:r>
            <a:rPr lang="zh-CN" altLang="en-US"/>
            <a:t>预编译查询：批量操作、循环执行同一模板时，预编译性 能更好 </a:t>
          </a:r>
        </a:p>
      </dgm:t>
    </dgm:pt>
    <dgm:pt modelId="{11AC317D-CE3C-4EB8-9AC6-4C1226F5A83B}" type="parTrans" cxnId="{F78C74A7-8A5B-49E4-8ECB-B8ECDA88F9EB}">
      <dgm:prSet/>
      <dgm:spPr/>
      <dgm:t>
        <a:bodyPr/>
        <a:lstStyle/>
        <a:p>
          <a:endParaRPr lang="zh-CN" altLang="en-US"/>
        </a:p>
      </dgm:t>
    </dgm:pt>
    <dgm:pt modelId="{F937F22B-456F-4BA9-9BD2-A5E0CBAD5E56}" type="sibTrans" cxnId="{F78C74A7-8A5B-49E4-8ECB-B8ECDA88F9EB}">
      <dgm:prSet/>
      <dgm:spPr/>
      <dgm:t>
        <a:bodyPr/>
        <a:lstStyle/>
        <a:p>
          <a:endParaRPr lang="zh-CN" altLang="en-US"/>
        </a:p>
      </dgm:t>
    </dgm:pt>
    <dgm:pt modelId="{5ACA1269-5F2C-44FD-9453-288EC4F495EE}" type="pres">
      <dgm:prSet presAssocID="{6A295FF9-F59C-47DF-AC53-A5A4F813A0D6}" presName="linear" presStyleCnt="0">
        <dgm:presLayoutVars>
          <dgm:dir/>
          <dgm:animLvl val="lvl"/>
          <dgm:resizeHandles val="exact"/>
        </dgm:presLayoutVars>
      </dgm:prSet>
      <dgm:spPr/>
    </dgm:pt>
    <dgm:pt modelId="{A68D8BAC-B8A1-43EE-8CB4-870EC6D12197}" type="pres">
      <dgm:prSet presAssocID="{2EBFA7F6-F47B-47B9-B00B-CD5458484F63}" presName="parentLin" presStyleCnt="0"/>
      <dgm:spPr/>
    </dgm:pt>
    <dgm:pt modelId="{5003398D-8184-4818-AF0C-936F75B7D434}" type="pres">
      <dgm:prSet presAssocID="{2EBFA7F6-F47B-47B9-B00B-CD5458484F63}" presName="parentLeftMargin" presStyleLbl="node1" presStyleIdx="0" presStyleCnt="3"/>
      <dgm:spPr/>
    </dgm:pt>
    <dgm:pt modelId="{842DCF22-DF3F-48C4-BDDC-344A0E4E2CC6}" type="pres">
      <dgm:prSet presAssocID="{2EBFA7F6-F47B-47B9-B00B-CD5458484F63}" presName="parentText" presStyleLbl="node1" presStyleIdx="0" presStyleCnt="3">
        <dgm:presLayoutVars>
          <dgm:chMax val="0"/>
          <dgm:bulletEnabled val="1"/>
        </dgm:presLayoutVars>
      </dgm:prSet>
      <dgm:spPr/>
    </dgm:pt>
    <dgm:pt modelId="{FFB22B32-7687-4887-84EE-82D16A4B68CF}" type="pres">
      <dgm:prSet presAssocID="{2EBFA7F6-F47B-47B9-B00B-CD5458484F63}" presName="negativeSpace" presStyleCnt="0"/>
      <dgm:spPr/>
    </dgm:pt>
    <dgm:pt modelId="{E9B64233-7556-4116-B9A7-AB4DB9ACB8B0}" type="pres">
      <dgm:prSet presAssocID="{2EBFA7F6-F47B-47B9-B00B-CD5458484F63}" presName="childText" presStyleLbl="conFgAcc1" presStyleIdx="0" presStyleCnt="3">
        <dgm:presLayoutVars>
          <dgm:bulletEnabled val="1"/>
        </dgm:presLayoutVars>
      </dgm:prSet>
      <dgm:spPr/>
    </dgm:pt>
    <dgm:pt modelId="{0F063C02-FF91-48C3-BC98-4A8C2BB35FB3}" type="pres">
      <dgm:prSet presAssocID="{3663D226-C39B-416E-9ABD-BA7AB901ED58}" presName="spaceBetweenRectangles" presStyleCnt="0"/>
      <dgm:spPr/>
    </dgm:pt>
    <dgm:pt modelId="{4CEA1674-B706-49FF-9BDE-6DD8547FFDB7}" type="pres">
      <dgm:prSet presAssocID="{68CC03BD-F598-439E-8BB7-D11CA87A2B99}" presName="parentLin" presStyleCnt="0"/>
      <dgm:spPr/>
    </dgm:pt>
    <dgm:pt modelId="{87424468-0F2C-4195-8480-E8B60283089A}" type="pres">
      <dgm:prSet presAssocID="{68CC03BD-F598-439E-8BB7-D11CA87A2B99}" presName="parentLeftMargin" presStyleLbl="node1" presStyleIdx="0" presStyleCnt="3"/>
      <dgm:spPr/>
    </dgm:pt>
    <dgm:pt modelId="{7C998CA6-8EC9-418D-882C-A93C02715DBC}" type="pres">
      <dgm:prSet presAssocID="{68CC03BD-F598-439E-8BB7-D11CA87A2B99}" presName="parentText" presStyleLbl="node1" presStyleIdx="1" presStyleCnt="3">
        <dgm:presLayoutVars>
          <dgm:chMax val="0"/>
          <dgm:bulletEnabled val="1"/>
        </dgm:presLayoutVars>
      </dgm:prSet>
      <dgm:spPr/>
    </dgm:pt>
    <dgm:pt modelId="{7826D54A-884D-46E2-99D2-10D50DEFADD4}" type="pres">
      <dgm:prSet presAssocID="{68CC03BD-F598-439E-8BB7-D11CA87A2B99}" presName="negativeSpace" presStyleCnt="0"/>
      <dgm:spPr/>
    </dgm:pt>
    <dgm:pt modelId="{ADA6682C-D96C-497E-9982-5A86949ECA63}" type="pres">
      <dgm:prSet presAssocID="{68CC03BD-F598-439E-8BB7-D11CA87A2B99}" presName="childText" presStyleLbl="conFgAcc1" presStyleIdx="1" presStyleCnt="3">
        <dgm:presLayoutVars>
          <dgm:bulletEnabled val="1"/>
        </dgm:presLayoutVars>
      </dgm:prSet>
      <dgm:spPr/>
    </dgm:pt>
    <dgm:pt modelId="{CF26695E-7261-42D2-9DA0-F36D99BB89C9}" type="pres">
      <dgm:prSet presAssocID="{696697FF-7749-4A79-9BFD-9D7DDBA1901D}" presName="spaceBetweenRectangles" presStyleCnt="0"/>
      <dgm:spPr/>
    </dgm:pt>
    <dgm:pt modelId="{01CDF34B-2C3C-4747-A04D-A6D142107725}" type="pres">
      <dgm:prSet presAssocID="{E08982EA-B90F-4B3B-8176-AA319B1011DC}" presName="parentLin" presStyleCnt="0"/>
      <dgm:spPr/>
    </dgm:pt>
    <dgm:pt modelId="{33C2BE2B-F257-4060-9DDE-3018C77EA2C9}" type="pres">
      <dgm:prSet presAssocID="{E08982EA-B90F-4B3B-8176-AA319B1011DC}" presName="parentLeftMargin" presStyleLbl="node1" presStyleIdx="1" presStyleCnt="3"/>
      <dgm:spPr/>
    </dgm:pt>
    <dgm:pt modelId="{1DAD5039-39CC-4387-84AC-B6329C865C58}" type="pres">
      <dgm:prSet presAssocID="{E08982EA-B90F-4B3B-8176-AA319B1011DC}" presName="parentText" presStyleLbl="node1" presStyleIdx="2" presStyleCnt="3">
        <dgm:presLayoutVars>
          <dgm:chMax val="0"/>
          <dgm:bulletEnabled val="1"/>
        </dgm:presLayoutVars>
      </dgm:prSet>
      <dgm:spPr/>
    </dgm:pt>
    <dgm:pt modelId="{5258F72B-7756-43A0-B732-6D4D442EF19D}" type="pres">
      <dgm:prSet presAssocID="{E08982EA-B90F-4B3B-8176-AA319B1011DC}" presName="negativeSpace" presStyleCnt="0"/>
      <dgm:spPr/>
    </dgm:pt>
    <dgm:pt modelId="{E5515EAE-2E0C-46D5-BC30-A060AB5F9ADB}" type="pres">
      <dgm:prSet presAssocID="{E08982EA-B90F-4B3B-8176-AA319B1011DC}" presName="childText" presStyleLbl="conFgAcc1" presStyleIdx="2" presStyleCnt="3">
        <dgm:presLayoutVars>
          <dgm:bulletEnabled val="1"/>
        </dgm:presLayoutVars>
      </dgm:prSet>
      <dgm:spPr/>
    </dgm:pt>
  </dgm:ptLst>
  <dgm:cxnLst>
    <dgm:cxn modelId="{F1FFB318-75B5-4906-BCEE-BFED89ADA2DB}" type="presOf" srcId="{6A295FF9-F59C-47DF-AC53-A5A4F813A0D6}" destId="{5ACA1269-5F2C-44FD-9453-288EC4F495EE}" srcOrd="0" destOrd="0" presId="urn:microsoft.com/office/officeart/2005/8/layout/list1"/>
    <dgm:cxn modelId="{9FD66A64-125C-4C2D-A3A6-E52FBDDFE2A1}" srcId="{6A295FF9-F59C-47DF-AC53-A5A4F813A0D6}" destId="{2EBFA7F6-F47B-47B9-B00B-CD5458484F63}" srcOrd="0" destOrd="0" parTransId="{6ABFA015-C661-4215-A5E3-E084B3F9AE7E}" sibTransId="{3663D226-C39B-416E-9ABD-BA7AB901ED58}"/>
    <dgm:cxn modelId="{7A69C84B-F566-4BAE-9591-209729B3BE90}" type="presOf" srcId="{2EBFA7F6-F47B-47B9-B00B-CD5458484F63}" destId="{5003398D-8184-4818-AF0C-936F75B7D434}" srcOrd="0" destOrd="0" presId="urn:microsoft.com/office/officeart/2005/8/layout/list1"/>
    <dgm:cxn modelId="{B0AA7C90-4BBC-49E5-9EC7-F00C79A259AB}" type="presOf" srcId="{E08982EA-B90F-4B3B-8176-AA319B1011DC}" destId="{33C2BE2B-F257-4060-9DDE-3018C77EA2C9}" srcOrd="0" destOrd="0" presId="urn:microsoft.com/office/officeart/2005/8/layout/list1"/>
    <dgm:cxn modelId="{C8D0F599-B314-4421-9E0A-931E1C5914B5}" srcId="{68CC03BD-F598-439E-8BB7-D11CA87A2B99}" destId="{00CA107A-A7CE-46F7-AD08-97CD1D28B43A}" srcOrd="0" destOrd="0" parTransId="{A2D51AD2-726C-49CC-B0E4-D5325E352C43}" sibTransId="{1A534070-B51F-4F34-9960-57A4B7D670CA}"/>
    <dgm:cxn modelId="{B1F43E9E-96C4-4A46-9A19-C1FDA6AE1D87}" type="presOf" srcId="{00CA107A-A7CE-46F7-AD08-97CD1D28B43A}" destId="{ADA6682C-D96C-497E-9982-5A86949ECA63}" srcOrd="0" destOrd="0" presId="urn:microsoft.com/office/officeart/2005/8/layout/list1"/>
    <dgm:cxn modelId="{F9A9ADA6-4A11-405B-8B5B-615A278290A5}" type="presOf" srcId="{68CC03BD-F598-439E-8BB7-D11CA87A2B99}" destId="{7C998CA6-8EC9-418D-882C-A93C02715DBC}" srcOrd="1" destOrd="0" presId="urn:microsoft.com/office/officeart/2005/8/layout/list1"/>
    <dgm:cxn modelId="{F78C74A7-8A5B-49E4-8ECB-B8ECDA88F9EB}" srcId="{E08982EA-B90F-4B3B-8176-AA319B1011DC}" destId="{B13939E2-6086-4C4C-BAA6-685275C8809A}" srcOrd="0" destOrd="0" parTransId="{11AC317D-CE3C-4EB8-9AC6-4C1226F5A83B}" sibTransId="{F937F22B-456F-4BA9-9BD2-A5E0CBAD5E56}"/>
    <dgm:cxn modelId="{710DDDAD-CBDB-4CFF-BA2E-189E6688B74C}" srcId="{6A295FF9-F59C-47DF-AC53-A5A4F813A0D6}" destId="{68CC03BD-F598-439E-8BB7-D11CA87A2B99}" srcOrd="1" destOrd="0" parTransId="{04F03B40-9C80-4074-AABC-A2F38EC8F7C2}" sibTransId="{696697FF-7749-4A79-9BFD-9D7DDBA1901D}"/>
    <dgm:cxn modelId="{4558F1B8-418D-4BEF-8153-7B168F97682B}" srcId="{2EBFA7F6-F47B-47B9-B00B-CD5458484F63}" destId="{34E4EAEF-4120-4C9C-B2BA-6EABA033A94D}" srcOrd="0" destOrd="0" parTransId="{44FCA545-72E0-4FA2-A0BB-29FC11DCC1F9}" sibTransId="{8A21624A-40BD-40A7-B883-4CC1BC2B42B8}"/>
    <dgm:cxn modelId="{790B9EC5-6D51-4235-ABAD-8EFC5CC27523}" type="presOf" srcId="{E08982EA-B90F-4B3B-8176-AA319B1011DC}" destId="{1DAD5039-39CC-4387-84AC-B6329C865C58}" srcOrd="1" destOrd="0" presId="urn:microsoft.com/office/officeart/2005/8/layout/list1"/>
    <dgm:cxn modelId="{BDAC66C6-A023-46B7-BC05-C066F5FF413F}" type="presOf" srcId="{34E4EAEF-4120-4C9C-B2BA-6EABA033A94D}" destId="{E9B64233-7556-4116-B9A7-AB4DB9ACB8B0}" srcOrd="0" destOrd="0" presId="urn:microsoft.com/office/officeart/2005/8/layout/list1"/>
    <dgm:cxn modelId="{6E9240CF-FCF7-409D-92E8-DBB452779D3B}" type="presOf" srcId="{2EBFA7F6-F47B-47B9-B00B-CD5458484F63}" destId="{842DCF22-DF3F-48C4-BDDC-344A0E4E2CC6}" srcOrd="1" destOrd="0" presId="urn:microsoft.com/office/officeart/2005/8/layout/list1"/>
    <dgm:cxn modelId="{009F3BE1-31E8-4308-A1BC-CB1BEE21A304}" type="presOf" srcId="{B13939E2-6086-4C4C-BAA6-685275C8809A}" destId="{E5515EAE-2E0C-46D5-BC30-A060AB5F9ADB}" srcOrd="0" destOrd="0" presId="urn:microsoft.com/office/officeart/2005/8/layout/list1"/>
    <dgm:cxn modelId="{7350C0EB-5721-474E-8230-AC39252FAE43}" srcId="{6A295FF9-F59C-47DF-AC53-A5A4F813A0D6}" destId="{E08982EA-B90F-4B3B-8176-AA319B1011DC}" srcOrd="2" destOrd="0" parTransId="{1CEAEAD4-B2E8-47AA-997D-FD58EBA5E832}" sibTransId="{B5F0B6F7-A700-47F3-898F-A94A0C17E462}"/>
    <dgm:cxn modelId="{FF30FFED-82FF-45F1-A001-3279A1C13B2F}" type="presOf" srcId="{68CC03BD-F598-439E-8BB7-D11CA87A2B99}" destId="{87424468-0F2C-4195-8480-E8B60283089A}" srcOrd="0" destOrd="0" presId="urn:microsoft.com/office/officeart/2005/8/layout/list1"/>
    <dgm:cxn modelId="{78681AFF-492F-487B-BB42-CB2775E99505}" type="presParOf" srcId="{5ACA1269-5F2C-44FD-9453-288EC4F495EE}" destId="{A68D8BAC-B8A1-43EE-8CB4-870EC6D12197}" srcOrd="0" destOrd="0" presId="urn:microsoft.com/office/officeart/2005/8/layout/list1"/>
    <dgm:cxn modelId="{388C05BD-D98D-4E3D-A698-C65A941DA25A}" type="presParOf" srcId="{A68D8BAC-B8A1-43EE-8CB4-870EC6D12197}" destId="{5003398D-8184-4818-AF0C-936F75B7D434}" srcOrd="0" destOrd="0" presId="urn:microsoft.com/office/officeart/2005/8/layout/list1"/>
    <dgm:cxn modelId="{05ACFAE6-AE73-46DD-A097-D40E0067B297}" type="presParOf" srcId="{A68D8BAC-B8A1-43EE-8CB4-870EC6D12197}" destId="{842DCF22-DF3F-48C4-BDDC-344A0E4E2CC6}" srcOrd="1" destOrd="0" presId="urn:microsoft.com/office/officeart/2005/8/layout/list1"/>
    <dgm:cxn modelId="{7B253747-28AF-452C-BA15-32B9EDA6AA29}" type="presParOf" srcId="{5ACA1269-5F2C-44FD-9453-288EC4F495EE}" destId="{FFB22B32-7687-4887-84EE-82D16A4B68CF}" srcOrd="1" destOrd="0" presId="urn:microsoft.com/office/officeart/2005/8/layout/list1"/>
    <dgm:cxn modelId="{9107AF77-EA9C-4EC4-B689-E67B67C1E2B0}" type="presParOf" srcId="{5ACA1269-5F2C-44FD-9453-288EC4F495EE}" destId="{E9B64233-7556-4116-B9A7-AB4DB9ACB8B0}" srcOrd="2" destOrd="0" presId="urn:microsoft.com/office/officeart/2005/8/layout/list1"/>
    <dgm:cxn modelId="{C4C842EB-6095-41CB-A5B0-2C407C3A612C}" type="presParOf" srcId="{5ACA1269-5F2C-44FD-9453-288EC4F495EE}" destId="{0F063C02-FF91-48C3-BC98-4A8C2BB35FB3}" srcOrd="3" destOrd="0" presId="urn:microsoft.com/office/officeart/2005/8/layout/list1"/>
    <dgm:cxn modelId="{FCC7DCBA-1C8B-4AED-BC0D-63DD1CFB949F}" type="presParOf" srcId="{5ACA1269-5F2C-44FD-9453-288EC4F495EE}" destId="{4CEA1674-B706-49FF-9BDE-6DD8547FFDB7}" srcOrd="4" destOrd="0" presId="urn:microsoft.com/office/officeart/2005/8/layout/list1"/>
    <dgm:cxn modelId="{63A68D5C-2125-4A58-B0EF-DFD582C8EF6C}" type="presParOf" srcId="{4CEA1674-B706-49FF-9BDE-6DD8547FFDB7}" destId="{87424468-0F2C-4195-8480-E8B60283089A}" srcOrd="0" destOrd="0" presId="urn:microsoft.com/office/officeart/2005/8/layout/list1"/>
    <dgm:cxn modelId="{EE0C6567-7F47-4372-B1F9-6B9D26871C81}" type="presParOf" srcId="{4CEA1674-B706-49FF-9BDE-6DD8547FFDB7}" destId="{7C998CA6-8EC9-418D-882C-A93C02715DBC}" srcOrd="1" destOrd="0" presId="urn:microsoft.com/office/officeart/2005/8/layout/list1"/>
    <dgm:cxn modelId="{019B9F8D-E21F-43ED-BC13-8B10C6C5B220}" type="presParOf" srcId="{5ACA1269-5F2C-44FD-9453-288EC4F495EE}" destId="{7826D54A-884D-46E2-99D2-10D50DEFADD4}" srcOrd="5" destOrd="0" presId="urn:microsoft.com/office/officeart/2005/8/layout/list1"/>
    <dgm:cxn modelId="{187BB641-D0A3-4861-BD37-4867CD79E913}" type="presParOf" srcId="{5ACA1269-5F2C-44FD-9453-288EC4F495EE}" destId="{ADA6682C-D96C-497E-9982-5A86949ECA63}" srcOrd="6" destOrd="0" presId="urn:microsoft.com/office/officeart/2005/8/layout/list1"/>
    <dgm:cxn modelId="{ABAB6700-9089-4908-86EA-6103735FF6B4}" type="presParOf" srcId="{5ACA1269-5F2C-44FD-9453-288EC4F495EE}" destId="{CF26695E-7261-42D2-9DA0-F36D99BB89C9}" srcOrd="7" destOrd="0" presId="urn:microsoft.com/office/officeart/2005/8/layout/list1"/>
    <dgm:cxn modelId="{E5C0FDAE-955F-4A97-9323-647D2CE1FF6B}" type="presParOf" srcId="{5ACA1269-5F2C-44FD-9453-288EC4F495EE}" destId="{01CDF34B-2C3C-4747-A04D-A6D142107725}" srcOrd="8" destOrd="0" presId="urn:microsoft.com/office/officeart/2005/8/layout/list1"/>
    <dgm:cxn modelId="{D6EB56FF-FC4B-4B24-9F2B-BC0B143444CA}" type="presParOf" srcId="{01CDF34B-2C3C-4747-A04D-A6D142107725}" destId="{33C2BE2B-F257-4060-9DDE-3018C77EA2C9}" srcOrd="0" destOrd="0" presId="urn:microsoft.com/office/officeart/2005/8/layout/list1"/>
    <dgm:cxn modelId="{4D4E4B81-C2D4-400D-93EF-78B7BE795114}" type="presParOf" srcId="{01CDF34B-2C3C-4747-A04D-A6D142107725}" destId="{1DAD5039-39CC-4387-84AC-B6329C865C58}" srcOrd="1" destOrd="0" presId="urn:microsoft.com/office/officeart/2005/8/layout/list1"/>
    <dgm:cxn modelId="{91CCFE1E-19D8-40FA-8F90-8BF0AE6A95B5}" type="presParOf" srcId="{5ACA1269-5F2C-44FD-9453-288EC4F495EE}" destId="{5258F72B-7756-43A0-B732-6D4D442EF19D}" srcOrd="9" destOrd="0" presId="urn:microsoft.com/office/officeart/2005/8/layout/list1"/>
    <dgm:cxn modelId="{399FB8B3-CC0E-4DC3-B181-1FD7C1FB5DEC}" type="presParOf" srcId="{5ACA1269-5F2C-44FD-9453-288EC4F495EE}" destId="{E5515EAE-2E0C-46D5-BC30-A060AB5F9AD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47AB30-D90B-4EC1-ADEC-C2EBEE5C0BC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DAECFD21-8304-44F2-9F7D-B8340158812C}">
      <dgm:prSet phldrT="[文本]"/>
      <dgm:spPr/>
      <dgm:t>
        <a:bodyPr/>
        <a:lstStyle/>
        <a:p>
          <a:r>
            <a:rPr lang="en-US" altLang="zh-CN"/>
            <a:t>execute</a:t>
          </a:r>
          <a:r>
            <a:rPr lang="zh-CN" altLang="en-US"/>
            <a:t>绑定</a:t>
          </a:r>
        </a:p>
      </dgm:t>
    </dgm:pt>
    <dgm:pt modelId="{8657F62F-0190-4C50-91C1-7A1F099D6A97}" type="parTrans" cxnId="{73C6C917-AF62-4556-88BB-3B0AAF51B750}">
      <dgm:prSet/>
      <dgm:spPr/>
      <dgm:t>
        <a:bodyPr/>
        <a:lstStyle/>
        <a:p>
          <a:endParaRPr lang="zh-CN" altLang="en-US"/>
        </a:p>
      </dgm:t>
    </dgm:pt>
    <dgm:pt modelId="{75741B88-5DE3-445A-85F5-4FE6D875E596}" type="sibTrans" cxnId="{73C6C917-AF62-4556-88BB-3B0AAF51B750}">
      <dgm:prSet/>
      <dgm:spPr/>
      <dgm:t>
        <a:bodyPr/>
        <a:lstStyle/>
        <a:p>
          <a:endParaRPr lang="zh-CN" altLang="en-US"/>
        </a:p>
      </dgm:t>
    </dgm:pt>
    <dgm:pt modelId="{1FF0931E-486A-449D-B6C5-DFF46C26E0DA}">
      <dgm:prSet phldrT="[文本]"/>
      <dgm:spPr/>
      <dgm:t>
        <a:bodyPr/>
        <a:lstStyle/>
        <a:p>
          <a:r>
            <a:rPr lang="en-US" altLang="zh-CN"/>
            <a:t>bindParam</a:t>
          </a:r>
          <a:r>
            <a:rPr lang="zh-CN" altLang="en-US"/>
            <a:t>绑定</a:t>
          </a:r>
        </a:p>
      </dgm:t>
    </dgm:pt>
    <dgm:pt modelId="{00003C85-237A-49DA-8A42-25DD409074C8}" type="parTrans" cxnId="{A4C55D74-7FA1-4FD1-9572-B72D66B87101}">
      <dgm:prSet/>
      <dgm:spPr/>
      <dgm:t>
        <a:bodyPr/>
        <a:lstStyle/>
        <a:p>
          <a:endParaRPr lang="zh-CN" altLang="en-US"/>
        </a:p>
      </dgm:t>
    </dgm:pt>
    <dgm:pt modelId="{5D85837A-2412-4549-9A1C-6A63051F6F93}" type="sibTrans" cxnId="{A4C55D74-7FA1-4FD1-9572-B72D66B87101}">
      <dgm:prSet/>
      <dgm:spPr/>
      <dgm:t>
        <a:bodyPr/>
        <a:lstStyle/>
        <a:p>
          <a:endParaRPr lang="zh-CN" altLang="en-US"/>
        </a:p>
      </dgm:t>
    </dgm:pt>
    <dgm:pt modelId="{DAF54EB9-64C1-4C89-9A6A-4ADAD464A75C}">
      <dgm:prSet phldrT="[文本]" custT="1"/>
      <dgm:spPr/>
      <dgm:t>
        <a:bodyPr/>
        <a:lstStyle/>
        <a:p>
          <a:pPr marL="228600" lvl="1" indent="-228600" algn="l" defTabSz="1111250">
            <a:lnSpc>
              <a:spcPct val="90000"/>
            </a:lnSpc>
            <a:spcBef>
              <a:spcPct val="0"/>
            </a:spcBef>
            <a:spcAft>
              <a:spcPct val="15000"/>
            </a:spcAft>
            <a:buChar char="•"/>
          </a:pPr>
          <a:r>
            <a:rPr lang="zh-CN" altLang="en-US" sz="2500" kern="1200">
              <a:solidFill>
                <a:srgbClr val="000000">
                  <a:hueOff val="0"/>
                  <a:satOff val="0"/>
                  <a:lumOff val="0"/>
                  <a:alphaOff val="0"/>
                </a:srgbClr>
              </a:solidFill>
              <a:latin typeface="Arial"/>
              <a:ea typeface="微软雅黑"/>
              <a:cs typeface="+mn-cs"/>
            </a:rPr>
            <a:t>绑定变量时采用值传递，可以绑定变量、值或表达式，每次执行都 需要重新传递参数，适合单次执行</a:t>
          </a:r>
        </a:p>
      </dgm:t>
    </dgm:pt>
    <dgm:pt modelId="{1B1EA855-A9DD-4EEA-8D5D-80B748C29D58}" type="parTrans" cxnId="{B9961B99-985E-4ADC-9D27-18CB0D8CFAD6}">
      <dgm:prSet/>
      <dgm:spPr/>
      <dgm:t>
        <a:bodyPr/>
        <a:lstStyle/>
        <a:p>
          <a:endParaRPr lang="zh-CN" altLang="en-US"/>
        </a:p>
      </dgm:t>
    </dgm:pt>
    <dgm:pt modelId="{3B065CBA-3B39-49E7-9CCD-CEB0808F7B37}" type="sibTrans" cxnId="{B9961B99-985E-4ADC-9D27-18CB0D8CFAD6}">
      <dgm:prSet/>
      <dgm:spPr/>
      <dgm:t>
        <a:bodyPr/>
        <a:lstStyle/>
        <a:p>
          <a:endParaRPr lang="zh-CN" altLang="en-US"/>
        </a:p>
      </dgm:t>
    </dgm:pt>
    <dgm:pt modelId="{0A7ED632-8419-4F2C-A9E7-DA9B2E061D1F}">
      <dgm:prSet phldrT="[文本]"/>
      <dgm:spPr/>
      <dgm:t>
        <a:bodyPr/>
        <a:lstStyle/>
        <a:p>
          <a:r>
            <a:rPr lang="zh-CN" altLang="en-US"/>
            <a:t>采用引用传递，只能绑定变量， 不能绑定值或表达式，但只需绑定一次，后续修改变量值即可重复执行，适合批量操作。</a:t>
          </a:r>
        </a:p>
      </dgm:t>
    </dgm:pt>
    <dgm:pt modelId="{DF015CC9-4E48-452F-9A45-02F031D633F7}" type="parTrans" cxnId="{722D0E1F-EBDD-448D-A284-4B0769E7C4B9}">
      <dgm:prSet/>
      <dgm:spPr/>
      <dgm:t>
        <a:bodyPr/>
        <a:lstStyle/>
        <a:p>
          <a:endParaRPr lang="zh-CN" altLang="en-US"/>
        </a:p>
      </dgm:t>
    </dgm:pt>
    <dgm:pt modelId="{E57E04E3-D9DF-414A-AB90-DB9629F95376}" type="sibTrans" cxnId="{722D0E1F-EBDD-448D-A284-4B0769E7C4B9}">
      <dgm:prSet/>
      <dgm:spPr/>
      <dgm:t>
        <a:bodyPr/>
        <a:lstStyle/>
        <a:p>
          <a:endParaRPr lang="zh-CN" altLang="en-US"/>
        </a:p>
      </dgm:t>
    </dgm:pt>
    <dgm:pt modelId="{B9502DCC-4809-4267-B543-44194B1CC123}">
      <dgm:prSet phldrT="[文本]"/>
      <dgm:spPr/>
      <dgm:t>
        <a:bodyPr/>
        <a:lstStyle/>
        <a:p>
          <a:r>
            <a:rPr lang="zh-CN" altLang="en-US">
              <a:highlight>
                <a:srgbClr val="FFFF00"/>
              </a:highlight>
            </a:rPr>
            <a:t>批量执行</a:t>
          </a:r>
          <a:r>
            <a:rPr lang="zh-CN" altLang="en-US"/>
            <a:t>推荐用 </a:t>
          </a:r>
          <a:r>
            <a:rPr lang="en-US" altLang="zh-CN"/>
            <a:t>bindParam()</a:t>
          </a:r>
          <a:r>
            <a:rPr lang="zh-CN" altLang="en-US"/>
            <a:t>，效率更高。 </a:t>
          </a:r>
        </a:p>
      </dgm:t>
    </dgm:pt>
    <dgm:pt modelId="{2D1A22C0-4A64-4973-9E8F-A9726D61F25B}" type="parTrans" cxnId="{7D9EABE8-90C5-43F7-8C63-88B8C504DD70}">
      <dgm:prSet/>
      <dgm:spPr/>
      <dgm:t>
        <a:bodyPr/>
        <a:lstStyle/>
        <a:p>
          <a:endParaRPr lang="zh-CN" altLang="en-US"/>
        </a:p>
      </dgm:t>
    </dgm:pt>
    <dgm:pt modelId="{A3008539-9788-42F9-9E82-2F6897CC0119}" type="sibTrans" cxnId="{7D9EABE8-90C5-43F7-8C63-88B8C504DD70}">
      <dgm:prSet/>
      <dgm:spPr/>
      <dgm:t>
        <a:bodyPr/>
        <a:lstStyle/>
        <a:p>
          <a:endParaRPr lang="zh-CN" altLang="en-US"/>
        </a:p>
      </dgm:t>
    </dgm:pt>
    <dgm:pt modelId="{4347AF14-A377-4E1C-950D-D9B0705DBB54}">
      <dgm:prSet phldrT="[文本]" custT="1"/>
      <dgm:spPr/>
      <dgm:t>
        <a:bodyPr/>
        <a:lstStyle/>
        <a:p>
          <a:pPr marL="228600" lvl="1" indent="-228600" algn="l" defTabSz="1111250">
            <a:lnSpc>
              <a:spcPct val="90000"/>
            </a:lnSpc>
            <a:spcBef>
              <a:spcPct val="0"/>
            </a:spcBef>
            <a:spcAft>
              <a:spcPct val="15000"/>
            </a:spcAft>
            <a:buChar char="•"/>
          </a:pPr>
          <a:r>
            <a:rPr lang="zh-CN" altLang="en-US" sz="2500" kern="1200">
              <a:highlight>
                <a:srgbClr val="FFFF00"/>
              </a:highlight>
            </a:rPr>
            <a:t>单次执行</a:t>
          </a:r>
          <a:r>
            <a:rPr lang="zh-CN" altLang="en-US" sz="2500" kern="1200"/>
            <a:t>优先用 </a:t>
          </a:r>
          <a:r>
            <a:rPr lang="en-US" altLang="zh-CN" sz="2500" kern="1200"/>
            <a:t>execute()</a:t>
          </a:r>
          <a:r>
            <a:rPr lang="zh-CN" altLang="en-US" sz="2500" kern="1200"/>
            <a:t>，代码简洁；</a:t>
          </a:r>
          <a:endParaRPr lang="zh-CN" altLang="en-US" sz="2500" kern="1200">
            <a:solidFill>
              <a:srgbClr val="000000">
                <a:hueOff val="0"/>
                <a:satOff val="0"/>
                <a:lumOff val="0"/>
                <a:alphaOff val="0"/>
              </a:srgbClr>
            </a:solidFill>
            <a:latin typeface="Arial"/>
            <a:ea typeface="微软雅黑"/>
            <a:cs typeface="+mn-cs"/>
          </a:endParaRPr>
        </a:p>
      </dgm:t>
    </dgm:pt>
    <dgm:pt modelId="{E884693C-56C0-4CE3-99E9-2F022665583F}" type="parTrans" cxnId="{1AD6F147-EC87-4D8F-9704-7E22B69A39D6}">
      <dgm:prSet/>
      <dgm:spPr/>
      <dgm:t>
        <a:bodyPr/>
        <a:lstStyle/>
        <a:p>
          <a:endParaRPr lang="zh-CN" altLang="en-US"/>
        </a:p>
      </dgm:t>
    </dgm:pt>
    <dgm:pt modelId="{E92AAD8D-3735-4212-942B-F6472CED7DD7}" type="sibTrans" cxnId="{1AD6F147-EC87-4D8F-9704-7E22B69A39D6}">
      <dgm:prSet/>
      <dgm:spPr/>
      <dgm:t>
        <a:bodyPr/>
        <a:lstStyle/>
        <a:p>
          <a:endParaRPr lang="zh-CN" altLang="en-US"/>
        </a:p>
      </dgm:t>
    </dgm:pt>
    <dgm:pt modelId="{FF3ABF0A-F1BC-44AC-9459-E7413BB0FE07}" type="pres">
      <dgm:prSet presAssocID="{9F47AB30-D90B-4EC1-ADEC-C2EBEE5C0BC6}" presName="linear" presStyleCnt="0">
        <dgm:presLayoutVars>
          <dgm:dir/>
          <dgm:animLvl val="lvl"/>
          <dgm:resizeHandles val="exact"/>
        </dgm:presLayoutVars>
      </dgm:prSet>
      <dgm:spPr/>
    </dgm:pt>
    <dgm:pt modelId="{045DF51B-868D-4477-9AA6-05E3D41E323C}" type="pres">
      <dgm:prSet presAssocID="{DAECFD21-8304-44F2-9F7D-B8340158812C}" presName="parentLin" presStyleCnt="0"/>
      <dgm:spPr/>
    </dgm:pt>
    <dgm:pt modelId="{3159A9E0-C61C-4A7D-8C59-62EEC64381F5}" type="pres">
      <dgm:prSet presAssocID="{DAECFD21-8304-44F2-9F7D-B8340158812C}" presName="parentLeftMargin" presStyleLbl="node1" presStyleIdx="0" presStyleCnt="2"/>
      <dgm:spPr/>
    </dgm:pt>
    <dgm:pt modelId="{429F5AEC-E190-4501-AF6D-2DAB500E3879}" type="pres">
      <dgm:prSet presAssocID="{DAECFD21-8304-44F2-9F7D-B8340158812C}" presName="parentText" presStyleLbl="node1" presStyleIdx="0" presStyleCnt="2">
        <dgm:presLayoutVars>
          <dgm:chMax val="0"/>
          <dgm:bulletEnabled val="1"/>
        </dgm:presLayoutVars>
      </dgm:prSet>
      <dgm:spPr/>
    </dgm:pt>
    <dgm:pt modelId="{F93F72FF-8EE7-4AE9-B5BC-AF7C3B1C5294}" type="pres">
      <dgm:prSet presAssocID="{DAECFD21-8304-44F2-9F7D-B8340158812C}" presName="negativeSpace" presStyleCnt="0"/>
      <dgm:spPr/>
    </dgm:pt>
    <dgm:pt modelId="{8B537BF6-04DD-4918-B39A-0B30B57A4D85}" type="pres">
      <dgm:prSet presAssocID="{DAECFD21-8304-44F2-9F7D-B8340158812C}" presName="childText" presStyleLbl="conFgAcc1" presStyleIdx="0" presStyleCnt="2">
        <dgm:presLayoutVars>
          <dgm:bulletEnabled val="1"/>
        </dgm:presLayoutVars>
      </dgm:prSet>
      <dgm:spPr/>
    </dgm:pt>
    <dgm:pt modelId="{4635EEE9-DD0A-49B2-A9C1-378E1317B8E9}" type="pres">
      <dgm:prSet presAssocID="{75741B88-5DE3-445A-85F5-4FE6D875E596}" presName="spaceBetweenRectangles" presStyleCnt="0"/>
      <dgm:spPr/>
    </dgm:pt>
    <dgm:pt modelId="{F13D7338-63A4-4B0B-9185-D8FDFDACAFF7}" type="pres">
      <dgm:prSet presAssocID="{1FF0931E-486A-449D-B6C5-DFF46C26E0DA}" presName="parentLin" presStyleCnt="0"/>
      <dgm:spPr/>
    </dgm:pt>
    <dgm:pt modelId="{C9CD29EB-05C9-4F9C-8DF2-59FBA9DDB98B}" type="pres">
      <dgm:prSet presAssocID="{1FF0931E-486A-449D-B6C5-DFF46C26E0DA}" presName="parentLeftMargin" presStyleLbl="node1" presStyleIdx="0" presStyleCnt="2"/>
      <dgm:spPr/>
    </dgm:pt>
    <dgm:pt modelId="{24A8F37B-D380-4D44-B38B-FBC6AC4CCB55}" type="pres">
      <dgm:prSet presAssocID="{1FF0931E-486A-449D-B6C5-DFF46C26E0DA}" presName="parentText" presStyleLbl="node1" presStyleIdx="1" presStyleCnt="2">
        <dgm:presLayoutVars>
          <dgm:chMax val="0"/>
          <dgm:bulletEnabled val="1"/>
        </dgm:presLayoutVars>
      </dgm:prSet>
      <dgm:spPr/>
    </dgm:pt>
    <dgm:pt modelId="{A1F7EBE2-B4D3-4614-A2FF-12DCE2BF4D97}" type="pres">
      <dgm:prSet presAssocID="{1FF0931E-486A-449D-B6C5-DFF46C26E0DA}" presName="negativeSpace" presStyleCnt="0"/>
      <dgm:spPr/>
    </dgm:pt>
    <dgm:pt modelId="{283ED0AC-76F8-4CB8-BA76-3EE128B628AE}" type="pres">
      <dgm:prSet presAssocID="{1FF0931E-486A-449D-B6C5-DFF46C26E0DA}" presName="childText" presStyleLbl="conFgAcc1" presStyleIdx="1" presStyleCnt="2">
        <dgm:presLayoutVars>
          <dgm:bulletEnabled val="1"/>
        </dgm:presLayoutVars>
      </dgm:prSet>
      <dgm:spPr/>
    </dgm:pt>
  </dgm:ptLst>
  <dgm:cxnLst>
    <dgm:cxn modelId="{73C6C917-AF62-4556-88BB-3B0AAF51B750}" srcId="{9F47AB30-D90B-4EC1-ADEC-C2EBEE5C0BC6}" destId="{DAECFD21-8304-44F2-9F7D-B8340158812C}" srcOrd="0" destOrd="0" parTransId="{8657F62F-0190-4C50-91C1-7A1F099D6A97}" sibTransId="{75741B88-5DE3-445A-85F5-4FE6D875E596}"/>
    <dgm:cxn modelId="{CAF7931C-0BAB-4C28-BA66-18718530674A}" type="presOf" srcId="{DAECFD21-8304-44F2-9F7D-B8340158812C}" destId="{3159A9E0-C61C-4A7D-8C59-62EEC64381F5}" srcOrd="0" destOrd="0" presId="urn:microsoft.com/office/officeart/2005/8/layout/list1"/>
    <dgm:cxn modelId="{722D0E1F-EBDD-448D-A284-4B0769E7C4B9}" srcId="{1FF0931E-486A-449D-B6C5-DFF46C26E0DA}" destId="{0A7ED632-8419-4F2C-A9E7-DA9B2E061D1F}" srcOrd="0" destOrd="0" parTransId="{DF015CC9-4E48-452F-9A45-02F031D633F7}" sibTransId="{E57E04E3-D9DF-414A-AB90-DB9629F95376}"/>
    <dgm:cxn modelId="{CB469226-CD86-48C4-A4F1-A7F0614BDC9C}" type="presOf" srcId="{4347AF14-A377-4E1C-950D-D9B0705DBB54}" destId="{8B537BF6-04DD-4918-B39A-0B30B57A4D85}" srcOrd="0" destOrd="1" presId="urn:microsoft.com/office/officeart/2005/8/layout/list1"/>
    <dgm:cxn modelId="{20967434-9271-4F95-87CD-FE26B439921B}" type="presOf" srcId="{1FF0931E-486A-449D-B6C5-DFF46C26E0DA}" destId="{24A8F37B-D380-4D44-B38B-FBC6AC4CCB55}" srcOrd="1" destOrd="0" presId="urn:microsoft.com/office/officeart/2005/8/layout/list1"/>
    <dgm:cxn modelId="{EC7F0538-76AD-4E3A-A33E-BE8F0293973D}" type="presOf" srcId="{9F47AB30-D90B-4EC1-ADEC-C2EBEE5C0BC6}" destId="{FF3ABF0A-F1BC-44AC-9459-E7413BB0FE07}" srcOrd="0" destOrd="0" presId="urn:microsoft.com/office/officeart/2005/8/layout/list1"/>
    <dgm:cxn modelId="{732B9B63-BD23-4532-8A6D-1EC1F675AF94}" type="presOf" srcId="{DAF54EB9-64C1-4C89-9A6A-4ADAD464A75C}" destId="{8B537BF6-04DD-4918-B39A-0B30B57A4D85}" srcOrd="0" destOrd="0" presId="urn:microsoft.com/office/officeart/2005/8/layout/list1"/>
    <dgm:cxn modelId="{8105B567-E44E-4345-8D86-8AA3F1A7D448}" type="presOf" srcId="{B9502DCC-4809-4267-B543-44194B1CC123}" destId="{283ED0AC-76F8-4CB8-BA76-3EE128B628AE}" srcOrd="0" destOrd="1" presId="urn:microsoft.com/office/officeart/2005/8/layout/list1"/>
    <dgm:cxn modelId="{1AD6F147-EC87-4D8F-9704-7E22B69A39D6}" srcId="{DAECFD21-8304-44F2-9F7D-B8340158812C}" destId="{4347AF14-A377-4E1C-950D-D9B0705DBB54}" srcOrd="1" destOrd="0" parTransId="{E884693C-56C0-4CE3-99E9-2F022665583F}" sibTransId="{E92AAD8D-3735-4212-942B-F6472CED7DD7}"/>
    <dgm:cxn modelId="{A4C55D74-7FA1-4FD1-9572-B72D66B87101}" srcId="{9F47AB30-D90B-4EC1-ADEC-C2EBEE5C0BC6}" destId="{1FF0931E-486A-449D-B6C5-DFF46C26E0DA}" srcOrd="1" destOrd="0" parTransId="{00003C85-237A-49DA-8A42-25DD409074C8}" sibTransId="{5D85837A-2412-4549-9A1C-6A63051F6F93}"/>
    <dgm:cxn modelId="{1C9FFF97-DAD5-43D8-ACB1-0E8C613A7183}" type="presOf" srcId="{DAECFD21-8304-44F2-9F7D-B8340158812C}" destId="{429F5AEC-E190-4501-AF6D-2DAB500E3879}" srcOrd="1" destOrd="0" presId="urn:microsoft.com/office/officeart/2005/8/layout/list1"/>
    <dgm:cxn modelId="{B9961B99-985E-4ADC-9D27-18CB0D8CFAD6}" srcId="{DAECFD21-8304-44F2-9F7D-B8340158812C}" destId="{DAF54EB9-64C1-4C89-9A6A-4ADAD464A75C}" srcOrd="0" destOrd="0" parTransId="{1B1EA855-A9DD-4EEA-8D5D-80B748C29D58}" sibTransId="{3B065CBA-3B39-49E7-9CCD-CEB0808F7B37}"/>
    <dgm:cxn modelId="{A5C9189C-520C-40D1-8397-4DBA826944E1}" type="presOf" srcId="{1FF0931E-486A-449D-B6C5-DFF46C26E0DA}" destId="{C9CD29EB-05C9-4F9C-8DF2-59FBA9DDB98B}" srcOrd="0" destOrd="0" presId="urn:microsoft.com/office/officeart/2005/8/layout/list1"/>
    <dgm:cxn modelId="{9865DCCE-7BFD-4FF4-9186-E6937BA871A4}" type="presOf" srcId="{0A7ED632-8419-4F2C-A9E7-DA9B2E061D1F}" destId="{283ED0AC-76F8-4CB8-BA76-3EE128B628AE}" srcOrd="0" destOrd="0" presId="urn:microsoft.com/office/officeart/2005/8/layout/list1"/>
    <dgm:cxn modelId="{7D9EABE8-90C5-43F7-8C63-88B8C504DD70}" srcId="{1FF0931E-486A-449D-B6C5-DFF46C26E0DA}" destId="{B9502DCC-4809-4267-B543-44194B1CC123}" srcOrd="1" destOrd="0" parTransId="{2D1A22C0-4A64-4973-9E8F-A9726D61F25B}" sibTransId="{A3008539-9788-42F9-9E82-2F6897CC0119}"/>
    <dgm:cxn modelId="{EB3C44E1-EB10-46DE-A8DD-D738F64D1E5A}" type="presParOf" srcId="{FF3ABF0A-F1BC-44AC-9459-E7413BB0FE07}" destId="{045DF51B-868D-4477-9AA6-05E3D41E323C}" srcOrd="0" destOrd="0" presId="urn:microsoft.com/office/officeart/2005/8/layout/list1"/>
    <dgm:cxn modelId="{D341BDBB-111F-453B-9580-44B8A1F90D6D}" type="presParOf" srcId="{045DF51B-868D-4477-9AA6-05E3D41E323C}" destId="{3159A9E0-C61C-4A7D-8C59-62EEC64381F5}" srcOrd="0" destOrd="0" presId="urn:microsoft.com/office/officeart/2005/8/layout/list1"/>
    <dgm:cxn modelId="{D341B9B5-8E91-4B88-8483-4C7187CC6B4D}" type="presParOf" srcId="{045DF51B-868D-4477-9AA6-05E3D41E323C}" destId="{429F5AEC-E190-4501-AF6D-2DAB500E3879}" srcOrd="1" destOrd="0" presId="urn:microsoft.com/office/officeart/2005/8/layout/list1"/>
    <dgm:cxn modelId="{D2DF4C58-D0E3-4AF8-BE89-29BE4F743F98}" type="presParOf" srcId="{FF3ABF0A-F1BC-44AC-9459-E7413BB0FE07}" destId="{F93F72FF-8EE7-4AE9-B5BC-AF7C3B1C5294}" srcOrd="1" destOrd="0" presId="urn:microsoft.com/office/officeart/2005/8/layout/list1"/>
    <dgm:cxn modelId="{AD956856-D39B-4E28-AE20-AE0C6DA5EC54}" type="presParOf" srcId="{FF3ABF0A-F1BC-44AC-9459-E7413BB0FE07}" destId="{8B537BF6-04DD-4918-B39A-0B30B57A4D85}" srcOrd="2" destOrd="0" presId="urn:microsoft.com/office/officeart/2005/8/layout/list1"/>
    <dgm:cxn modelId="{69829D24-85EA-4B9E-B43C-E5962F43CC45}" type="presParOf" srcId="{FF3ABF0A-F1BC-44AC-9459-E7413BB0FE07}" destId="{4635EEE9-DD0A-49B2-A9C1-378E1317B8E9}" srcOrd="3" destOrd="0" presId="urn:microsoft.com/office/officeart/2005/8/layout/list1"/>
    <dgm:cxn modelId="{B2C189A4-258C-4B2C-BF4C-A046C4255511}" type="presParOf" srcId="{FF3ABF0A-F1BC-44AC-9459-E7413BB0FE07}" destId="{F13D7338-63A4-4B0B-9185-D8FDFDACAFF7}" srcOrd="4" destOrd="0" presId="urn:microsoft.com/office/officeart/2005/8/layout/list1"/>
    <dgm:cxn modelId="{D3BB0A28-B677-47B9-A403-DB70A09FFDF8}" type="presParOf" srcId="{F13D7338-63A4-4B0B-9185-D8FDFDACAFF7}" destId="{C9CD29EB-05C9-4F9C-8DF2-59FBA9DDB98B}" srcOrd="0" destOrd="0" presId="urn:microsoft.com/office/officeart/2005/8/layout/list1"/>
    <dgm:cxn modelId="{677CA062-3CC8-4A61-A4C8-CB97ED791DDB}" type="presParOf" srcId="{F13D7338-63A4-4B0B-9185-D8FDFDACAFF7}" destId="{24A8F37B-D380-4D44-B38B-FBC6AC4CCB55}" srcOrd="1" destOrd="0" presId="urn:microsoft.com/office/officeart/2005/8/layout/list1"/>
    <dgm:cxn modelId="{163BDBA7-C32D-44B1-B52B-B553F3A8FE59}" type="presParOf" srcId="{FF3ABF0A-F1BC-44AC-9459-E7413BB0FE07}" destId="{A1F7EBE2-B4D3-4614-A2FF-12DCE2BF4D97}" srcOrd="5" destOrd="0" presId="urn:microsoft.com/office/officeart/2005/8/layout/list1"/>
    <dgm:cxn modelId="{9FB593E8-3D46-4519-A05A-3DE09B640A0E}" type="presParOf" srcId="{FF3ABF0A-F1BC-44AC-9459-E7413BB0FE07}" destId="{283ED0AC-76F8-4CB8-BA76-3EE128B628AE}"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146B6F-0375-4CB5-962D-07B1CC57658A}"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zh-CN" altLang="en-US"/>
        </a:p>
      </dgm:t>
    </dgm:pt>
    <dgm:pt modelId="{907012A2-3873-4CDC-96C2-44F7DF7B4078}">
      <dgm:prSet phldrT="[文本]"/>
      <dgm:spPr/>
      <dgm:t>
        <a:bodyPr/>
        <a:lstStyle/>
        <a:p>
          <a:r>
            <a:rPr lang="zh-CN" altLang="en-US"/>
            <a:t>步骤</a:t>
          </a:r>
          <a:r>
            <a:rPr lang="en-US" altLang="zh-CN"/>
            <a:t>1</a:t>
          </a:r>
          <a:r>
            <a:rPr lang="zh-CN" altLang="en-US"/>
            <a:t>，获取原始请求体内容</a:t>
          </a:r>
        </a:p>
      </dgm:t>
    </dgm:pt>
    <dgm:pt modelId="{8FB8A67C-3ACE-4C94-8E19-46DF9818FFA1}" type="parTrans" cxnId="{265A2E88-2F76-457A-AC95-5D21C67DCB30}">
      <dgm:prSet/>
      <dgm:spPr/>
      <dgm:t>
        <a:bodyPr/>
        <a:lstStyle/>
        <a:p>
          <a:endParaRPr lang="zh-CN" altLang="en-US"/>
        </a:p>
      </dgm:t>
    </dgm:pt>
    <dgm:pt modelId="{AB591642-716C-442F-B91D-589945F380EC}" type="sibTrans" cxnId="{265A2E88-2F76-457A-AC95-5D21C67DCB30}">
      <dgm:prSet/>
      <dgm:spPr/>
      <dgm:t>
        <a:bodyPr/>
        <a:lstStyle/>
        <a:p>
          <a:endParaRPr lang="zh-CN" altLang="en-US"/>
        </a:p>
      </dgm:t>
    </dgm:pt>
    <dgm:pt modelId="{2C3C1F03-0097-4705-A480-3AE72C8A46A0}">
      <dgm:prSet phldrT="[文本]"/>
      <dgm:spPr/>
      <dgm:t>
        <a:bodyPr/>
        <a:lstStyle/>
        <a:p>
          <a:r>
            <a:rPr lang="zh-CN" altLang="en-US"/>
            <a:t>步骤</a:t>
          </a:r>
          <a:r>
            <a:rPr lang="en-US" altLang="zh-CN"/>
            <a:t>2</a:t>
          </a:r>
          <a:r>
            <a:rPr lang="zh-CN" altLang="en-US"/>
            <a:t>，解码</a:t>
          </a:r>
          <a:r>
            <a:rPr lang="en-US" altLang="zh-CN"/>
            <a:t>JSON</a:t>
          </a:r>
          <a:r>
            <a:rPr lang="zh-CN" altLang="en-US"/>
            <a:t>为关联数组</a:t>
          </a:r>
        </a:p>
      </dgm:t>
    </dgm:pt>
    <dgm:pt modelId="{C87A2802-2319-4569-B5C0-BBEF9B371DB7}" type="parTrans" cxnId="{22F3C8ED-62CF-4A7B-8F23-CA20AE774DBA}">
      <dgm:prSet/>
      <dgm:spPr/>
      <dgm:t>
        <a:bodyPr/>
        <a:lstStyle/>
        <a:p>
          <a:endParaRPr lang="zh-CN" altLang="en-US"/>
        </a:p>
      </dgm:t>
    </dgm:pt>
    <dgm:pt modelId="{3DC5CC76-C912-4E9E-94B2-EFA7348005CB}" type="sibTrans" cxnId="{22F3C8ED-62CF-4A7B-8F23-CA20AE774DBA}">
      <dgm:prSet/>
      <dgm:spPr/>
      <dgm:t>
        <a:bodyPr/>
        <a:lstStyle/>
        <a:p>
          <a:endParaRPr lang="zh-CN" altLang="en-US"/>
        </a:p>
      </dgm:t>
    </dgm:pt>
    <dgm:pt modelId="{6F64A144-7187-4072-87AB-B27DF079F0C6}">
      <dgm:prSet phldrT="[文本]"/>
      <dgm:spPr/>
      <dgm:t>
        <a:bodyPr/>
        <a:lstStyle/>
        <a:p>
          <a:r>
            <a:rPr lang="zh-CN" altLang="en-US"/>
            <a:t>步骤</a:t>
          </a:r>
          <a:r>
            <a:rPr lang="en-US" altLang="zh-CN"/>
            <a:t>3</a:t>
          </a:r>
          <a:r>
            <a:rPr lang="zh-CN" altLang="en-US"/>
            <a:t>，</a:t>
          </a:r>
          <a:r>
            <a:rPr lang="zh-CN" altLang="en-US" b="0" i="1"/>
            <a:t>使用数据</a:t>
          </a:r>
          <a:endParaRPr lang="zh-CN" altLang="en-US"/>
        </a:p>
      </dgm:t>
    </dgm:pt>
    <dgm:pt modelId="{830006F8-8600-4F46-A845-7FE94431097B}" type="parTrans" cxnId="{AC27D6F8-EB2E-4DB2-8ECF-990C77C01250}">
      <dgm:prSet/>
      <dgm:spPr/>
      <dgm:t>
        <a:bodyPr/>
        <a:lstStyle/>
        <a:p>
          <a:endParaRPr lang="zh-CN" altLang="en-US"/>
        </a:p>
      </dgm:t>
    </dgm:pt>
    <dgm:pt modelId="{29046F80-D23E-432C-9EF7-026ECB965843}" type="sibTrans" cxnId="{AC27D6F8-EB2E-4DB2-8ECF-990C77C01250}">
      <dgm:prSet/>
      <dgm:spPr/>
      <dgm:t>
        <a:bodyPr/>
        <a:lstStyle/>
        <a:p>
          <a:endParaRPr lang="zh-CN" altLang="en-US"/>
        </a:p>
      </dgm:t>
    </dgm:pt>
    <dgm:pt modelId="{64FB1EAF-06F8-4AD3-B571-F62448569632}">
      <dgm:prSet phldrT="[文本]"/>
      <dgm:spPr/>
      <dgm:t>
        <a:bodyPr/>
        <a:lstStyle/>
        <a:p>
          <a:pPr>
            <a:buNone/>
          </a:pPr>
          <a:r>
            <a:rPr lang="en-US" b="0"/>
            <a:t>$json = </a:t>
          </a:r>
          <a:r>
            <a:rPr lang="en-US" b="1" i="0"/>
            <a:t>file_get_contents('php://input')</a:t>
          </a:r>
          <a:endParaRPr lang="zh-CN" altLang="en-US"/>
        </a:p>
      </dgm:t>
    </dgm:pt>
    <dgm:pt modelId="{63660445-5020-47B7-B59D-43B7AF30D657}" type="parTrans" cxnId="{F78D6923-B634-475B-A383-9AF0EE9A649E}">
      <dgm:prSet/>
      <dgm:spPr/>
      <dgm:t>
        <a:bodyPr/>
        <a:lstStyle/>
        <a:p>
          <a:endParaRPr lang="zh-CN" altLang="en-US"/>
        </a:p>
      </dgm:t>
    </dgm:pt>
    <dgm:pt modelId="{69BE9C62-879B-4826-A6C2-047D03179795}" type="sibTrans" cxnId="{F78D6923-B634-475B-A383-9AF0EE9A649E}">
      <dgm:prSet/>
      <dgm:spPr/>
      <dgm:t>
        <a:bodyPr/>
        <a:lstStyle/>
        <a:p>
          <a:endParaRPr lang="zh-CN" altLang="en-US"/>
        </a:p>
      </dgm:t>
    </dgm:pt>
    <dgm:pt modelId="{98D24E51-FB4B-4B0E-B12A-6D6CA2B9CBCD}">
      <dgm:prSet phldrT="[文本]"/>
      <dgm:spPr/>
      <dgm:t>
        <a:bodyPr/>
        <a:lstStyle/>
        <a:p>
          <a:pPr>
            <a:buNone/>
          </a:pPr>
          <a:r>
            <a:rPr lang="en-US" b="0"/>
            <a:t>$data = json_decode($json, true);</a:t>
          </a:r>
          <a:endParaRPr lang="zh-CN" altLang="en-US"/>
        </a:p>
      </dgm:t>
    </dgm:pt>
    <dgm:pt modelId="{82E08298-8D1C-4D83-986F-EFF099203A97}" type="parTrans" cxnId="{A4B63DC0-6A0B-44BA-AE50-CD6581F4662F}">
      <dgm:prSet/>
      <dgm:spPr/>
      <dgm:t>
        <a:bodyPr/>
        <a:lstStyle/>
        <a:p>
          <a:endParaRPr lang="zh-CN" altLang="en-US"/>
        </a:p>
      </dgm:t>
    </dgm:pt>
    <dgm:pt modelId="{8B8E3281-7A5C-468E-B6B5-913F6414CA09}" type="sibTrans" cxnId="{A4B63DC0-6A0B-44BA-AE50-CD6581F4662F}">
      <dgm:prSet/>
      <dgm:spPr/>
      <dgm:t>
        <a:bodyPr/>
        <a:lstStyle/>
        <a:p>
          <a:endParaRPr lang="zh-CN" altLang="en-US"/>
        </a:p>
      </dgm:t>
    </dgm:pt>
    <dgm:pt modelId="{4235BF64-E416-4924-B1E8-F3F09DEFC10C}">
      <dgm:prSet/>
      <dgm:spPr/>
      <dgm:t>
        <a:bodyPr/>
        <a:lstStyle/>
        <a:p>
          <a:pPr>
            <a:buNone/>
          </a:pPr>
          <a:r>
            <a:rPr lang="en-US" b="0"/>
            <a:t>$name = $data['name'] ?? '';</a:t>
          </a:r>
        </a:p>
      </dgm:t>
    </dgm:pt>
    <dgm:pt modelId="{3F04B740-1B1B-41CE-8427-7B6440B77727}" type="parTrans" cxnId="{62647816-BD55-487F-8451-8EB89E8E70B9}">
      <dgm:prSet/>
      <dgm:spPr/>
      <dgm:t>
        <a:bodyPr/>
        <a:lstStyle/>
        <a:p>
          <a:endParaRPr lang="zh-CN" altLang="en-US"/>
        </a:p>
      </dgm:t>
    </dgm:pt>
    <dgm:pt modelId="{DDA4CC2E-19A5-47E7-A9C0-20AB5582DAAA}" type="sibTrans" cxnId="{62647816-BD55-487F-8451-8EB89E8E70B9}">
      <dgm:prSet/>
      <dgm:spPr/>
      <dgm:t>
        <a:bodyPr/>
        <a:lstStyle/>
        <a:p>
          <a:endParaRPr lang="zh-CN" altLang="en-US"/>
        </a:p>
      </dgm:t>
    </dgm:pt>
    <dgm:pt modelId="{CB7EEAAC-EEF9-4B67-A581-2850B3DE1206}">
      <dgm:prSet/>
      <dgm:spPr/>
      <dgm:t>
        <a:bodyPr/>
        <a:lstStyle/>
        <a:p>
          <a:pPr>
            <a:buNone/>
          </a:pPr>
          <a:r>
            <a:rPr lang="en-US" b="0"/>
            <a:t>$age = $data['age'] ?? 0;</a:t>
          </a:r>
        </a:p>
      </dgm:t>
    </dgm:pt>
    <dgm:pt modelId="{F339C9D1-A7D5-4D24-861C-E656C7EE6416}" type="parTrans" cxnId="{8D3F8F6F-6484-4DD2-A536-861B44F284FE}">
      <dgm:prSet/>
      <dgm:spPr/>
      <dgm:t>
        <a:bodyPr/>
        <a:lstStyle/>
        <a:p>
          <a:endParaRPr lang="zh-CN" altLang="en-US"/>
        </a:p>
      </dgm:t>
    </dgm:pt>
    <dgm:pt modelId="{56D9E0B6-EDE4-4CDE-B739-3661DC947FF9}" type="sibTrans" cxnId="{8D3F8F6F-6484-4DD2-A536-861B44F284FE}">
      <dgm:prSet/>
      <dgm:spPr/>
      <dgm:t>
        <a:bodyPr/>
        <a:lstStyle/>
        <a:p>
          <a:endParaRPr lang="zh-CN" altLang="en-US"/>
        </a:p>
      </dgm:t>
    </dgm:pt>
    <dgm:pt modelId="{0F1DB6F2-2927-4932-BB27-0C17A7F9A7BA}" type="pres">
      <dgm:prSet presAssocID="{07146B6F-0375-4CB5-962D-07B1CC57658A}" presName="linear" presStyleCnt="0">
        <dgm:presLayoutVars>
          <dgm:dir/>
          <dgm:animLvl val="lvl"/>
          <dgm:resizeHandles val="exact"/>
        </dgm:presLayoutVars>
      </dgm:prSet>
      <dgm:spPr/>
    </dgm:pt>
    <dgm:pt modelId="{A4420749-B55B-4F97-96F7-39D529CEEF31}" type="pres">
      <dgm:prSet presAssocID="{907012A2-3873-4CDC-96C2-44F7DF7B4078}" presName="parentLin" presStyleCnt="0"/>
      <dgm:spPr/>
    </dgm:pt>
    <dgm:pt modelId="{7FCA6BAD-4AB9-47C4-B1DD-E2EFCA5138B0}" type="pres">
      <dgm:prSet presAssocID="{907012A2-3873-4CDC-96C2-44F7DF7B4078}" presName="parentLeftMargin" presStyleLbl="node1" presStyleIdx="0" presStyleCnt="3"/>
      <dgm:spPr/>
    </dgm:pt>
    <dgm:pt modelId="{3FA2F3E5-43AD-4A26-9F24-2A3B3E54E046}" type="pres">
      <dgm:prSet presAssocID="{907012A2-3873-4CDC-96C2-44F7DF7B4078}" presName="parentText" presStyleLbl="node1" presStyleIdx="0" presStyleCnt="3">
        <dgm:presLayoutVars>
          <dgm:chMax val="0"/>
          <dgm:bulletEnabled val="1"/>
        </dgm:presLayoutVars>
      </dgm:prSet>
      <dgm:spPr/>
    </dgm:pt>
    <dgm:pt modelId="{8D1D5C5A-CB28-45E7-B6EE-BAC45C2C9900}" type="pres">
      <dgm:prSet presAssocID="{907012A2-3873-4CDC-96C2-44F7DF7B4078}" presName="negativeSpace" presStyleCnt="0"/>
      <dgm:spPr/>
    </dgm:pt>
    <dgm:pt modelId="{78A7E45C-29DA-4AD5-AD9D-2B7265B9F1CF}" type="pres">
      <dgm:prSet presAssocID="{907012A2-3873-4CDC-96C2-44F7DF7B4078}" presName="childText" presStyleLbl="conFgAcc1" presStyleIdx="0" presStyleCnt="3">
        <dgm:presLayoutVars>
          <dgm:bulletEnabled val="1"/>
        </dgm:presLayoutVars>
      </dgm:prSet>
      <dgm:spPr/>
    </dgm:pt>
    <dgm:pt modelId="{7FEA9EC2-B131-4A06-94A1-3E2FFF574348}" type="pres">
      <dgm:prSet presAssocID="{AB591642-716C-442F-B91D-589945F380EC}" presName="spaceBetweenRectangles" presStyleCnt="0"/>
      <dgm:spPr/>
    </dgm:pt>
    <dgm:pt modelId="{D24D76A5-C50A-4E09-9288-5223720FBA55}" type="pres">
      <dgm:prSet presAssocID="{2C3C1F03-0097-4705-A480-3AE72C8A46A0}" presName="parentLin" presStyleCnt="0"/>
      <dgm:spPr/>
    </dgm:pt>
    <dgm:pt modelId="{24E3D5F7-CCC6-4048-B884-5029554625F2}" type="pres">
      <dgm:prSet presAssocID="{2C3C1F03-0097-4705-A480-3AE72C8A46A0}" presName="parentLeftMargin" presStyleLbl="node1" presStyleIdx="0" presStyleCnt="3"/>
      <dgm:spPr/>
    </dgm:pt>
    <dgm:pt modelId="{FEC4516B-EB58-4989-81CD-75B037078705}" type="pres">
      <dgm:prSet presAssocID="{2C3C1F03-0097-4705-A480-3AE72C8A46A0}" presName="parentText" presStyleLbl="node1" presStyleIdx="1" presStyleCnt="3">
        <dgm:presLayoutVars>
          <dgm:chMax val="0"/>
          <dgm:bulletEnabled val="1"/>
        </dgm:presLayoutVars>
      </dgm:prSet>
      <dgm:spPr/>
    </dgm:pt>
    <dgm:pt modelId="{EA5080B7-94F2-4BA1-85A7-CCB889E51667}" type="pres">
      <dgm:prSet presAssocID="{2C3C1F03-0097-4705-A480-3AE72C8A46A0}" presName="negativeSpace" presStyleCnt="0"/>
      <dgm:spPr/>
    </dgm:pt>
    <dgm:pt modelId="{91B150BA-B28B-4F67-B1BC-4D0AAB545AB6}" type="pres">
      <dgm:prSet presAssocID="{2C3C1F03-0097-4705-A480-3AE72C8A46A0}" presName="childText" presStyleLbl="conFgAcc1" presStyleIdx="1" presStyleCnt="3">
        <dgm:presLayoutVars>
          <dgm:bulletEnabled val="1"/>
        </dgm:presLayoutVars>
      </dgm:prSet>
      <dgm:spPr/>
    </dgm:pt>
    <dgm:pt modelId="{E7D4BA63-5C5A-467F-BDBA-B61A38775311}" type="pres">
      <dgm:prSet presAssocID="{3DC5CC76-C912-4E9E-94B2-EFA7348005CB}" presName="spaceBetweenRectangles" presStyleCnt="0"/>
      <dgm:spPr/>
    </dgm:pt>
    <dgm:pt modelId="{AC5B32DD-7D03-478B-9CFD-610B0F84AB8F}" type="pres">
      <dgm:prSet presAssocID="{6F64A144-7187-4072-87AB-B27DF079F0C6}" presName="parentLin" presStyleCnt="0"/>
      <dgm:spPr/>
    </dgm:pt>
    <dgm:pt modelId="{03530EA0-25B4-4F64-98A5-7EAED788FB9B}" type="pres">
      <dgm:prSet presAssocID="{6F64A144-7187-4072-87AB-B27DF079F0C6}" presName="parentLeftMargin" presStyleLbl="node1" presStyleIdx="1" presStyleCnt="3"/>
      <dgm:spPr/>
    </dgm:pt>
    <dgm:pt modelId="{4727DF91-B2A1-45CE-B7EB-097A5E171FAF}" type="pres">
      <dgm:prSet presAssocID="{6F64A144-7187-4072-87AB-B27DF079F0C6}" presName="parentText" presStyleLbl="node1" presStyleIdx="2" presStyleCnt="3">
        <dgm:presLayoutVars>
          <dgm:chMax val="0"/>
          <dgm:bulletEnabled val="1"/>
        </dgm:presLayoutVars>
      </dgm:prSet>
      <dgm:spPr/>
    </dgm:pt>
    <dgm:pt modelId="{D0D9E52F-9291-4702-A4F2-6E7600760E55}" type="pres">
      <dgm:prSet presAssocID="{6F64A144-7187-4072-87AB-B27DF079F0C6}" presName="negativeSpace" presStyleCnt="0"/>
      <dgm:spPr/>
    </dgm:pt>
    <dgm:pt modelId="{C639B907-223A-4502-A169-7AFEB33F9EAE}" type="pres">
      <dgm:prSet presAssocID="{6F64A144-7187-4072-87AB-B27DF079F0C6}" presName="childText" presStyleLbl="conFgAcc1" presStyleIdx="2" presStyleCnt="3">
        <dgm:presLayoutVars>
          <dgm:bulletEnabled val="1"/>
        </dgm:presLayoutVars>
      </dgm:prSet>
      <dgm:spPr/>
    </dgm:pt>
  </dgm:ptLst>
  <dgm:cxnLst>
    <dgm:cxn modelId="{64381701-84E1-48FA-84EF-702EE14260DE}" type="presOf" srcId="{2C3C1F03-0097-4705-A480-3AE72C8A46A0}" destId="{24E3D5F7-CCC6-4048-B884-5029554625F2}" srcOrd="0" destOrd="0" presId="urn:microsoft.com/office/officeart/2005/8/layout/list1"/>
    <dgm:cxn modelId="{46B82E0A-74BF-444F-8CAC-1F7DAD61E859}" type="presOf" srcId="{64FB1EAF-06F8-4AD3-B571-F62448569632}" destId="{78A7E45C-29DA-4AD5-AD9D-2B7265B9F1CF}" srcOrd="0" destOrd="0" presId="urn:microsoft.com/office/officeart/2005/8/layout/list1"/>
    <dgm:cxn modelId="{62647816-BD55-487F-8451-8EB89E8E70B9}" srcId="{6F64A144-7187-4072-87AB-B27DF079F0C6}" destId="{4235BF64-E416-4924-B1E8-F3F09DEFC10C}" srcOrd="0" destOrd="0" parTransId="{3F04B740-1B1B-41CE-8427-7B6440B77727}" sibTransId="{DDA4CC2E-19A5-47E7-A9C0-20AB5582DAAA}"/>
    <dgm:cxn modelId="{F78D6923-B634-475B-A383-9AF0EE9A649E}" srcId="{907012A2-3873-4CDC-96C2-44F7DF7B4078}" destId="{64FB1EAF-06F8-4AD3-B571-F62448569632}" srcOrd="0" destOrd="0" parTransId="{63660445-5020-47B7-B59D-43B7AF30D657}" sibTransId="{69BE9C62-879B-4826-A6C2-047D03179795}"/>
    <dgm:cxn modelId="{6C227C2E-69CB-4A17-932B-4B1BE444E71E}" type="presOf" srcId="{4235BF64-E416-4924-B1E8-F3F09DEFC10C}" destId="{C639B907-223A-4502-A169-7AFEB33F9EAE}" srcOrd="0" destOrd="0" presId="urn:microsoft.com/office/officeart/2005/8/layout/list1"/>
    <dgm:cxn modelId="{C4524E3F-BADD-49C2-B6F4-793BD31413D4}" type="presOf" srcId="{07146B6F-0375-4CB5-962D-07B1CC57658A}" destId="{0F1DB6F2-2927-4932-BB27-0C17A7F9A7BA}" srcOrd="0" destOrd="0" presId="urn:microsoft.com/office/officeart/2005/8/layout/list1"/>
    <dgm:cxn modelId="{8D3F8F6F-6484-4DD2-A536-861B44F284FE}" srcId="{6F64A144-7187-4072-87AB-B27DF079F0C6}" destId="{CB7EEAAC-EEF9-4B67-A581-2850B3DE1206}" srcOrd="1" destOrd="0" parTransId="{F339C9D1-A7D5-4D24-861C-E656C7EE6416}" sibTransId="{56D9E0B6-EDE4-4CDE-B739-3661DC947FF9}"/>
    <dgm:cxn modelId="{265A2E88-2F76-457A-AC95-5D21C67DCB30}" srcId="{07146B6F-0375-4CB5-962D-07B1CC57658A}" destId="{907012A2-3873-4CDC-96C2-44F7DF7B4078}" srcOrd="0" destOrd="0" parTransId="{8FB8A67C-3ACE-4C94-8E19-46DF9818FFA1}" sibTransId="{AB591642-716C-442F-B91D-589945F380EC}"/>
    <dgm:cxn modelId="{3A584495-8B6B-44FE-A639-1C3620D72ED8}" type="presOf" srcId="{98D24E51-FB4B-4B0E-B12A-6D6CA2B9CBCD}" destId="{91B150BA-B28B-4F67-B1BC-4D0AAB545AB6}" srcOrd="0" destOrd="0" presId="urn:microsoft.com/office/officeart/2005/8/layout/list1"/>
    <dgm:cxn modelId="{AE1FFB9A-66D8-4A54-B831-F8589D9183D7}" type="presOf" srcId="{6F64A144-7187-4072-87AB-B27DF079F0C6}" destId="{4727DF91-B2A1-45CE-B7EB-097A5E171FAF}" srcOrd="1" destOrd="0" presId="urn:microsoft.com/office/officeart/2005/8/layout/list1"/>
    <dgm:cxn modelId="{0BEC5D9E-1EFD-4622-9600-B888B765C8F6}" type="presOf" srcId="{2C3C1F03-0097-4705-A480-3AE72C8A46A0}" destId="{FEC4516B-EB58-4989-81CD-75B037078705}" srcOrd="1" destOrd="0" presId="urn:microsoft.com/office/officeart/2005/8/layout/list1"/>
    <dgm:cxn modelId="{4169569E-08B1-4CFB-8734-236F8F8F356E}" type="presOf" srcId="{CB7EEAAC-EEF9-4B67-A581-2850B3DE1206}" destId="{C639B907-223A-4502-A169-7AFEB33F9EAE}" srcOrd="0" destOrd="1" presId="urn:microsoft.com/office/officeart/2005/8/layout/list1"/>
    <dgm:cxn modelId="{A4B63DC0-6A0B-44BA-AE50-CD6581F4662F}" srcId="{2C3C1F03-0097-4705-A480-3AE72C8A46A0}" destId="{98D24E51-FB4B-4B0E-B12A-6D6CA2B9CBCD}" srcOrd="0" destOrd="0" parTransId="{82E08298-8D1C-4D83-986F-EFF099203A97}" sibTransId="{8B8E3281-7A5C-468E-B6B5-913F6414CA09}"/>
    <dgm:cxn modelId="{595496C1-EA7F-473F-B54B-05E58172A7B2}" type="presOf" srcId="{907012A2-3873-4CDC-96C2-44F7DF7B4078}" destId="{3FA2F3E5-43AD-4A26-9F24-2A3B3E54E046}" srcOrd="1" destOrd="0" presId="urn:microsoft.com/office/officeart/2005/8/layout/list1"/>
    <dgm:cxn modelId="{03F79DD2-41CE-45E2-9F90-8BBB69A6CCCC}" type="presOf" srcId="{6F64A144-7187-4072-87AB-B27DF079F0C6}" destId="{03530EA0-25B4-4F64-98A5-7EAED788FB9B}" srcOrd="0" destOrd="0" presId="urn:microsoft.com/office/officeart/2005/8/layout/list1"/>
    <dgm:cxn modelId="{8A1D39E5-817A-407C-92A2-439699BFEF79}" type="presOf" srcId="{907012A2-3873-4CDC-96C2-44F7DF7B4078}" destId="{7FCA6BAD-4AB9-47C4-B1DD-E2EFCA5138B0}" srcOrd="0" destOrd="0" presId="urn:microsoft.com/office/officeart/2005/8/layout/list1"/>
    <dgm:cxn modelId="{22F3C8ED-62CF-4A7B-8F23-CA20AE774DBA}" srcId="{07146B6F-0375-4CB5-962D-07B1CC57658A}" destId="{2C3C1F03-0097-4705-A480-3AE72C8A46A0}" srcOrd="1" destOrd="0" parTransId="{C87A2802-2319-4569-B5C0-BBEF9B371DB7}" sibTransId="{3DC5CC76-C912-4E9E-94B2-EFA7348005CB}"/>
    <dgm:cxn modelId="{AC27D6F8-EB2E-4DB2-8ECF-990C77C01250}" srcId="{07146B6F-0375-4CB5-962D-07B1CC57658A}" destId="{6F64A144-7187-4072-87AB-B27DF079F0C6}" srcOrd="2" destOrd="0" parTransId="{830006F8-8600-4F46-A845-7FE94431097B}" sibTransId="{29046F80-D23E-432C-9EF7-026ECB965843}"/>
    <dgm:cxn modelId="{18D10B1F-9FDC-4381-9407-125773F4D8C8}" type="presParOf" srcId="{0F1DB6F2-2927-4932-BB27-0C17A7F9A7BA}" destId="{A4420749-B55B-4F97-96F7-39D529CEEF31}" srcOrd="0" destOrd="0" presId="urn:microsoft.com/office/officeart/2005/8/layout/list1"/>
    <dgm:cxn modelId="{82602CC4-543B-4286-9F62-D1C7D34357C5}" type="presParOf" srcId="{A4420749-B55B-4F97-96F7-39D529CEEF31}" destId="{7FCA6BAD-4AB9-47C4-B1DD-E2EFCA5138B0}" srcOrd="0" destOrd="0" presId="urn:microsoft.com/office/officeart/2005/8/layout/list1"/>
    <dgm:cxn modelId="{E728DD66-B117-49BA-B8C0-E19B19F70D46}" type="presParOf" srcId="{A4420749-B55B-4F97-96F7-39D529CEEF31}" destId="{3FA2F3E5-43AD-4A26-9F24-2A3B3E54E046}" srcOrd="1" destOrd="0" presId="urn:microsoft.com/office/officeart/2005/8/layout/list1"/>
    <dgm:cxn modelId="{D9BF77DC-A861-4D33-87D4-9B1490F9C902}" type="presParOf" srcId="{0F1DB6F2-2927-4932-BB27-0C17A7F9A7BA}" destId="{8D1D5C5A-CB28-45E7-B6EE-BAC45C2C9900}" srcOrd="1" destOrd="0" presId="urn:microsoft.com/office/officeart/2005/8/layout/list1"/>
    <dgm:cxn modelId="{2DBD7B42-1ABE-48A2-BC6A-4709D1811BD7}" type="presParOf" srcId="{0F1DB6F2-2927-4932-BB27-0C17A7F9A7BA}" destId="{78A7E45C-29DA-4AD5-AD9D-2B7265B9F1CF}" srcOrd="2" destOrd="0" presId="urn:microsoft.com/office/officeart/2005/8/layout/list1"/>
    <dgm:cxn modelId="{F9033582-A71B-41A7-A5F1-DED2331D1AEB}" type="presParOf" srcId="{0F1DB6F2-2927-4932-BB27-0C17A7F9A7BA}" destId="{7FEA9EC2-B131-4A06-94A1-3E2FFF574348}" srcOrd="3" destOrd="0" presId="urn:microsoft.com/office/officeart/2005/8/layout/list1"/>
    <dgm:cxn modelId="{2011AF40-2C42-4996-8E80-5464714739BE}" type="presParOf" srcId="{0F1DB6F2-2927-4932-BB27-0C17A7F9A7BA}" destId="{D24D76A5-C50A-4E09-9288-5223720FBA55}" srcOrd="4" destOrd="0" presId="urn:microsoft.com/office/officeart/2005/8/layout/list1"/>
    <dgm:cxn modelId="{17CD15A5-A4F7-4BC4-839A-D329D4A3C55D}" type="presParOf" srcId="{D24D76A5-C50A-4E09-9288-5223720FBA55}" destId="{24E3D5F7-CCC6-4048-B884-5029554625F2}" srcOrd="0" destOrd="0" presId="urn:microsoft.com/office/officeart/2005/8/layout/list1"/>
    <dgm:cxn modelId="{395F123F-3156-47DB-9CB8-BD02A357782C}" type="presParOf" srcId="{D24D76A5-C50A-4E09-9288-5223720FBA55}" destId="{FEC4516B-EB58-4989-81CD-75B037078705}" srcOrd="1" destOrd="0" presId="urn:microsoft.com/office/officeart/2005/8/layout/list1"/>
    <dgm:cxn modelId="{55D56F26-5047-4F51-81AB-F6B6CBBD42C3}" type="presParOf" srcId="{0F1DB6F2-2927-4932-BB27-0C17A7F9A7BA}" destId="{EA5080B7-94F2-4BA1-85A7-CCB889E51667}" srcOrd="5" destOrd="0" presId="urn:microsoft.com/office/officeart/2005/8/layout/list1"/>
    <dgm:cxn modelId="{5161B4D7-D4E6-4D95-BF55-601BD921EC20}" type="presParOf" srcId="{0F1DB6F2-2927-4932-BB27-0C17A7F9A7BA}" destId="{91B150BA-B28B-4F67-B1BC-4D0AAB545AB6}" srcOrd="6" destOrd="0" presId="urn:microsoft.com/office/officeart/2005/8/layout/list1"/>
    <dgm:cxn modelId="{BDC4964F-8959-4BFF-A812-4E3AEC8D0FF3}" type="presParOf" srcId="{0F1DB6F2-2927-4932-BB27-0C17A7F9A7BA}" destId="{E7D4BA63-5C5A-467F-BDBA-B61A38775311}" srcOrd="7" destOrd="0" presId="urn:microsoft.com/office/officeart/2005/8/layout/list1"/>
    <dgm:cxn modelId="{664A68DA-7725-4CA4-9AF2-AD192E81CBC3}" type="presParOf" srcId="{0F1DB6F2-2927-4932-BB27-0C17A7F9A7BA}" destId="{AC5B32DD-7D03-478B-9CFD-610B0F84AB8F}" srcOrd="8" destOrd="0" presId="urn:microsoft.com/office/officeart/2005/8/layout/list1"/>
    <dgm:cxn modelId="{0ECAE616-EEA0-4A1D-93C5-F372F9F5AA0D}" type="presParOf" srcId="{AC5B32DD-7D03-478B-9CFD-610B0F84AB8F}" destId="{03530EA0-25B4-4F64-98A5-7EAED788FB9B}" srcOrd="0" destOrd="0" presId="urn:microsoft.com/office/officeart/2005/8/layout/list1"/>
    <dgm:cxn modelId="{4C24ABF3-A50D-45A4-A612-CBEB274E4019}" type="presParOf" srcId="{AC5B32DD-7D03-478B-9CFD-610B0F84AB8F}" destId="{4727DF91-B2A1-45CE-B7EB-097A5E171FAF}" srcOrd="1" destOrd="0" presId="urn:microsoft.com/office/officeart/2005/8/layout/list1"/>
    <dgm:cxn modelId="{7DB32BD2-62C4-46E3-AB5E-2DDEA798227B}" type="presParOf" srcId="{0F1DB6F2-2927-4932-BB27-0C17A7F9A7BA}" destId="{D0D9E52F-9291-4702-A4F2-6E7600760E55}" srcOrd="9" destOrd="0" presId="urn:microsoft.com/office/officeart/2005/8/layout/list1"/>
    <dgm:cxn modelId="{1048FFD8-2551-443A-AA6D-1DCE57A1BA40}" type="presParOf" srcId="{0F1DB6F2-2927-4932-BB27-0C17A7F9A7BA}" destId="{C639B907-223A-4502-A169-7AFEB33F9EA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C785D-760B-4E3A-9917-42B87393711B}">
      <dsp:nvSpPr>
        <dsp:cNvPr id="0" name=""/>
        <dsp:cNvSpPr/>
      </dsp:nvSpPr>
      <dsp:spPr>
        <a:xfrm>
          <a:off x="0" y="475718"/>
          <a:ext cx="11176000" cy="23184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666496" rIns="867382" bIns="227584" numCol="1" spcCol="1270" anchor="t" anchorCtr="0">
          <a:noAutofit/>
        </a:bodyPr>
        <a:lstStyle/>
        <a:p>
          <a:pPr marL="285750" lvl="1" indent="-285750" algn="l" defTabSz="1422400">
            <a:lnSpc>
              <a:spcPct val="90000"/>
            </a:lnSpc>
            <a:spcBef>
              <a:spcPct val="0"/>
            </a:spcBef>
            <a:spcAft>
              <a:spcPct val="15000"/>
            </a:spcAft>
            <a:buChar char="•"/>
          </a:pPr>
          <a:r>
            <a:rPr lang="zh-CN" altLang="en-US" sz="3200" kern="1200"/>
            <a:t>什么是</a:t>
          </a:r>
          <a:r>
            <a:rPr lang="en-US" altLang="zh-CN" sz="3200" kern="1200"/>
            <a:t>PDO</a:t>
          </a:r>
          <a:endParaRPr lang="zh-CN" altLang="en-US" sz="3200" kern="1200"/>
        </a:p>
        <a:p>
          <a:pPr marL="285750" lvl="1" indent="-285750" algn="l" defTabSz="1422400">
            <a:lnSpc>
              <a:spcPct val="90000"/>
            </a:lnSpc>
            <a:spcBef>
              <a:spcPct val="0"/>
            </a:spcBef>
            <a:spcAft>
              <a:spcPct val="15000"/>
            </a:spcAft>
            <a:buChar char="•"/>
          </a:pPr>
          <a:r>
            <a:rPr lang="en-US" altLang="zh-CN" sz="3200" kern="1200"/>
            <a:t>PDO</a:t>
          </a:r>
          <a:r>
            <a:rPr lang="zh-CN" altLang="en-US" sz="3200" kern="1200"/>
            <a:t>扩展安装及连接详解</a:t>
          </a:r>
        </a:p>
      </dsp:txBody>
      <dsp:txXfrm>
        <a:off x="0" y="475718"/>
        <a:ext cx="11176000" cy="2318400"/>
      </dsp:txXfrm>
    </dsp:sp>
    <dsp:sp modelId="{D0CFFECE-78F1-4F6E-84F6-B2C218A7149C}">
      <dsp:nvSpPr>
        <dsp:cNvPr id="0" name=""/>
        <dsp:cNvSpPr/>
      </dsp:nvSpPr>
      <dsp:spPr>
        <a:xfrm>
          <a:off x="558800" y="3398"/>
          <a:ext cx="7823200" cy="9446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422400">
            <a:lnSpc>
              <a:spcPct val="90000"/>
            </a:lnSpc>
            <a:spcBef>
              <a:spcPct val="0"/>
            </a:spcBef>
            <a:spcAft>
              <a:spcPct val="35000"/>
            </a:spcAft>
            <a:buNone/>
          </a:pPr>
          <a:r>
            <a:rPr lang="zh-CN" altLang="en-US" sz="3200" kern="1200"/>
            <a:t>利用</a:t>
          </a:r>
          <a:r>
            <a:rPr lang="en-US" altLang="zh-CN" sz="3200" kern="1200"/>
            <a:t>PDO</a:t>
          </a:r>
          <a:r>
            <a:rPr lang="zh-CN" altLang="en-US" sz="3200" kern="1200"/>
            <a:t>实现</a:t>
          </a:r>
          <a:r>
            <a:rPr lang="en-US" altLang="zh-CN" sz="3200" kern="1200"/>
            <a:t>MySQL</a:t>
          </a:r>
          <a:r>
            <a:rPr lang="zh-CN" altLang="en-US" sz="3200" kern="1200"/>
            <a:t>连接</a:t>
          </a:r>
        </a:p>
      </dsp:txBody>
      <dsp:txXfrm>
        <a:off x="604914" y="49512"/>
        <a:ext cx="7730972" cy="852412"/>
      </dsp:txXfrm>
    </dsp:sp>
    <dsp:sp modelId="{DCE72A8E-A6BC-45F1-B82E-450A8F65E0B6}">
      <dsp:nvSpPr>
        <dsp:cNvPr id="0" name=""/>
        <dsp:cNvSpPr/>
      </dsp:nvSpPr>
      <dsp:spPr>
        <a:xfrm>
          <a:off x="0" y="3439238"/>
          <a:ext cx="11176000" cy="23184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666496" rIns="867382" bIns="227584" numCol="1" spcCol="1270" anchor="t" anchorCtr="0">
          <a:noAutofit/>
        </a:bodyPr>
        <a:lstStyle/>
        <a:p>
          <a:pPr marL="285750" lvl="1" indent="-285750" algn="l" defTabSz="1422400">
            <a:lnSpc>
              <a:spcPct val="90000"/>
            </a:lnSpc>
            <a:spcBef>
              <a:spcPct val="0"/>
            </a:spcBef>
            <a:spcAft>
              <a:spcPct val="15000"/>
            </a:spcAft>
            <a:buChar char="•"/>
          </a:pPr>
          <a:r>
            <a:rPr lang="en-US" altLang="zh-CN" sz="3200" kern="1200"/>
            <a:t>PDO</a:t>
          </a:r>
          <a:r>
            <a:rPr lang="zh-CN" altLang="en-US" sz="3200" kern="1200"/>
            <a:t>查询流程</a:t>
          </a:r>
        </a:p>
        <a:p>
          <a:pPr marL="285750" lvl="1" indent="-285750" algn="l" defTabSz="1422400">
            <a:lnSpc>
              <a:spcPct val="90000"/>
            </a:lnSpc>
            <a:spcBef>
              <a:spcPct val="0"/>
            </a:spcBef>
            <a:spcAft>
              <a:spcPct val="15000"/>
            </a:spcAft>
            <a:buChar char="•"/>
          </a:pPr>
          <a:r>
            <a:rPr lang="en-US" altLang="zh-CN" sz="3200" kern="1200"/>
            <a:t>PDO</a:t>
          </a:r>
          <a:r>
            <a:rPr lang="zh-CN" altLang="en-US" sz="3200" kern="1200"/>
            <a:t>原生查询方法</a:t>
          </a:r>
        </a:p>
      </dsp:txBody>
      <dsp:txXfrm>
        <a:off x="0" y="3439238"/>
        <a:ext cx="11176000" cy="2318400"/>
      </dsp:txXfrm>
    </dsp:sp>
    <dsp:sp modelId="{7AED97A5-34F7-4EB5-AB5C-89D886E5248D}">
      <dsp:nvSpPr>
        <dsp:cNvPr id="0" name=""/>
        <dsp:cNvSpPr/>
      </dsp:nvSpPr>
      <dsp:spPr>
        <a:xfrm>
          <a:off x="558800" y="2966918"/>
          <a:ext cx="7823200" cy="94464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422400">
            <a:lnSpc>
              <a:spcPct val="90000"/>
            </a:lnSpc>
            <a:spcBef>
              <a:spcPct val="0"/>
            </a:spcBef>
            <a:spcAft>
              <a:spcPct val="35000"/>
            </a:spcAft>
            <a:buNone/>
          </a:pPr>
          <a:r>
            <a:rPr lang="en-US" altLang="zh-CN" sz="3200" kern="1200"/>
            <a:t>PDO</a:t>
          </a:r>
          <a:r>
            <a:rPr lang="zh-CN" altLang="en-US" sz="3200" kern="1200"/>
            <a:t>查询流程及原生查询方法</a:t>
          </a:r>
        </a:p>
      </dsp:txBody>
      <dsp:txXfrm>
        <a:off x="604914" y="3013032"/>
        <a:ext cx="7730972" cy="852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8B317A-394B-41DE-A750-15B5B5807813}">
      <dsp:nvSpPr>
        <dsp:cNvPr id="0" name=""/>
        <dsp:cNvSpPr/>
      </dsp:nvSpPr>
      <dsp:spPr>
        <a:xfrm>
          <a:off x="0" y="961718"/>
          <a:ext cx="11176000" cy="50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DC41FC8-CE70-48EA-88B2-9D1EF1A3F507}">
      <dsp:nvSpPr>
        <dsp:cNvPr id="0" name=""/>
        <dsp:cNvSpPr/>
      </dsp:nvSpPr>
      <dsp:spPr>
        <a:xfrm>
          <a:off x="558800" y="666518"/>
          <a:ext cx="7823200" cy="5904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89000">
            <a:lnSpc>
              <a:spcPct val="90000"/>
            </a:lnSpc>
            <a:spcBef>
              <a:spcPct val="0"/>
            </a:spcBef>
            <a:spcAft>
              <a:spcPct val="35000"/>
            </a:spcAft>
            <a:buNone/>
          </a:pPr>
          <a:r>
            <a:rPr lang="zh-CN" altLang="en-US" sz="2000" kern="1200"/>
            <a:t>数据库抽象：同一套代码可切换不同数据库，无需修改业务逻辑</a:t>
          </a:r>
        </a:p>
      </dsp:txBody>
      <dsp:txXfrm>
        <a:off x="587621" y="695339"/>
        <a:ext cx="7765558" cy="532758"/>
      </dsp:txXfrm>
    </dsp:sp>
    <dsp:sp modelId="{E923A9B2-03EB-4FD5-A73E-AEB71E9F4577}">
      <dsp:nvSpPr>
        <dsp:cNvPr id="0" name=""/>
        <dsp:cNvSpPr/>
      </dsp:nvSpPr>
      <dsp:spPr>
        <a:xfrm>
          <a:off x="0" y="1868918"/>
          <a:ext cx="11176000" cy="50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B9C2CFD-797B-4EBC-A702-F325A1B04F46}">
      <dsp:nvSpPr>
        <dsp:cNvPr id="0" name=""/>
        <dsp:cNvSpPr/>
      </dsp:nvSpPr>
      <dsp:spPr>
        <a:xfrm>
          <a:off x="558800" y="1573718"/>
          <a:ext cx="7823200" cy="5904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89000">
            <a:lnSpc>
              <a:spcPct val="90000"/>
            </a:lnSpc>
            <a:spcBef>
              <a:spcPct val="0"/>
            </a:spcBef>
            <a:spcAft>
              <a:spcPct val="35000"/>
            </a:spcAft>
            <a:buNone/>
          </a:pPr>
          <a:r>
            <a:rPr lang="zh-CN" altLang="en-US" sz="2000" kern="1200"/>
            <a:t> 预处理支持：内置预处理语句，有效防止 </a:t>
          </a:r>
          <a:r>
            <a:rPr lang="en-US" altLang="zh-CN" sz="2000" kern="1200"/>
            <a:t>SQL </a:t>
          </a:r>
          <a:r>
            <a:rPr lang="zh-CN" altLang="en-US" sz="2000" kern="1200"/>
            <a:t>注入</a:t>
          </a:r>
        </a:p>
      </dsp:txBody>
      <dsp:txXfrm>
        <a:off x="587621" y="1602539"/>
        <a:ext cx="7765558" cy="532758"/>
      </dsp:txXfrm>
    </dsp:sp>
    <dsp:sp modelId="{5E2CCD86-5968-4415-810A-F386C356A518}">
      <dsp:nvSpPr>
        <dsp:cNvPr id="0" name=""/>
        <dsp:cNvSpPr/>
      </dsp:nvSpPr>
      <dsp:spPr>
        <a:xfrm>
          <a:off x="0" y="2776118"/>
          <a:ext cx="11176000" cy="50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546EBC3-7481-4532-9FB5-676C1D0FBC17}">
      <dsp:nvSpPr>
        <dsp:cNvPr id="0" name=""/>
        <dsp:cNvSpPr/>
      </dsp:nvSpPr>
      <dsp:spPr>
        <a:xfrm>
          <a:off x="558800" y="2480918"/>
          <a:ext cx="7823200" cy="5904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89000">
            <a:lnSpc>
              <a:spcPct val="90000"/>
            </a:lnSpc>
            <a:spcBef>
              <a:spcPct val="0"/>
            </a:spcBef>
            <a:spcAft>
              <a:spcPct val="35000"/>
            </a:spcAft>
            <a:buNone/>
          </a:pPr>
          <a:r>
            <a:rPr lang="zh-CN" altLang="en-US" sz="2000" kern="1200"/>
            <a:t>面向对象接口：完全基于对象的设计，易于使用和维护</a:t>
          </a:r>
        </a:p>
      </dsp:txBody>
      <dsp:txXfrm>
        <a:off x="587621" y="2509739"/>
        <a:ext cx="7765558" cy="532758"/>
      </dsp:txXfrm>
    </dsp:sp>
    <dsp:sp modelId="{8F5BCC0D-F128-46AD-8DE6-FD8323F5601A}">
      <dsp:nvSpPr>
        <dsp:cNvPr id="0" name=""/>
        <dsp:cNvSpPr/>
      </dsp:nvSpPr>
      <dsp:spPr>
        <a:xfrm>
          <a:off x="0" y="3683318"/>
          <a:ext cx="11176000" cy="50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8390EE2-5CBB-4C77-AA08-4C7F6BEF9812}">
      <dsp:nvSpPr>
        <dsp:cNvPr id="0" name=""/>
        <dsp:cNvSpPr/>
      </dsp:nvSpPr>
      <dsp:spPr>
        <a:xfrm>
          <a:off x="558800" y="3388118"/>
          <a:ext cx="7823200" cy="5904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89000">
            <a:lnSpc>
              <a:spcPct val="90000"/>
            </a:lnSpc>
            <a:spcBef>
              <a:spcPct val="0"/>
            </a:spcBef>
            <a:spcAft>
              <a:spcPct val="35000"/>
            </a:spcAft>
            <a:buNone/>
          </a:pPr>
          <a:r>
            <a:rPr lang="zh-CN" altLang="en-US" sz="2000" kern="1200"/>
            <a:t>错误处理灵活：支持多种错误处理模式（静默、警告、异常）</a:t>
          </a:r>
        </a:p>
      </dsp:txBody>
      <dsp:txXfrm>
        <a:off x="587621" y="3416939"/>
        <a:ext cx="7765558" cy="532758"/>
      </dsp:txXfrm>
    </dsp:sp>
    <dsp:sp modelId="{693D1520-7819-42FB-8D9F-538AC49F0B2E}">
      <dsp:nvSpPr>
        <dsp:cNvPr id="0" name=""/>
        <dsp:cNvSpPr/>
      </dsp:nvSpPr>
      <dsp:spPr>
        <a:xfrm>
          <a:off x="0" y="4590518"/>
          <a:ext cx="11176000" cy="504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6366AEF-1DF2-440D-94BC-85E335EA7409}">
      <dsp:nvSpPr>
        <dsp:cNvPr id="0" name=""/>
        <dsp:cNvSpPr/>
      </dsp:nvSpPr>
      <dsp:spPr>
        <a:xfrm>
          <a:off x="558800" y="4295318"/>
          <a:ext cx="7823200" cy="5904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89000">
            <a:lnSpc>
              <a:spcPct val="90000"/>
            </a:lnSpc>
            <a:spcBef>
              <a:spcPct val="0"/>
            </a:spcBef>
            <a:spcAft>
              <a:spcPct val="35000"/>
            </a:spcAft>
            <a:buNone/>
          </a:pPr>
          <a:r>
            <a:rPr lang="zh-CN" altLang="en-US" sz="2000" kern="1200"/>
            <a:t>事务支持：提供完整的事务控制方法</a:t>
          </a:r>
        </a:p>
      </dsp:txBody>
      <dsp:txXfrm>
        <a:off x="587621" y="4324139"/>
        <a:ext cx="7765558"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08687-52D3-4FB2-A3FB-1DF71BC0671A}">
      <dsp:nvSpPr>
        <dsp:cNvPr id="0" name=""/>
        <dsp:cNvSpPr/>
      </dsp:nvSpPr>
      <dsp:spPr>
        <a:xfrm>
          <a:off x="0" y="0"/>
          <a:ext cx="6133181" cy="102942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b="1" kern="1200"/>
            <a:t>攻击者提交恶意输入</a:t>
          </a:r>
        </a:p>
      </dsp:txBody>
      <dsp:txXfrm>
        <a:off x="30151" y="30151"/>
        <a:ext cx="4935369" cy="969118"/>
      </dsp:txXfrm>
    </dsp:sp>
    <dsp:sp modelId="{C6839825-93E8-4350-A4EB-E85F2415639E}">
      <dsp:nvSpPr>
        <dsp:cNvPr id="0" name=""/>
        <dsp:cNvSpPr/>
      </dsp:nvSpPr>
      <dsp:spPr>
        <a:xfrm>
          <a:off x="513653" y="1216588"/>
          <a:ext cx="6133181" cy="102942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b="1" kern="1200"/>
            <a:t>服务器：拼接</a:t>
          </a:r>
          <a:r>
            <a:rPr lang="en-US" altLang="zh-CN" sz="2400" b="1" kern="1200"/>
            <a:t>SQL</a:t>
          </a:r>
          <a:r>
            <a:rPr lang="zh-CN" altLang="en-US" sz="2400" b="1" kern="1200"/>
            <a:t>语句，执行非预期命令</a:t>
          </a:r>
        </a:p>
      </dsp:txBody>
      <dsp:txXfrm>
        <a:off x="543804" y="1246739"/>
        <a:ext cx="4890102" cy="969118"/>
      </dsp:txXfrm>
    </dsp:sp>
    <dsp:sp modelId="{C7ED4754-338F-4F78-919A-4188B6583540}">
      <dsp:nvSpPr>
        <dsp:cNvPr id="0" name=""/>
        <dsp:cNvSpPr/>
      </dsp:nvSpPr>
      <dsp:spPr>
        <a:xfrm>
          <a:off x="1019641" y="2433176"/>
          <a:ext cx="6133181" cy="102942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b="1" kern="1200"/>
            <a:t>返回数据</a:t>
          </a:r>
        </a:p>
      </dsp:txBody>
      <dsp:txXfrm>
        <a:off x="1049792" y="2463327"/>
        <a:ext cx="4897768" cy="969118"/>
      </dsp:txXfrm>
    </dsp:sp>
    <dsp:sp modelId="{1F335A18-5FA5-45B8-AC10-D32CE03807AF}">
      <dsp:nvSpPr>
        <dsp:cNvPr id="0" name=""/>
        <dsp:cNvSpPr/>
      </dsp:nvSpPr>
      <dsp:spPr>
        <a:xfrm>
          <a:off x="1533295" y="3649764"/>
          <a:ext cx="6133181" cy="102942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b="1" kern="1200"/>
            <a:t>攻击者将获得数据库的控制，权窃取、篡改或删除数据</a:t>
          </a:r>
        </a:p>
      </dsp:txBody>
      <dsp:txXfrm>
        <a:off x="1563446" y="3679915"/>
        <a:ext cx="4890102" cy="969118"/>
      </dsp:txXfrm>
    </dsp:sp>
    <dsp:sp modelId="{BA25D25C-9A71-4A86-AC7A-2F545AA29575}">
      <dsp:nvSpPr>
        <dsp:cNvPr id="0" name=""/>
        <dsp:cNvSpPr/>
      </dsp:nvSpPr>
      <dsp:spPr>
        <a:xfrm>
          <a:off x="5464058" y="788442"/>
          <a:ext cx="669123" cy="669123"/>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b="1" kern="1200"/>
        </a:p>
      </dsp:txBody>
      <dsp:txXfrm>
        <a:off x="5614611" y="788442"/>
        <a:ext cx="368017" cy="503515"/>
      </dsp:txXfrm>
    </dsp:sp>
    <dsp:sp modelId="{4B2B61F1-8694-4FA7-B657-807BAA3DBC67}">
      <dsp:nvSpPr>
        <dsp:cNvPr id="0" name=""/>
        <dsp:cNvSpPr/>
      </dsp:nvSpPr>
      <dsp:spPr>
        <a:xfrm>
          <a:off x="5977712" y="2005030"/>
          <a:ext cx="669123" cy="669123"/>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b="1" kern="1200"/>
        </a:p>
      </dsp:txBody>
      <dsp:txXfrm>
        <a:off x="6128265" y="2005030"/>
        <a:ext cx="368017" cy="503515"/>
      </dsp:txXfrm>
    </dsp:sp>
    <dsp:sp modelId="{370E84AF-742A-42C7-A183-DCEA76ACC22D}">
      <dsp:nvSpPr>
        <dsp:cNvPr id="0" name=""/>
        <dsp:cNvSpPr/>
      </dsp:nvSpPr>
      <dsp:spPr>
        <a:xfrm>
          <a:off x="6483699" y="3221618"/>
          <a:ext cx="669123" cy="669123"/>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b="1" kern="1200"/>
        </a:p>
      </dsp:txBody>
      <dsp:txXfrm>
        <a:off x="6634252" y="3221618"/>
        <a:ext cx="368017" cy="5035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64233-7556-4116-B9A7-AB4DB9ACB8B0}">
      <dsp:nvSpPr>
        <dsp:cNvPr id="0" name=""/>
        <dsp:cNvSpPr/>
      </dsp:nvSpPr>
      <dsp:spPr>
        <a:xfrm>
          <a:off x="0" y="362498"/>
          <a:ext cx="11176000" cy="16254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a:t>预编译查询：任何来自用户的参数（</a:t>
          </a:r>
          <a:r>
            <a:rPr lang="en-US" altLang="zh-CN" sz="2400" kern="1200"/>
            <a:t>GET</a:t>
          </a:r>
          <a:r>
            <a:rPr lang="zh-CN" altLang="en-US" sz="2400" kern="1200"/>
            <a:t>、</a:t>
          </a:r>
          <a:r>
            <a:rPr lang="en-US" altLang="zh-CN" sz="2400" kern="1200"/>
            <a:t>POST</a:t>
          </a:r>
          <a:r>
            <a:rPr lang="zh-CN" altLang="en-US" sz="2400" kern="1200"/>
            <a:t>、</a:t>
          </a:r>
          <a:r>
            <a:rPr lang="en-US" altLang="zh-CN" sz="2400" kern="1200"/>
            <a:t>Cookie </a:t>
          </a:r>
          <a:r>
            <a:rPr lang="zh-CN" altLang="en-US" sz="2400" kern="1200"/>
            <a:t>等）都必须使用预编译</a:t>
          </a:r>
        </a:p>
      </dsp:txBody>
      <dsp:txXfrm>
        <a:off x="0" y="362498"/>
        <a:ext cx="11176000" cy="1625400"/>
      </dsp:txXfrm>
    </dsp:sp>
    <dsp:sp modelId="{842DCF22-DF3F-48C4-BDDC-344A0E4E2CC6}">
      <dsp:nvSpPr>
        <dsp:cNvPr id="0" name=""/>
        <dsp:cNvSpPr/>
      </dsp:nvSpPr>
      <dsp:spPr>
        <a:xfrm>
          <a:off x="558800" y="8258"/>
          <a:ext cx="7823200" cy="70848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zh-CN" altLang="en-US" sz="2400" kern="1200"/>
            <a:t>有用户输入</a:t>
          </a:r>
        </a:p>
      </dsp:txBody>
      <dsp:txXfrm>
        <a:off x="593385" y="42843"/>
        <a:ext cx="7754030" cy="639310"/>
      </dsp:txXfrm>
    </dsp:sp>
    <dsp:sp modelId="{ADA6682C-D96C-497E-9982-5A86949ECA63}">
      <dsp:nvSpPr>
        <dsp:cNvPr id="0" name=""/>
        <dsp:cNvSpPr/>
      </dsp:nvSpPr>
      <dsp:spPr>
        <a:xfrm>
          <a:off x="0" y="2471738"/>
          <a:ext cx="11176000" cy="16254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a:t>普通查询：静态 </a:t>
          </a:r>
          <a:r>
            <a:rPr lang="en-US" altLang="zh-CN" sz="2400" kern="1200"/>
            <a:t>SQL </a:t>
          </a:r>
          <a:r>
            <a:rPr lang="zh-CN" altLang="en-US" sz="2400" kern="1200"/>
            <a:t>或完全由程序内部生成的 </a:t>
          </a:r>
          <a:r>
            <a:rPr lang="en-US" altLang="zh-CN" sz="2400" kern="1200"/>
            <a:t>SQL </a:t>
          </a:r>
          <a:r>
            <a:rPr lang="zh-CN" altLang="en-US" sz="2400" kern="1200"/>
            <a:t>可以使用普通查询</a:t>
          </a:r>
        </a:p>
      </dsp:txBody>
      <dsp:txXfrm>
        <a:off x="0" y="2471738"/>
        <a:ext cx="11176000" cy="1625400"/>
      </dsp:txXfrm>
    </dsp:sp>
    <dsp:sp modelId="{7C998CA6-8EC9-418D-882C-A93C02715DBC}">
      <dsp:nvSpPr>
        <dsp:cNvPr id="0" name=""/>
        <dsp:cNvSpPr/>
      </dsp:nvSpPr>
      <dsp:spPr>
        <a:xfrm>
          <a:off x="558800" y="2117498"/>
          <a:ext cx="7823200" cy="70848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zh-CN" altLang="en-US" sz="2400" kern="1200"/>
            <a:t>无用户输入</a:t>
          </a:r>
        </a:p>
      </dsp:txBody>
      <dsp:txXfrm>
        <a:off x="593385" y="2152083"/>
        <a:ext cx="7754030" cy="639310"/>
      </dsp:txXfrm>
    </dsp:sp>
    <dsp:sp modelId="{E5515EAE-2E0C-46D5-BC30-A060AB5F9ADB}">
      <dsp:nvSpPr>
        <dsp:cNvPr id="0" name=""/>
        <dsp:cNvSpPr/>
      </dsp:nvSpPr>
      <dsp:spPr>
        <a:xfrm>
          <a:off x="0" y="4580978"/>
          <a:ext cx="11176000" cy="11718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a:t>预编译查询：批量操作、循环执行同一模板时，预编译性 能更好 </a:t>
          </a:r>
        </a:p>
      </dsp:txBody>
      <dsp:txXfrm>
        <a:off x="0" y="4580978"/>
        <a:ext cx="11176000" cy="1171800"/>
      </dsp:txXfrm>
    </dsp:sp>
    <dsp:sp modelId="{1DAD5039-39CC-4387-84AC-B6329C865C58}">
      <dsp:nvSpPr>
        <dsp:cNvPr id="0" name=""/>
        <dsp:cNvSpPr/>
      </dsp:nvSpPr>
      <dsp:spPr>
        <a:xfrm>
          <a:off x="558800" y="4226738"/>
          <a:ext cx="7823200" cy="70848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zh-CN" altLang="en-US" sz="2400" kern="1200"/>
            <a:t>重复执行</a:t>
          </a:r>
        </a:p>
      </dsp:txBody>
      <dsp:txXfrm>
        <a:off x="593385" y="4261323"/>
        <a:ext cx="7754030" cy="639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37BF6-04DD-4918-B39A-0B30B57A4D85}">
      <dsp:nvSpPr>
        <dsp:cNvPr id="0" name=""/>
        <dsp:cNvSpPr/>
      </dsp:nvSpPr>
      <dsp:spPr>
        <a:xfrm>
          <a:off x="0" y="404956"/>
          <a:ext cx="11176000" cy="2338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62356" rIns="867382" bIns="177800"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a:solidFill>
                <a:srgbClr val="000000">
                  <a:hueOff val="0"/>
                  <a:satOff val="0"/>
                  <a:lumOff val="0"/>
                  <a:alphaOff val="0"/>
                </a:srgbClr>
              </a:solidFill>
              <a:latin typeface="Arial"/>
              <a:ea typeface="微软雅黑"/>
              <a:cs typeface="+mn-cs"/>
            </a:rPr>
            <a:t>绑定变量时采用值传递，可以绑定变量、值或表达式，每次执行都 需要重新传递参数，适合单次执行</a:t>
          </a:r>
        </a:p>
        <a:p>
          <a:pPr marL="228600" lvl="1" indent="-228600" algn="l" defTabSz="1111250">
            <a:lnSpc>
              <a:spcPct val="90000"/>
            </a:lnSpc>
            <a:spcBef>
              <a:spcPct val="0"/>
            </a:spcBef>
            <a:spcAft>
              <a:spcPct val="15000"/>
            </a:spcAft>
            <a:buChar char="•"/>
          </a:pPr>
          <a:r>
            <a:rPr lang="zh-CN" altLang="en-US" sz="2500" kern="1200">
              <a:highlight>
                <a:srgbClr val="FFFF00"/>
              </a:highlight>
            </a:rPr>
            <a:t>单次执行</a:t>
          </a:r>
          <a:r>
            <a:rPr lang="zh-CN" altLang="en-US" sz="2500" kern="1200"/>
            <a:t>优先用 </a:t>
          </a:r>
          <a:r>
            <a:rPr lang="en-US" altLang="zh-CN" sz="2500" kern="1200"/>
            <a:t>execute()</a:t>
          </a:r>
          <a:r>
            <a:rPr lang="zh-CN" altLang="en-US" sz="2500" kern="1200"/>
            <a:t>，代码简洁；</a:t>
          </a:r>
          <a:endParaRPr lang="zh-CN" altLang="en-US" sz="2500" kern="1200">
            <a:solidFill>
              <a:srgbClr val="000000">
                <a:hueOff val="0"/>
                <a:satOff val="0"/>
                <a:lumOff val="0"/>
                <a:alphaOff val="0"/>
              </a:srgbClr>
            </a:solidFill>
            <a:latin typeface="Arial"/>
            <a:ea typeface="微软雅黑"/>
            <a:cs typeface="+mn-cs"/>
          </a:endParaRPr>
        </a:p>
      </dsp:txBody>
      <dsp:txXfrm>
        <a:off x="0" y="404956"/>
        <a:ext cx="11176000" cy="2338875"/>
      </dsp:txXfrm>
    </dsp:sp>
    <dsp:sp modelId="{429F5AEC-E190-4501-AF6D-2DAB500E3879}">
      <dsp:nvSpPr>
        <dsp:cNvPr id="0" name=""/>
        <dsp:cNvSpPr/>
      </dsp:nvSpPr>
      <dsp:spPr>
        <a:xfrm>
          <a:off x="558800" y="6436"/>
          <a:ext cx="7823200"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00150">
            <a:lnSpc>
              <a:spcPct val="90000"/>
            </a:lnSpc>
            <a:spcBef>
              <a:spcPct val="0"/>
            </a:spcBef>
            <a:spcAft>
              <a:spcPct val="35000"/>
            </a:spcAft>
            <a:buNone/>
          </a:pPr>
          <a:r>
            <a:rPr lang="en-US" altLang="zh-CN" sz="2700" kern="1200"/>
            <a:t>execute</a:t>
          </a:r>
          <a:r>
            <a:rPr lang="zh-CN" altLang="en-US" sz="2700" kern="1200"/>
            <a:t>绑定</a:t>
          </a:r>
        </a:p>
      </dsp:txBody>
      <dsp:txXfrm>
        <a:off x="597708" y="45344"/>
        <a:ext cx="7745384" cy="719224"/>
      </dsp:txXfrm>
    </dsp:sp>
    <dsp:sp modelId="{283ED0AC-76F8-4CB8-BA76-3EE128B628AE}">
      <dsp:nvSpPr>
        <dsp:cNvPr id="0" name=""/>
        <dsp:cNvSpPr/>
      </dsp:nvSpPr>
      <dsp:spPr>
        <a:xfrm>
          <a:off x="0" y="3288151"/>
          <a:ext cx="11176000" cy="24664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62356" rIns="867382" bIns="192024" numCol="1" spcCol="1270" anchor="t" anchorCtr="0">
          <a:noAutofit/>
        </a:bodyPr>
        <a:lstStyle/>
        <a:p>
          <a:pPr marL="228600" lvl="1" indent="-228600" algn="l" defTabSz="1200150">
            <a:lnSpc>
              <a:spcPct val="90000"/>
            </a:lnSpc>
            <a:spcBef>
              <a:spcPct val="0"/>
            </a:spcBef>
            <a:spcAft>
              <a:spcPct val="15000"/>
            </a:spcAft>
            <a:buChar char="•"/>
          </a:pPr>
          <a:r>
            <a:rPr lang="zh-CN" altLang="en-US" sz="2700" kern="1200"/>
            <a:t>采用引用传递，只能绑定变量， 不能绑定值或表达式，但只需绑定一次，后续修改变量值即可重复执行，适合批量操作。</a:t>
          </a:r>
        </a:p>
        <a:p>
          <a:pPr marL="228600" lvl="1" indent="-228600" algn="l" defTabSz="1200150">
            <a:lnSpc>
              <a:spcPct val="90000"/>
            </a:lnSpc>
            <a:spcBef>
              <a:spcPct val="0"/>
            </a:spcBef>
            <a:spcAft>
              <a:spcPct val="15000"/>
            </a:spcAft>
            <a:buChar char="•"/>
          </a:pPr>
          <a:r>
            <a:rPr lang="zh-CN" altLang="en-US" sz="2700" kern="1200">
              <a:highlight>
                <a:srgbClr val="FFFF00"/>
              </a:highlight>
            </a:rPr>
            <a:t>批量执行</a:t>
          </a:r>
          <a:r>
            <a:rPr lang="zh-CN" altLang="en-US" sz="2700" kern="1200"/>
            <a:t>推荐用 </a:t>
          </a:r>
          <a:r>
            <a:rPr lang="en-US" altLang="zh-CN" sz="2700" kern="1200"/>
            <a:t>bindParam()</a:t>
          </a:r>
          <a:r>
            <a:rPr lang="zh-CN" altLang="en-US" sz="2700" kern="1200"/>
            <a:t>，效率更高。 </a:t>
          </a:r>
        </a:p>
      </dsp:txBody>
      <dsp:txXfrm>
        <a:off x="0" y="3288151"/>
        <a:ext cx="11176000" cy="2466450"/>
      </dsp:txXfrm>
    </dsp:sp>
    <dsp:sp modelId="{24A8F37B-D380-4D44-B38B-FBC6AC4CCB55}">
      <dsp:nvSpPr>
        <dsp:cNvPr id="0" name=""/>
        <dsp:cNvSpPr/>
      </dsp:nvSpPr>
      <dsp:spPr>
        <a:xfrm>
          <a:off x="558800" y="2889630"/>
          <a:ext cx="7823200"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00150">
            <a:lnSpc>
              <a:spcPct val="90000"/>
            </a:lnSpc>
            <a:spcBef>
              <a:spcPct val="0"/>
            </a:spcBef>
            <a:spcAft>
              <a:spcPct val="35000"/>
            </a:spcAft>
            <a:buNone/>
          </a:pPr>
          <a:r>
            <a:rPr lang="en-US" altLang="zh-CN" sz="2700" kern="1200"/>
            <a:t>bindParam</a:t>
          </a:r>
          <a:r>
            <a:rPr lang="zh-CN" altLang="en-US" sz="2700" kern="1200"/>
            <a:t>绑定</a:t>
          </a:r>
        </a:p>
      </dsp:txBody>
      <dsp:txXfrm>
        <a:off x="597708" y="2928538"/>
        <a:ext cx="7745384" cy="7192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7E45C-29DA-4AD5-AD9D-2B7265B9F1CF}">
      <dsp:nvSpPr>
        <dsp:cNvPr id="0" name=""/>
        <dsp:cNvSpPr/>
      </dsp:nvSpPr>
      <dsp:spPr>
        <a:xfrm>
          <a:off x="0" y="477361"/>
          <a:ext cx="11176000" cy="1210387"/>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604012" rIns="867382" bIns="206248" numCol="1" spcCol="1270" anchor="t" anchorCtr="0">
          <a:noAutofit/>
        </a:bodyPr>
        <a:lstStyle/>
        <a:p>
          <a:pPr marL="285750" lvl="1" indent="-285750" algn="l" defTabSz="1289050">
            <a:lnSpc>
              <a:spcPct val="90000"/>
            </a:lnSpc>
            <a:spcBef>
              <a:spcPct val="0"/>
            </a:spcBef>
            <a:spcAft>
              <a:spcPct val="15000"/>
            </a:spcAft>
            <a:buNone/>
          </a:pPr>
          <a:r>
            <a:rPr lang="en-US" sz="2900" b="0" kern="1200"/>
            <a:t>$json = </a:t>
          </a:r>
          <a:r>
            <a:rPr lang="en-US" sz="2900" b="1" i="0" kern="1200"/>
            <a:t>file_get_contents('php://input')</a:t>
          </a:r>
          <a:endParaRPr lang="zh-CN" altLang="en-US" sz="2900" kern="1200"/>
        </a:p>
      </dsp:txBody>
      <dsp:txXfrm>
        <a:off x="0" y="477361"/>
        <a:ext cx="11176000" cy="1210387"/>
      </dsp:txXfrm>
    </dsp:sp>
    <dsp:sp modelId="{3FA2F3E5-43AD-4A26-9F24-2A3B3E54E046}">
      <dsp:nvSpPr>
        <dsp:cNvPr id="0" name=""/>
        <dsp:cNvSpPr/>
      </dsp:nvSpPr>
      <dsp:spPr>
        <a:xfrm>
          <a:off x="558800" y="49321"/>
          <a:ext cx="7823200" cy="8560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a:t>
          </a:r>
          <a:r>
            <a:rPr lang="en-US" altLang="zh-CN" sz="2900" kern="1200"/>
            <a:t>1</a:t>
          </a:r>
          <a:r>
            <a:rPr lang="zh-CN" altLang="en-US" sz="2900" kern="1200"/>
            <a:t>，获取原始请求体内容</a:t>
          </a:r>
        </a:p>
      </dsp:txBody>
      <dsp:txXfrm>
        <a:off x="600590" y="91111"/>
        <a:ext cx="7739620" cy="772500"/>
      </dsp:txXfrm>
    </dsp:sp>
    <dsp:sp modelId="{91B150BA-B28B-4F67-B1BC-4D0AAB545AB6}">
      <dsp:nvSpPr>
        <dsp:cNvPr id="0" name=""/>
        <dsp:cNvSpPr/>
      </dsp:nvSpPr>
      <dsp:spPr>
        <a:xfrm>
          <a:off x="0" y="2272388"/>
          <a:ext cx="11176000" cy="1210387"/>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604012" rIns="867382" bIns="206248" numCol="1" spcCol="1270" anchor="t" anchorCtr="0">
          <a:noAutofit/>
        </a:bodyPr>
        <a:lstStyle/>
        <a:p>
          <a:pPr marL="285750" lvl="1" indent="-285750" algn="l" defTabSz="1289050">
            <a:lnSpc>
              <a:spcPct val="90000"/>
            </a:lnSpc>
            <a:spcBef>
              <a:spcPct val="0"/>
            </a:spcBef>
            <a:spcAft>
              <a:spcPct val="15000"/>
            </a:spcAft>
            <a:buNone/>
          </a:pPr>
          <a:r>
            <a:rPr lang="en-US" sz="2900" b="0" kern="1200"/>
            <a:t>$data = json_decode($json, true);</a:t>
          </a:r>
          <a:endParaRPr lang="zh-CN" altLang="en-US" sz="2900" kern="1200"/>
        </a:p>
      </dsp:txBody>
      <dsp:txXfrm>
        <a:off x="0" y="2272388"/>
        <a:ext cx="11176000" cy="1210387"/>
      </dsp:txXfrm>
    </dsp:sp>
    <dsp:sp modelId="{FEC4516B-EB58-4989-81CD-75B037078705}">
      <dsp:nvSpPr>
        <dsp:cNvPr id="0" name=""/>
        <dsp:cNvSpPr/>
      </dsp:nvSpPr>
      <dsp:spPr>
        <a:xfrm>
          <a:off x="558800" y="1844348"/>
          <a:ext cx="7823200" cy="8560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a:t>
          </a:r>
          <a:r>
            <a:rPr lang="en-US" altLang="zh-CN" sz="2900" kern="1200"/>
            <a:t>2</a:t>
          </a:r>
          <a:r>
            <a:rPr lang="zh-CN" altLang="en-US" sz="2900" kern="1200"/>
            <a:t>，解码</a:t>
          </a:r>
          <a:r>
            <a:rPr lang="en-US" altLang="zh-CN" sz="2900" kern="1200"/>
            <a:t>JSON</a:t>
          </a:r>
          <a:r>
            <a:rPr lang="zh-CN" altLang="en-US" sz="2900" kern="1200"/>
            <a:t>为关联数组</a:t>
          </a:r>
        </a:p>
      </dsp:txBody>
      <dsp:txXfrm>
        <a:off x="600590" y="1886138"/>
        <a:ext cx="7739620" cy="772500"/>
      </dsp:txXfrm>
    </dsp:sp>
    <dsp:sp modelId="{C639B907-223A-4502-A169-7AFEB33F9EAE}">
      <dsp:nvSpPr>
        <dsp:cNvPr id="0" name=""/>
        <dsp:cNvSpPr/>
      </dsp:nvSpPr>
      <dsp:spPr>
        <a:xfrm>
          <a:off x="0" y="4067416"/>
          <a:ext cx="11176000" cy="16443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604012" rIns="867382" bIns="206248" numCol="1" spcCol="1270" anchor="t" anchorCtr="0">
          <a:noAutofit/>
        </a:bodyPr>
        <a:lstStyle/>
        <a:p>
          <a:pPr marL="285750" lvl="1" indent="-285750" algn="l" defTabSz="1289050">
            <a:lnSpc>
              <a:spcPct val="90000"/>
            </a:lnSpc>
            <a:spcBef>
              <a:spcPct val="0"/>
            </a:spcBef>
            <a:spcAft>
              <a:spcPct val="15000"/>
            </a:spcAft>
            <a:buNone/>
          </a:pPr>
          <a:r>
            <a:rPr lang="en-US" sz="2900" b="0" kern="1200"/>
            <a:t>$name = $data['name'] ?? '';</a:t>
          </a:r>
        </a:p>
        <a:p>
          <a:pPr marL="285750" lvl="1" indent="-285750" algn="l" defTabSz="1289050">
            <a:lnSpc>
              <a:spcPct val="90000"/>
            </a:lnSpc>
            <a:spcBef>
              <a:spcPct val="0"/>
            </a:spcBef>
            <a:spcAft>
              <a:spcPct val="15000"/>
            </a:spcAft>
            <a:buNone/>
          </a:pPr>
          <a:r>
            <a:rPr lang="en-US" sz="2900" b="0" kern="1200"/>
            <a:t>$age = $data['age'] ?? 0;</a:t>
          </a:r>
        </a:p>
      </dsp:txBody>
      <dsp:txXfrm>
        <a:off x="0" y="4067416"/>
        <a:ext cx="11176000" cy="1644300"/>
      </dsp:txXfrm>
    </dsp:sp>
    <dsp:sp modelId="{4727DF91-B2A1-45CE-B7EB-097A5E171FAF}">
      <dsp:nvSpPr>
        <dsp:cNvPr id="0" name=""/>
        <dsp:cNvSpPr/>
      </dsp:nvSpPr>
      <dsp:spPr>
        <a:xfrm>
          <a:off x="558800" y="3639376"/>
          <a:ext cx="7823200" cy="8560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a:t>
          </a:r>
          <a:r>
            <a:rPr lang="en-US" altLang="zh-CN" sz="2900" kern="1200"/>
            <a:t>3</a:t>
          </a:r>
          <a:r>
            <a:rPr lang="zh-CN" altLang="en-US" sz="2900" kern="1200"/>
            <a:t>，</a:t>
          </a:r>
          <a:r>
            <a:rPr lang="zh-CN" altLang="en-US" sz="2900" b="0" i="1" kern="1200"/>
            <a:t>使用数据</a:t>
          </a:r>
          <a:endParaRPr lang="zh-CN" altLang="en-US" sz="2900" kern="1200"/>
        </a:p>
      </dsp:txBody>
      <dsp:txXfrm>
        <a:off x="600590" y="3681166"/>
        <a:ext cx="7739620" cy="772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10</a:t>
            </a:fld>
            <a:endParaRPr lang="zh-CN" altLang="en-US"/>
          </a:p>
        </p:txBody>
      </p:sp>
    </p:spTree>
    <p:extLst>
      <p:ext uri="{BB962C8B-B14F-4D97-AF65-F5344CB8AC3E}">
        <p14:creationId xmlns:p14="http://schemas.microsoft.com/office/powerpoint/2010/main" val="331851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33</a:t>
            </a:fld>
            <a:endParaRPr lang="zh-CN" altLang="en-US"/>
          </a:p>
        </p:txBody>
      </p:sp>
    </p:spTree>
    <p:extLst>
      <p:ext uri="{BB962C8B-B14F-4D97-AF65-F5344CB8AC3E}">
        <p14:creationId xmlns:p14="http://schemas.microsoft.com/office/powerpoint/2010/main" val="169991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4.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5.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theme" Target="../theme/theme7.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en-US" altLang="zh-CN"/>
              <a:t>PDO</a:t>
            </a:r>
            <a:r>
              <a:rPr lang="zh-CN" altLang="en-US"/>
              <a:t>建立连接</a:t>
            </a:r>
            <a:r>
              <a:rPr lang="en-US" altLang="zh-CN"/>
              <a:t>+</a:t>
            </a:r>
            <a:r>
              <a:rPr lang="zh-CN" altLang="en-US"/>
              <a:t>原生方法</a:t>
            </a:r>
            <a:r>
              <a:rPr lang="en-US" altLang="zh-CN"/>
              <a:t>+</a:t>
            </a:r>
            <a:r>
              <a:rPr lang="zh-CN" altLang="en-US"/>
              <a:t>预编译查询</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2026-4-18</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3095876993"/>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AA1347D-FA41-32B7-B359-22A36A8B5B9C}"/>
              </a:ext>
            </a:extLst>
          </p:cNvPr>
          <p:cNvSpPr>
            <a:spLocks noGrp="1"/>
          </p:cNvSpPr>
          <p:nvPr>
            <p:ph type="body" sz="quarter" idx="10"/>
          </p:nvPr>
        </p:nvSpPr>
        <p:spPr/>
        <p:txBody>
          <a:bodyPr/>
          <a:lstStyle/>
          <a:p>
            <a:pPr lvl="0"/>
            <a:r>
              <a:rPr lang="zh-CN" altLang="en-US"/>
              <a:t>什么是</a:t>
            </a:r>
            <a:r>
              <a:rPr lang="en-US" altLang="zh-CN"/>
              <a:t>PDO</a:t>
            </a:r>
            <a:endParaRPr lang="zh-CN" altLang="en-US"/>
          </a:p>
          <a:p>
            <a:pPr lvl="0"/>
            <a:r>
              <a:rPr lang="en-US" altLang="zh-CN"/>
              <a:t>PDO</a:t>
            </a:r>
            <a:r>
              <a:rPr lang="zh-CN" altLang="en-US"/>
              <a:t>扩展安装及连接详解</a:t>
            </a:r>
          </a:p>
          <a:p>
            <a:pPr marL="0" indent="0">
              <a:buNone/>
            </a:pPr>
            <a:endParaRPr lang="zh-CN" altLang="en-US"/>
          </a:p>
        </p:txBody>
      </p:sp>
      <p:sp>
        <p:nvSpPr>
          <p:cNvPr id="3" name="文本占位符 2">
            <a:extLst>
              <a:ext uri="{FF2B5EF4-FFF2-40B4-BE49-F238E27FC236}">
                <a16:creationId xmlns:a16="http://schemas.microsoft.com/office/drawing/2014/main" id="{ABBA5CD1-7214-602E-D909-A41A3C76A25A}"/>
              </a:ext>
            </a:extLst>
          </p:cNvPr>
          <p:cNvSpPr>
            <a:spLocks noGrp="1"/>
          </p:cNvSpPr>
          <p:nvPr>
            <p:ph type="body" sz="quarter" idx="12"/>
          </p:nvPr>
        </p:nvSpPr>
        <p:spPr/>
        <p:txBody>
          <a:bodyPr/>
          <a:lstStyle/>
          <a:p>
            <a:r>
              <a:rPr lang="zh-CN" altLang="en-US"/>
              <a:t>利用</a:t>
            </a:r>
            <a:r>
              <a:rPr lang="en-US" altLang="zh-CN"/>
              <a:t>PDO</a:t>
            </a:r>
            <a:r>
              <a:rPr lang="zh-CN" altLang="en-US"/>
              <a:t>实现</a:t>
            </a:r>
            <a:r>
              <a:rPr lang="en-US" altLang="zh-CN"/>
              <a:t>MySQL</a:t>
            </a:r>
            <a:r>
              <a:rPr lang="zh-CN" altLang="en-US"/>
              <a:t>连接</a:t>
            </a:r>
          </a:p>
        </p:txBody>
      </p:sp>
    </p:spTree>
    <p:extLst>
      <p:ext uri="{BB962C8B-B14F-4D97-AF65-F5344CB8AC3E}">
        <p14:creationId xmlns:p14="http://schemas.microsoft.com/office/powerpoint/2010/main" val="373057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A5810AB1-F4A5-700A-4868-E75EEDCF1003}"/>
              </a:ext>
            </a:extLst>
          </p:cNvPr>
          <p:cNvSpPr>
            <a:spLocks noGrp="1"/>
          </p:cNvSpPr>
          <p:nvPr>
            <p:ph type="body" sz="quarter" idx="18"/>
          </p:nvPr>
        </p:nvSpPr>
        <p:spPr/>
        <p:txBody>
          <a:bodyPr/>
          <a:lstStyle/>
          <a:p>
            <a:r>
              <a:rPr lang="en-US" altLang="zh-CN"/>
              <a:t>PDO</a:t>
            </a:r>
            <a:r>
              <a:rPr lang="zh-CN" altLang="en-US"/>
              <a:t>的核心优势</a:t>
            </a:r>
          </a:p>
        </p:txBody>
      </p:sp>
      <p:graphicFrame>
        <p:nvGraphicFramePr>
          <p:cNvPr id="6" name="内容占位符 5">
            <a:extLst>
              <a:ext uri="{FF2B5EF4-FFF2-40B4-BE49-F238E27FC236}">
                <a16:creationId xmlns:a16="http://schemas.microsoft.com/office/drawing/2014/main" id="{7D0C09AC-F620-3FFA-D7F2-2BEB3B7FEE7B}"/>
              </a:ext>
            </a:extLst>
          </p:cNvPr>
          <p:cNvGraphicFramePr>
            <a:graphicFrameLocks noGrp="1"/>
          </p:cNvGraphicFramePr>
          <p:nvPr>
            <p:ph sz="quarter" idx="19"/>
            <p:extLst>
              <p:ext uri="{D42A27DB-BD31-4B8C-83A1-F6EECF244321}">
                <p14:modId xmlns:p14="http://schemas.microsoft.com/office/powerpoint/2010/main" val="4174408993"/>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7335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5F98049-D252-CE31-8ADD-56551186010D}"/>
              </a:ext>
            </a:extLst>
          </p:cNvPr>
          <p:cNvSpPr>
            <a:spLocks noGrp="1"/>
          </p:cNvSpPr>
          <p:nvPr>
            <p:ph type="body" sz="quarter" idx="18"/>
          </p:nvPr>
        </p:nvSpPr>
        <p:spPr/>
        <p:txBody>
          <a:bodyPr/>
          <a:lstStyle/>
          <a:p>
            <a:r>
              <a:rPr lang="en-US" altLang="zh-CN"/>
              <a:t>PDO </a:t>
            </a:r>
            <a:r>
              <a:rPr lang="zh-CN" altLang="en-US"/>
              <a:t>连接的三个阶段</a:t>
            </a:r>
          </a:p>
        </p:txBody>
      </p:sp>
      <p:pic>
        <p:nvPicPr>
          <p:cNvPr id="7" name="内容占位符 6">
            <a:extLst>
              <a:ext uri="{FF2B5EF4-FFF2-40B4-BE49-F238E27FC236}">
                <a16:creationId xmlns:a16="http://schemas.microsoft.com/office/drawing/2014/main" id="{CA98D6B1-03E6-0A5F-D7FA-285C09C121C5}"/>
              </a:ext>
            </a:extLst>
          </p:cNvPr>
          <p:cNvPicPr>
            <a:picLocks noGrp="1" noChangeAspect="1"/>
          </p:cNvPicPr>
          <p:nvPr>
            <p:ph sz="quarter" idx="19"/>
          </p:nvPr>
        </p:nvPicPr>
        <p:blipFill>
          <a:blip r:embed="rId2"/>
          <a:stretch>
            <a:fillRect/>
          </a:stretch>
        </p:blipFill>
        <p:spPr>
          <a:xfrm>
            <a:off x="743622" y="2202846"/>
            <a:ext cx="10761905" cy="3028571"/>
          </a:xfrm>
          <a:prstGeom prst="rect">
            <a:avLst/>
          </a:prstGeom>
        </p:spPr>
      </p:pic>
    </p:spTree>
    <p:extLst>
      <p:ext uri="{BB962C8B-B14F-4D97-AF65-F5344CB8AC3E}">
        <p14:creationId xmlns:p14="http://schemas.microsoft.com/office/powerpoint/2010/main" val="120742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5A6F3E8-44B8-D835-F48D-9E4DF6139521}"/>
              </a:ext>
            </a:extLst>
          </p:cNvPr>
          <p:cNvSpPr>
            <a:spLocks noGrp="1"/>
          </p:cNvSpPr>
          <p:nvPr>
            <p:ph type="body" sz="quarter" idx="18"/>
          </p:nvPr>
        </p:nvSpPr>
        <p:spPr/>
        <p:txBody>
          <a:bodyPr/>
          <a:lstStyle/>
          <a:p>
            <a:r>
              <a:rPr lang="en-US" altLang="zh-CN"/>
              <a:t>PDO</a:t>
            </a:r>
            <a:r>
              <a:rPr lang="zh-CN" altLang="en-US"/>
              <a:t>扩展的安装情况</a:t>
            </a:r>
          </a:p>
        </p:txBody>
      </p:sp>
      <p:pic>
        <p:nvPicPr>
          <p:cNvPr id="4" name="内容占位符 3">
            <a:extLst>
              <a:ext uri="{FF2B5EF4-FFF2-40B4-BE49-F238E27FC236}">
                <a16:creationId xmlns:a16="http://schemas.microsoft.com/office/drawing/2014/main" id="{D556A346-73A2-1D56-59D7-6F5F2A522A87}"/>
              </a:ext>
            </a:extLst>
          </p:cNvPr>
          <p:cNvPicPr>
            <a:picLocks noGrp="1" noChangeAspect="1"/>
          </p:cNvPicPr>
          <p:nvPr>
            <p:ph sz="quarter" idx="19"/>
          </p:nvPr>
        </p:nvPicPr>
        <p:blipFill>
          <a:blip r:embed="rId2" cstate="print">
            <a:extLst>
              <a:ext uri="{28A0092B-C50C-407E-A947-70E740481C1C}">
                <a14:useLocalDpi xmlns:a14="http://schemas.microsoft.com/office/drawing/2010/main" val="0"/>
              </a:ext>
            </a:extLst>
          </a:blip>
          <a:stretch>
            <a:fillRect/>
          </a:stretch>
        </p:blipFill>
        <p:spPr>
          <a:xfrm>
            <a:off x="1687383" y="1074024"/>
            <a:ext cx="9179685" cy="4709952"/>
          </a:xfrm>
          <a:prstGeom prst="rect">
            <a:avLst/>
          </a:prstGeom>
        </p:spPr>
      </p:pic>
    </p:spTree>
    <p:extLst>
      <p:ext uri="{BB962C8B-B14F-4D97-AF65-F5344CB8AC3E}">
        <p14:creationId xmlns:p14="http://schemas.microsoft.com/office/powerpoint/2010/main" val="174350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2535DE9-508C-E9B7-9B78-057E50CE8FE3}"/>
              </a:ext>
            </a:extLst>
          </p:cNvPr>
          <p:cNvSpPr>
            <a:spLocks noGrp="1"/>
          </p:cNvSpPr>
          <p:nvPr>
            <p:ph type="body" sz="quarter" idx="18"/>
          </p:nvPr>
        </p:nvSpPr>
        <p:spPr/>
        <p:txBody>
          <a:bodyPr/>
          <a:lstStyle/>
          <a:p>
            <a:r>
              <a:rPr lang="en-US" altLang="zh-CN"/>
              <a:t>PDO</a:t>
            </a:r>
            <a:r>
              <a:rPr lang="zh-CN" altLang="zh-CN"/>
              <a:t>连接详解</a:t>
            </a:r>
            <a:r>
              <a:rPr lang="en-US" altLang="zh-CN"/>
              <a:t>——DSN</a:t>
            </a:r>
            <a:r>
              <a:rPr lang="zh-CN" altLang="en-US"/>
              <a:t>（数据源名称）</a:t>
            </a:r>
          </a:p>
        </p:txBody>
      </p:sp>
      <p:pic>
        <p:nvPicPr>
          <p:cNvPr id="5" name="内容占位符 4">
            <a:extLst>
              <a:ext uri="{FF2B5EF4-FFF2-40B4-BE49-F238E27FC236}">
                <a16:creationId xmlns:a16="http://schemas.microsoft.com/office/drawing/2014/main" id="{B21995C6-8A49-6FA7-CD39-F695DD4B40A4}"/>
              </a:ext>
            </a:extLst>
          </p:cNvPr>
          <p:cNvPicPr>
            <a:picLocks noGrp="1" noChangeAspect="1"/>
          </p:cNvPicPr>
          <p:nvPr>
            <p:ph sz="quarter" idx="19"/>
          </p:nvPr>
        </p:nvPicPr>
        <p:blipFill>
          <a:blip r:embed="rId2"/>
          <a:stretch>
            <a:fillRect/>
          </a:stretch>
        </p:blipFill>
        <p:spPr>
          <a:xfrm>
            <a:off x="1315927" y="1219476"/>
            <a:ext cx="9123809" cy="4419048"/>
          </a:xfrm>
          <a:prstGeom prst="rect">
            <a:avLst/>
          </a:prstGeom>
        </p:spPr>
      </p:pic>
      <p:sp>
        <p:nvSpPr>
          <p:cNvPr id="7" name="文本框 6">
            <a:extLst>
              <a:ext uri="{FF2B5EF4-FFF2-40B4-BE49-F238E27FC236}">
                <a16:creationId xmlns:a16="http://schemas.microsoft.com/office/drawing/2014/main" id="{2FEE3591-594B-7A47-B7ED-FEEC01970D04}"/>
              </a:ext>
            </a:extLst>
          </p:cNvPr>
          <p:cNvSpPr txBox="1"/>
          <p:nvPr/>
        </p:nvSpPr>
        <p:spPr>
          <a:xfrm>
            <a:off x="7946117" y="100867"/>
            <a:ext cx="2591255" cy="553348"/>
          </a:xfrm>
          <a:prstGeom prst="rect">
            <a:avLst/>
          </a:prstGeom>
        </p:spPr>
        <p:style>
          <a:lnRef idx="2">
            <a:schemeClr val="accent3"/>
          </a:lnRef>
          <a:fillRef idx="1">
            <a:schemeClr val="lt1"/>
          </a:fillRef>
          <a:effectRef idx="0">
            <a:schemeClr val="accent3"/>
          </a:effectRef>
          <a:fontRef idx="minor">
            <a:schemeClr val="dk1"/>
          </a:fontRef>
        </p:style>
        <p:txBody>
          <a:bodyPr wrap="square" anchor="ctr">
            <a:noAutofit/>
          </a:bodyPr>
          <a:lstStyle/>
          <a:p>
            <a:pPr algn="ctr"/>
            <a:r>
              <a:rPr lang="zh-CN" altLang="en-US"/>
              <a:t>格式为：驱动</a:t>
            </a:r>
            <a:r>
              <a:rPr lang="en-US" altLang="zh-CN"/>
              <a:t>:</a:t>
            </a:r>
            <a:r>
              <a:rPr lang="zh-CN" altLang="en-US"/>
              <a:t>键值对</a:t>
            </a:r>
          </a:p>
        </p:txBody>
      </p:sp>
    </p:spTree>
    <p:extLst>
      <p:ext uri="{BB962C8B-B14F-4D97-AF65-F5344CB8AC3E}">
        <p14:creationId xmlns:p14="http://schemas.microsoft.com/office/powerpoint/2010/main" val="422455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5D12FE-4BAA-28BD-2046-D1C3165F61A6}"/>
              </a:ext>
            </a:extLst>
          </p:cNvPr>
          <p:cNvSpPr>
            <a:spLocks noGrp="1"/>
          </p:cNvSpPr>
          <p:nvPr>
            <p:ph type="body" sz="quarter" idx="18"/>
          </p:nvPr>
        </p:nvSpPr>
        <p:spPr/>
        <p:txBody>
          <a:bodyPr/>
          <a:lstStyle/>
          <a:p>
            <a:r>
              <a:rPr lang="en-US" altLang="zh-CN"/>
              <a:t>PDO</a:t>
            </a:r>
            <a:r>
              <a:rPr lang="zh-CN" altLang="zh-CN"/>
              <a:t>连接详解</a:t>
            </a:r>
            <a:r>
              <a:rPr lang="en-US" altLang="zh-CN"/>
              <a:t>——</a:t>
            </a:r>
            <a:r>
              <a:rPr lang="zh-CN" altLang="en-US"/>
              <a:t>连接选项</a:t>
            </a:r>
          </a:p>
        </p:txBody>
      </p:sp>
      <p:pic>
        <p:nvPicPr>
          <p:cNvPr id="5" name="内容占位符 4">
            <a:extLst>
              <a:ext uri="{FF2B5EF4-FFF2-40B4-BE49-F238E27FC236}">
                <a16:creationId xmlns:a16="http://schemas.microsoft.com/office/drawing/2014/main" id="{015BA795-C356-2C30-8C9F-15BBD4654519}"/>
              </a:ext>
            </a:extLst>
          </p:cNvPr>
          <p:cNvPicPr>
            <a:picLocks noGrp="1" noChangeAspect="1"/>
          </p:cNvPicPr>
          <p:nvPr>
            <p:ph sz="quarter" idx="19"/>
          </p:nvPr>
        </p:nvPicPr>
        <p:blipFill>
          <a:blip r:embed="rId2"/>
          <a:stretch>
            <a:fillRect/>
          </a:stretch>
        </p:blipFill>
        <p:spPr>
          <a:xfrm>
            <a:off x="1033518" y="897033"/>
            <a:ext cx="4824364" cy="5761037"/>
          </a:xfrm>
          <a:prstGeom prst="rect">
            <a:avLst/>
          </a:prstGeom>
        </p:spPr>
      </p:pic>
      <p:sp>
        <p:nvSpPr>
          <p:cNvPr id="3" name="标注: 线形(带边框和强调线) 2">
            <a:extLst>
              <a:ext uri="{FF2B5EF4-FFF2-40B4-BE49-F238E27FC236}">
                <a16:creationId xmlns:a16="http://schemas.microsoft.com/office/drawing/2014/main" id="{EC400E8F-9ADD-76CB-84F1-2782A1B0B782}"/>
              </a:ext>
            </a:extLst>
          </p:cNvPr>
          <p:cNvSpPr/>
          <p:nvPr/>
        </p:nvSpPr>
        <p:spPr>
          <a:xfrm>
            <a:off x="7571006" y="654215"/>
            <a:ext cx="3465499" cy="1799985"/>
          </a:xfrm>
          <a:prstGeom prst="accentBorderCallout1">
            <a:avLst>
              <a:gd name="adj1" fmla="val 18750"/>
              <a:gd name="adj2" fmla="val -8333"/>
              <a:gd name="adj3" fmla="val 48433"/>
              <a:gd name="adj4" fmla="val -125023"/>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t>可通过</a:t>
            </a:r>
            <a:r>
              <a:rPr lang="en-US" altLang="zh-CN" sz="2400"/>
              <a:t>PDO</a:t>
            </a:r>
            <a:r>
              <a:rPr lang="zh-CN" altLang="en-US" sz="2400"/>
              <a:t>实例调用</a:t>
            </a:r>
            <a:endParaRPr lang="en-US" altLang="zh-CN" sz="2400"/>
          </a:p>
          <a:p>
            <a:pPr algn="ctr"/>
            <a:r>
              <a:rPr lang="en-US" altLang="zh-CN" sz="2400"/>
              <a:t>setAttribute</a:t>
            </a:r>
            <a:r>
              <a:rPr lang="zh-CN" altLang="en-US" sz="2400"/>
              <a:t>方法设置</a:t>
            </a:r>
          </a:p>
        </p:txBody>
      </p:sp>
      <p:pic>
        <p:nvPicPr>
          <p:cNvPr id="6" name="图片 5">
            <a:extLst>
              <a:ext uri="{FF2B5EF4-FFF2-40B4-BE49-F238E27FC236}">
                <a16:creationId xmlns:a16="http://schemas.microsoft.com/office/drawing/2014/main" id="{70DDB82A-348A-C19F-673E-B98AA3819027}"/>
              </a:ext>
            </a:extLst>
          </p:cNvPr>
          <p:cNvPicPr>
            <a:picLocks noChangeAspect="1"/>
          </p:cNvPicPr>
          <p:nvPr/>
        </p:nvPicPr>
        <p:blipFill>
          <a:blip r:embed="rId3"/>
          <a:stretch>
            <a:fillRect/>
          </a:stretch>
        </p:blipFill>
        <p:spPr>
          <a:xfrm>
            <a:off x="779299" y="3830714"/>
            <a:ext cx="9922372" cy="724765"/>
          </a:xfrm>
          <a:prstGeom prst="rect">
            <a:avLst/>
          </a:prstGeom>
        </p:spPr>
      </p:pic>
    </p:spTree>
    <p:extLst>
      <p:ext uri="{BB962C8B-B14F-4D97-AF65-F5344CB8AC3E}">
        <p14:creationId xmlns:p14="http://schemas.microsoft.com/office/powerpoint/2010/main" val="222752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4F7CD90-3226-EE01-707A-5BF4EBAC89E4}"/>
              </a:ext>
            </a:extLst>
          </p:cNvPr>
          <p:cNvPicPr>
            <a:picLocks noChangeAspect="1"/>
          </p:cNvPicPr>
          <p:nvPr/>
        </p:nvPicPr>
        <p:blipFill>
          <a:blip r:embed="rId2"/>
          <a:stretch>
            <a:fillRect/>
          </a:stretch>
        </p:blipFill>
        <p:spPr>
          <a:xfrm>
            <a:off x="1191317" y="4838809"/>
            <a:ext cx="9580952" cy="1752381"/>
          </a:xfrm>
          <a:prstGeom prst="rect">
            <a:avLst/>
          </a:prstGeom>
        </p:spPr>
      </p:pic>
      <p:sp>
        <p:nvSpPr>
          <p:cNvPr id="2" name="文本占位符 1">
            <a:extLst>
              <a:ext uri="{FF2B5EF4-FFF2-40B4-BE49-F238E27FC236}">
                <a16:creationId xmlns:a16="http://schemas.microsoft.com/office/drawing/2014/main" id="{8CEF9155-A0CA-D830-5E23-92A9D6E5B4AB}"/>
              </a:ext>
            </a:extLst>
          </p:cNvPr>
          <p:cNvSpPr>
            <a:spLocks noGrp="1"/>
          </p:cNvSpPr>
          <p:nvPr>
            <p:ph type="body" sz="quarter" idx="18"/>
          </p:nvPr>
        </p:nvSpPr>
        <p:spPr/>
        <p:txBody>
          <a:bodyPr/>
          <a:lstStyle/>
          <a:p>
            <a:r>
              <a:rPr lang="zh-CN" altLang="en-US"/>
              <a:t>六种连接方式</a:t>
            </a:r>
          </a:p>
        </p:txBody>
      </p:sp>
      <p:pic>
        <p:nvPicPr>
          <p:cNvPr id="5" name="内容占位符 4">
            <a:extLst>
              <a:ext uri="{FF2B5EF4-FFF2-40B4-BE49-F238E27FC236}">
                <a16:creationId xmlns:a16="http://schemas.microsoft.com/office/drawing/2014/main" id="{17CE6460-4959-ED55-4070-FEDD05367D17}"/>
              </a:ext>
            </a:extLst>
          </p:cNvPr>
          <p:cNvPicPr>
            <a:picLocks noGrp="1" noChangeAspect="1"/>
          </p:cNvPicPr>
          <p:nvPr>
            <p:ph sz="quarter" idx="19"/>
          </p:nvPr>
        </p:nvPicPr>
        <p:blipFill>
          <a:blip r:embed="rId3"/>
          <a:srcRect b="2494"/>
          <a:stretch>
            <a:fillRect/>
          </a:stretch>
        </p:blipFill>
        <p:spPr>
          <a:xfrm>
            <a:off x="1191317" y="817264"/>
            <a:ext cx="9676190" cy="4197422"/>
          </a:xfrm>
          <a:prstGeom prst="rect">
            <a:avLst/>
          </a:prstGeom>
        </p:spPr>
      </p:pic>
      <p:sp>
        <p:nvSpPr>
          <p:cNvPr id="8" name="矩形 7">
            <a:extLst>
              <a:ext uri="{FF2B5EF4-FFF2-40B4-BE49-F238E27FC236}">
                <a16:creationId xmlns:a16="http://schemas.microsoft.com/office/drawing/2014/main" id="{82C9D992-B3F4-8805-1A14-FB516755ECD3}"/>
              </a:ext>
            </a:extLst>
          </p:cNvPr>
          <p:cNvSpPr/>
          <p:nvPr/>
        </p:nvSpPr>
        <p:spPr>
          <a:xfrm>
            <a:off x="1324493" y="1770354"/>
            <a:ext cx="9387050" cy="1038160"/>
          </a:xfrm>
          <a:prstGeom prst="rect">
            <a:avLst/>
          </a:prstGeom>
          <a:solidFill>
            <a:srgbClr val="0BB863">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9" name="矩形 8">
            <a:extLst>
              <a:ext uri="{FF2B5EF4-FFF2-40B4-BE49-F238E27FC236}">
                <a16:creationId xmlns:a16="http://schemas.microsoft.com/office/drawing/2014/main" id="{E8EC9AF0-DA56-47B8-3535-78E1E6061228}"/>
              </a:ext>
            </a:extLst>
          </p:cNvPr>
          <p:cNvSpPr/>
          <p:nvPr/>
        </p:nvSpPr>
        <p:spPr>
          <a:xfrm>
            <a:off x="1288268" y="4319729"/>
            <a:ext cx="9387049" cy="694957"/>
          </a:xfrm>
          <a:prstGeom prst="rect">
            <a:avLst/>
          </a:prstGeom>
          <a:solidFill>
            <a:srgbClr val="0BB863">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29657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1910064-80EC-181F-B97C-69CF69BA542D}"/>
              </a:ext>
            </a:extLst>
          </p:cNvPr>
          <p:cNvSpPr>
            <a:spLocks noGrp="1"/>
          </p:cNvSpPr>
          <p:nvPr>
            <p:ph type="body" sz="quarter" idx="18"/>
          </p:nvPr>
        </p:nvSpPr>
        <p:spPr/>
        <p:txBody>
          <a:bodyPr/>
          <a:lstStyle/>
          <a:p>
            <a:r>
              <a:rPr lang="zh-CN" altLang="en-US"/>
              <a:t>练习</a:t>
            </a:r>
            <a:r>
              <a:rPr lang="en-US" altLang="zh-CN"/>
              <a:t>1</a:t>
            </a:r>
            <a:endParaRPr lang="zh-CN" altLang="en-US"/>
          </a:p>
        </p:txBody>
      </p:sp>
      <p:sp>
        <p:nvSpPr>
          <p:cNvPr id="3" name="内容占位符 2">
            <a:extLst>
              <a:ext uri="{FF2B5EF4-FFF2-40B4-BE49-F238E27FC236}">
                <a16:creationId xmlns:a16="http://schemas.microsoft.com/office/drawing/2014/main" id="{AD3A5606-2B10-943C-954D-8AB23FCE8FEF}"/>
              </a:ext>
            </a:extLst>
          </p:cNvPr>
          <p:cNvSpPr>
            <a:spLocks noGrp="1"/>
          </p:cNvSpPr>
          <p:nvPr>
            <p:ph sz="quarter" idx="19"/>
          </p:nvPr>
        </p:nvSpPr>
        <p:spPr/>
        <p:txBody>
          <a:bodyPr/>
          <a:lstStyle/>
          <a:p>
            <a:r>
              <a:rPr lang="zh-CN" altLang="en-US"/>
              <a:t>在入口文件尝试使用</a:t>
            </a:r>
            <a:r>
              <a:rPr lang="en-US" altLang="zh-CN"/>
              <a:t>PDO</a:t>
            </a:r>
            <a:r>
              <a:rPr lang="zh-CN" altLang="en-US"/>
              <a:t>扩展完成数据库的普通连接，要求：</a:t>
            </a:r>
            <a:endParaRPr lang="en-US" altLang="zh-CN"/>
          </a:p>
          <a:p>
            <a:pPr lvl="1"/>
            <a:r>
              <a:rPr lang="zh-CN" altLang="en-US"/>
              <a:t>数据库连接配置放置在配置文件</a:t>
            </a:r>
            <a:r>
              <a:rPr lang="en-US" altLang="zh-CN"/>
              <a:t>config/database.php</a:t>
            </a:r>
            <a:r>
              <a:rPr lang="zh-CN" altLang="en-US"/>
              <a:t>中，使用默认场景</a:t>
            </a:r>
            <a:r>
              <a:rPr lang="en-US" altLang="zh-CN"/>
              <a:t>edu</a:t>
            </a:r>
            <a:r>
              <a:rPr lang="zh-CN" altLang="en-US"/>
              <a:t>完成连接，配置格式见下一页</a:t>
            </a:r>
            <a:r>
              <a:rPr lang="en-US" altLang="zh-CN"/>
              <a:t>ppt</a:t>
            </a:r>
            <a:r>
              <a:rPr lang="zh-CN" altLang="en-US"/>
              <a:t>；</a:t>
            </a:r>
            <a:endParaRPr lang="en-US" altLang="zh-CN"/>
          </a:p>
          <a:p>
            <a:pPr lvl="1"/>
            <a:r>
              <a:rPr lang="zh-CN" altLang="en-US"/>
              <a:t>设置</a:t>
            </a:r>
            <a:r>
              <a:rPr lang="en-US" altLang="zh-CN"/>
              <a:t>DSN</a:t>
            </a:r>
            <a:r>
              <a:rPr lang="zh-CN" altLang="en-US"/>
              <a:t>参数连接</a:t>
            </a:r>
            <a:r>
              <a:rPr lang="en-US" altLang="zh-CN"/>
              <a:t>MySQL</a:t>
            </a:r>
            <a:r>
              <a:rPr lang="zh-CN" altLang="en-US"/>
              <a:t>，包括：</a:t>
            </a:r>
            <a:endParaRPr lang="en-US" altLang="zh-CN"/>
          </a:p>
          <a:p>
            <a:pPr lvl="2"/>
            <a:r>
              <a:rPr lang="en-US" altLang="zh-CN"/>
              <a:t>host</a:t>
            </a:r>
          </a:p>
          <a:p>
            <a:pPr lvl="2"/>
            <a:r>
              <a:rPr lang="en-US" altLang="zh-CN"/>
              <a:t>dbname</a:t>
            </a:r>
          </a:p>
          <a:p>
            <a:pPr lvl="2"/>
            <a:r>
              <a:rPr lang="en-US" altLang="zh-CN"/>
              <a:t>charset</a:t>
            </a:r>
          </a:p>
          <a:p>
            <a:pPr lvl="1"/>
            <a:r>
              <a:rPr lang="zh-CN" altLang="en-US"/>
              <a:t>设置连接选项：</a:t>
            </a:r>
            <a:endParaRPr lang="en-US" altLang="zh-CN"/>
          </a:p>
          <a:p>
            <a:pPr lvl="2"/>
            <a:r>
              <a:rPr lang="en-US" altLang="zh-CN"/>
              <a:t>PDO::ATTR_ERRMODE =&gt; PDO::ERRMODE_EXCEPTION</a:t>
            </a:r>
          </a:p>
          <a:p>
            <a:pPr lvl="2"/>
            <a:r>
              <a:rPr lang="en-US" altLang="zh-CN"/>
              <a:t>PDO::ATTR_DEFAULT_FETCH_MODE =&gt; PDO::FETCH_ASSOC</a:t>
            </a:r>
          </a:p>
          <a:p>
            <a:r>
              <a:rPr lang="zh-CN" altLang="en-US"/>
              <a:t>测试：</a:t>
            </a:r>
            <a:endParaRPr lang="en-US" altLang="zh-CN"/>
          </a:p>
          <a:p>
            <a:pPr lvl="1"/>
            <a:r>
              <a:rPr lang="zh-CN" altLang="en-US"/>
              <a:t>成功连接；</a:t>
            </a:r>
            <a:endParaRPr lang="en-US" altLang="zh-CN"/>
          </a:p>
          <a:p>
            <a:pPr lvl="1"/>
            <a:r>
              <a:rPr lang="zh-CN" altLang="en-US"/>
              <a:t>错误连接：</a:t>
            </a:r>
            <a:endParaRPr lang="en-US" altLang="zh-CN"/>
          </a:p>
          <a:p>
            <a:pPr lvl="2"/>
            <a:endParaRPr lang="en-US" altLang="zh-CN"/>
          </a:p>
          <a:p>
            <a:pPr lvl="1"/>
            <a:endParaRPr lang="zh-CN" altLang="en-US"/>
          </a:p>
        </p:txBody>
      </p:sp>
    </p:spTree>
    <p:extLst>
      <p:ext uri="{BB962C8B-B14F-4D97-AF65-F5344CB8AC3E}">
        <p14:creationId xmlns:p14="http://schemas.microsoft.com/office/powerpoint/2010/main" val="3060771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8EBAC75-BFA6-72E7-6E08-7902DE1DEA67}"/>
              </a:ext>
            </a:extLst>
          </p:cNvPr>
          <p:cNvSpPr>
            <a:spLocks noGrp="1"/>
          </p:cNvSpPr>
          <p:nvPr>
            <p:ph type="body" sz="quarter" idx="18"/>
          </p:nvPr>
        </p:nvSpPr>
        <p:spPr/>
        <p:txBody>
          <a:bodyPr/>
          <a:lstStyle/>
          <a:p>
            <a:r>
              <a:rPr lang="en-US" altLang="zh-CN"/>
              <a:t>config/database.php</a:t>
            </a:r>
            <a:r>
              <a:rPr lang="zh-CN" altLang="en-US"/>
              <a:t>示范</a:t>
            </a:r>
          </a:p>
        </p:txBody>
      </p:sp>
      <p:pic>
        <p:nvPicPr>
          <p:cNvPr id="4" name="内容占位符 3">
            <a:extLst>
              <a:ext uri="{FF2B5EF4-FFF2-40B4-BE49-F238E27FC236}">
                <a16:creationId xmlns:a16="http://schemas.microsoft.com/office/drawing/2014/main" id="{A7A25F5F-FC22-007C-7C4E-E4015714D3D1}"/>
              </a:ext>
            </a:extLst>
          </p:cNvPr>
          <p:cNvPicPr>
            <a:picLocks noGrp="1" noChangeAspect="1"/>
          </p:cNvPicPr>
          <p:nvPr>
            <p:ph sz="quarter" idx="19"/>
          </p:nvPr>
        </p:nvPicPr>
        <p:blipFill>
          <a:blip r:embed="rId2">
            <a:extLst>
              <a:ext uri="{28A0092B-C50C-407E-A947-70E740481C1C}">
                <a14:useLocalDpi xmlns:a14="http://schemas.microsoft.com/office/drawing/2010/main" val="0"/>
              </a:ext>
            </a:extLst>
          </a:blip>
          <a:stretch>
            <a:fillRect/>
          </a:stretch>
        </p:blipFill>
        <p:spPr>
          <a:xfrm>
            <a:off x="1534099" y="926655"/>
            <a:ext cx="9180952" cy="5580952"/>
          </a:xfrm>
          <a:prstGeom prst="rect">
            <a:avLst/>
          </a:prstGeom>
          <a:ln>
            <a:solidFill>
              <a:srgbClr val="00B050"/>
            </a:solidFill>
          </a:ln>
        </p:spPr>
      </p:pic>
    </p:spTree>
    <p:extLst>
      <p:ext uri="{BB962C8B-B14F-4D97-AF65-F5344CB8AC3E}">
        <p14:creationId xmlns:p14="http://schemas.microsoft.com/office/powerpoint/2010/main" val="1782121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4C40EE5-69B1-5044-D316-A77D935A7F11}"/>
              </a:ext>
            </a:extLst>
          </p:cNvPr>
          <p:cNvSpPr>
            <a:spLocks noGrp="1"/>
          </p:cNvSpPr>
          <p:nvPr>
            <p:ph type="body" sz="quarter" idx="18"/>
          </p:nvPr>
        </p:nvSpPr>
        <p:spPr/>
        <p:txBody>
          <a:bodyPr/>
          <a:lstStyle/>
          <a:p>
            <a:r>
              <a:rPr lang="zh-CN" altLang="en-US"/>
              <a:t>练习</a:t>
            </a:r>
            <a:r>
              <a:rPr lang="en-US" altLang="zh-CN"/>
              <a:t>1</a:t>
            </a:r>
            <a:r>
              <a:rPr lang="zh-CN" altLang="en-US"/>
              <a:t>代码参考</a:t>
            </a:r>
          </a:p>
        </p:txBody>
      </p:sp>
      <p:pic>
        <p:nvPicPr>
          <p:cNvPr id="5" name="内容占位符 4">
            <a:extLst>
              <a:ext uri="{FF2B5EF4-FFF2-40B4-BE49-F238E27FC236}">
                <a16:creationId xmlns:a16="http://schemas.microsoft.com/office/drawing/2014/main" id="{2011577F-51B4-D77B-8F55-5900468BC79F}"/>
              </a:ext>
            </a:extLst>
          </p:cNvPr>
          <p:cNvPicPr>
            <a:picLocks noGrp="1" noChangeAspect="1"/>
          </p:cNvPicPr>
          <p:nvPr>
            <p:ph sz="quarter" idx="19"/>
          </p:nvPr>
        </p:nvPicPr>
        <p:blipFill>
          <a:blip r:embed="rId2"/>
          <a:stretch>
            <a:fillRect/>
          </a:stretch>
        </p:blipFill>
        <p:spPr>
          <a:xfrm>
            <a:off x="441412" y="1126200"/>
            <a:ext cx="11176000" cy="3844840"/>
          </a:xfrm>
          <a:prstGeom prst="rect">
            <a:avLst/>
          </a:prstGeom>
          <a:ln>
            <a:solidFill>
              <a:srgbClr val="00B050"/>
            </a:solidFill>
          </a:ln>
        </p:spPr>
      </p:pic>
    </p:spTree>
    <p:extLst>
      <p:ext uri="{BB962C8B-B14F-4D97-AF65-F5344CB8AC3E}">
        <p14:creationId xmlns:p14="http://schemas.microsoft.com/office/powerpoint/2010/main" val="3253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C121A1B-1FAD-1453-F1CF-8D5E5E1FD6E9}"/>
              </a:ext>
            </a:extLst>
          </p:cNvPr>
          <p:cNvSpPr>
            <a:spLocks noGrp="1"/>
          </p:cNvSpPr>
          <p:nvPr>
            <p:ph type="body" sz="quarter" idx="18"/>
          </p:nvPr>
        </p:nvSpPr>
        <p:spPr/>
        <p:txBody>
          <a:bodyPr/>
          <a:lstStyle/>
          <a:p>
            <a:r>
              <a:rPr lang="zh-CN" altLang="en-US"/>
              <a:t>练习</a:t>
            </a:r>
            <a:r>
              <a:rPr lang="en-US" altLang="zh-CN"/>
              <a:t>1</a:t>
            </a:r>
            <a:r>
              <a:rPr lang="zh-CN" altLang="en-US"/>
              <a:t>效果</a:t>
            </a:r>
            <a:r>
              <a:rPr lang="en-US" altLang="zh-CN"/>
              <a:t>——</a:t>
            </a:r>
            <a:r>
              <a:rPr lang="zh-CN" altLang="en-US"/>
              <a:t>连接成功</a:t>
            </a:r>
          </a:p>
        </p:txBody>
      </p:sp>
      <p:pic>
        <p:nvPicPr>
          <p:cNvPr id="5" name="内容占位符 4">
            <a:extLst>
              <a:ext uri="{FF2B5EF4-FFF2-40B4-BE49-F238E27FC236}">
                <a16:creationId xmlns:a16="http://schemas.microsoft.com/office/drawing/2014/main" id="{E4CCF3D8-A866-4467-5D44-6C282D6EDF87}"/>
              </a:ext>
            </a:extLst>
          </p:cNvPr>
          <p:cNvPicPr>
            <a:picLocks noGrp="1" noChangeAspect="1"/>
          </p:cNvPicPr>
          <p:nvPr>
            <p:ph sz="quarter" idx="19"/>
          </p:nvPr>
        </p:nvPicPr>
        <p:blipFill>
          <a:blip r:embed="rId2"/>
          <a:stretch>
            <a:fillRect/>
          </a:stretch>
        </p:blipFill>
        <p:spPr>
          <a:xfrm>
            <a:off x="2046162" y="836613"/>
            <a:ext cx="8156826" cy="5761037"/>
          </a:xfrm>
          <a:prstGeom prst="rect">
            <a:avLst/>
          </a:prstGeom>
        </p:spPr>
      </p:pic>
    </p:spTree>
    <p:extLst>
      <p:ext uri="{BB962C8B-B14F-4D97-AF65-F5344CB8AC3E}">
        <p14:creationId xmlns:p14="http://schemas.microsoft.com/office/powerpoint/2010/main" val="142796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BBA220A-41BB-11D0-53ED-EF741820453A}"/>
              </a:ext>
            </a:extLst>
          </p:cNvPr>
          <p:cNvSpPr>
            <a:spLocks noGrp="1"/>
          </p:cNvSpPr>
          <p:nvPr>
            <p:ph type="body" sz="quarter" idx="18"/>
          </p:nvPr>
        </p:nvSpPr>
        <p:spPr/>
        <p:txBody>
          <a:bodyPr/>
          <a:lstStyle/>
          <a:p>
            <a:r>
              <a:rPr lang="zh-CN" altLang="en-US"/>
              <a:t>练习</a:t>
            </a:r>
            <a:r>
              <a:rPr lang="en-US" altLang="zh-CN"/>
              <a:t>1</a:t>
            </a:r>
            <a:r>
              <a:rPr lang="zh-CN" altLang="en-US"/>
              <a:t>效果</a:t>
            </a:r>
            <a:r>
              <a:rPr lang="en-US" altLang="zh-CN"/>
              <a:t>——</a:t>
            </a:r>
            <a:r>
              <a:rPr lang="zh-CN" altLang="en-US"/>
              <a:t>连接失败</a:t>
            </a:r>
          </a:p>
        </p:txBody>
      </p:sp>
      <p:pic>
        <p:nvPicPr>
          <p:cNvPr id="5" name="内容占位符 4">
            <a:extLst>
              <a:ext uri="{FF2B5EF4-FFF2-40B4-BE49-F238E27FC236}">
                <a16:creationId xmlns:a16="http://schemas.microsoft.com/office/drawing/2014/main" id="{6CD8A5CD-B8D2-9372-7DAB-CB21397CD288}"/>
              </a:ext>
            </a:extLst>
          </p:cNvPr>
          <p:cNvPicPr>
            <a:picLocks noGrp="1" noChangeAspect="1"/>
          </p:cNvPicPr>
          <p:nvPr>
            <p:ph sz="quarter" idx="19"/>
          </p:nvPr>
        </p:nvPicPr>
        <p:blipFill>
          <a:blip r:embed="rId2"/>
          <a:stretch>
            <a:fillRect/>
          </a:stretch>
        </p:blipFill>
        <p:spPr>
          <a:xfrm>
            <a:off x="850256" y="905769"/>
            <a:ext cx="6885342" cy="5761037"/>
          </a:xfrm>
          <a:prstGeom prst="rect">
            <a:avLst/>
          </a:prstGeom>
        </p:spPr>
      </p:pic>
      <p:sp>
        <p:nvSpPr>
          <p:cNvPr id="6" name="标注: 线形(带边框和强调线) 5">
            <a:extLst>
              <a:ext uri="{FF2B5EF4-FFF2-40B4-BE49-F238E27FC236}">
                <a16:creationId xmlns:a16="http://schemas.microsoft.com/office/drawing/2014/main" id="{6F65178F-0E67-B624-335B-C56750C77ECC}"/>
              </a:ext>
            </a:extLst>
          </p:cNvPr>
          <p:cNvSpPr/>
          <p:nvPr/>
        </p:nvSpPr>
        <p:spPr>
          <a:xfrm>
            <a:off x="8283388" y="1629015"/>
            <a:ext cx="3465499" cy="1799985"/>
          </a:xfrm>
          <a:prstGeom prst="accentBorderCallout1">
            <a:avLst>
              <a:gd name="adj1" fmla="val 18750"/>
              <a:gd name="adj2" fmla="val -8333"/>
              <a:gd name="adj3" fmla="val 150920"/>
              <a:gd name="adj4" fmla="val -6228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t>设置错误的配置参数导致连接失败，抛出异常</a:t>
            </a:r>
          </a:p>
        </p:txBody>
      </p:sp>
    </p:spTree>
    <p:extLst>
      <p:ext uri="{BB962C8B-B14F-4D97-AF65-F5344CB8AC3E}">
        <p14:creationId xmlns:p14="http://schemas.microsoft.com/office/powerpoint/2010/main" val="184839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020B699-52DA-F698-8EEA-E31FEB204047}"/>
              </a:ext>
            </a:extLst>
          </p:cNvPr>
          <p:cNvSpPr>
            <a:spLocks noGrp="1"/>
          </p:cNvSpPr>
          <p:nvPr>
            <p:ph type="body" sz="quarter" idx="18"/>
          </p:nvPr>
        </p:nvSpPr>
        <p:spPr/>
        <p:txBody>
          <a:bodyPr/>
          <a:lstStyle/>
          <a:p>
            <a:r>
              <a:rPr lang="zh-CN" altLang="en-US"/>
              <a:t>练习</a:t>
            </a:r>
            <a:r>
              <a:rPr lang="en-US" altLang="zh-CN"/>
              <a:t>1</a:t>
            </a:r>
            <a:r>
              <a:rPr lang="zh-CN" altLang="en-US"/>
              <a:t>脚本改进</a:t>
            </a:r>
            <a:r>
              <a:rPr lang="en-US" altLang="zh-CN"/>
              <a:t>——</a:t>
            </a:r>
            <a:r>
              <a:rPr lang="zh-CN" altLang="en-US"/>
              <a:t>异常捕获</a:t>
            </a:r>
          </a:p>
        </p:txBody>
      </p:sp>
      <p:pic>
        <p:nvPicPr>
          <p:cNvPr id="5" name="内容占位符 4">
            <a:extLst>
              <a:ext uri="{FF2B5EF4-FFF2-40B4-BE49-F238E27FC236}">
                <a16:creationId xmlns:a16="http://schemas.microsoft.com/office/drawing/2014/main" id="{79C6C1BB-D458-39BB-B869-631A5CF73DDD}"/>
              </a:ext>
            </a:extLst>
          </p:cNvPr>
          <p:cNvPicPr>
            <a:picLocks noGrp="1" noChangeAspect="1"/>
          </p:cNvPicPr>
          <p:nvPr>
            <p:ph sz="quarter" idx="19"/>
          </p:nvPr>
        </p:nvPicPr>
        <p:blipFill>
          <a:blip r:embed="rId2"/>
          <a:stretch>
            <a:fillRect/>
          </a:stretch>
        </p:blipFill>
        <p:spPr>
          <a:xfrm>
            <a:off x="1094263" y="836613"/>
            <a:ext cx="10003474" cy="5761037"/>
          </a:xfrm>
          <a:prstGeom prst="rect">
            <a:avLst/>
          </a:prstGeom>
          <a:ln>
            <a:solidFill>
              <a:srgbClr val="00B050"/>
            </a:solidFill>
          </a:ln>
        </p:spPr>
      </p:pic>
      <p:pic>
        <p:nvPicPr>
          <p:cNvPr id="7" name="图片 6">
            <a:extLst>
              <a:ext uri="{FF2B5EF4-FFF2-40B4-BE49-F238E27FC236}">
                <a16:creationId xmlns:a16="http://schemas.microsoft.com/office/drawing/2014/main" id="{24BF79D7-61C2-BD4A-1CB7-1A437000895D}"/>
              </a:ext>
            </a:extLst>
          </p:cNvPr>
          <p:cNvPicPr>
            <a:picLocks noChangeAspect="1"/>
          </p:cNvPicPr>
          <p:nvPr/>
        </p:nvPicPr>
        <p:blipFill>
          <a:blip r:embed="rId3"/>
          <a:stretch>
            <a:fillRect/>
          </a:stretch>
        </p:blipFill>
        <p:spPr>
          <a:xfrm>
            <a:off x="1464399" y="2573768"/>
            <a:ext cx="9447619" cy="3447619"/>
          </a:xfrm>
          <a:prstGeom prst="rect">
            <a:avLst/>
          </a:prstGeom>
          <a:ln>
            <a:solidFill>
              <a:srgbClr val="00B050"/>
            </a:solidFill>
          </a:ln>
        </p:spPr>
      </p:pic>
    </p:spTree>
    <p:extLst>
      <p:ext uri="{BB962C8B-B14F-4D97-AF65-F5344CB8AC3E}">
        <p14:creationId xmlns:p14="http://schemas.microsoft.com/office/powerpoint/2010/main" val="429319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F95D775-0ECD-70FE-BACC-4E07B55CEF77}"/>
              </a:ext>
            </a:extLst>
          </p:cNvPr>
          <p:cNvSpPr>
            <a:spLocks noGrp="1"/>
          </p:cNvSpPr>
          <p:nvPr>
            <p:ph type="body" sz="quarter" idx="18"/>
          </p:nvPr>
        </p:nvSpPr>
        <p:spPr/>
        <p:txBody>
          <a:bodyPr/>
          <a:lstStyle/>
          <a:p>
            <a:r>
              <a:rPr lang="zh-CN" altLang="en-US"/>
              <a:t>练习</a:t>
            </a:r>
            <a:r>
              <a:rPr lang="en-US" altLang="zh-CN"/>
              <a:t>1</a:t>
            </a:r>
            <a:r>
              <a:rPr lang="zh-CN" altLang="en-US"/>
              <a:t>完善</a:t>
            </a:r>
          </a:p>
        </p:txBody>
      </p:sp>
      <p:sp>
        <p:nvSpPr>
          <p:cNvPr id="3" name="内容占位符 2">
            <a:extLst>
              <a:ext uri="{FF2B5EF4-FFF2-40B4-BE49-F238E27FC236}">
                <a16:creationId xmlns:a16="http://schemas.microsoft.com/office/drawing/2014/main" id="{995A8884-2DA8-D83E-579D-93D731416285}"/>
              </a:ext>
            </a:extLst>
          </p:cNvPr>
          <p:cNvSpPr>
            <a:spLocks noGrp="1"/>
          </p:cNvSpPr>
          <p:nvPr>
            <p:ph sz="quarter" idx="19"/>
          </p:nvPr>
        </p:nvSpPr>
        <p:spPr/>
        <p:txBody>
          <a:bodyPr/>
          <a:lstStyle/>
          <a:p>
            <a:r>
              <a:rPr lang="zh-CN" altLang="en-US"/>
              <a:t>完善</a:t>
            </a:r>
            <a:r>
              <a:rPr lang="en-US" altLang="zh-CN"/>
              <a:t>PDO</a:t>
            </a:r>
            <a:r>
              <a:rPr lang="zh-CN" altLang="en-US"/>
              <a:t>连接脚本，利用</a:t>
            </a:r>
            <a:r>
              <a:rPr lang="en-US" altLang="zh-CN"/>
              <a:t>try-catch</a:t>
            </a:r>
            <a:r>
              <a:rPr lang="zh-CN" altLang="en-US"/>
              <a:t>，把代码放入</a:t>
            </a:r>
            <a:r>
              <a:rPr lang="en-US" altLang="zh-CN"/>
              <a:t>try</a:t>
            </a:r>
            <a:r>
              <a:rPr lang="zh-CN" altLang="en-US"/>
              <a:t>分支，在</a:t>
            </a:r>
            <a:r>
              <a:rPr lang="en-US" altLang="zh-CN"/>
              <a:t>catch</a:t>
            </a:r>
            <a:r>
              <a:rPr lang="zh-CN" altLang="en-US"/>
              <a:t>分支捕获异常，并手动处理异常</a:t>
            </a:r>
          </a:p>
        </p:txBody>
      </p:sp>
    </p:spTree>
    <p:extLst>
      <p:ext uri="{BB962C8B-B14F-4D97-AF65-F5344CB8AC3E}">
        <p14:creationId xmlns:p14="http://schemas.microsoft.com/office/powerpoint/2010/main" val="340773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6D55BDD-99E1-6178-839D-918103867622}"/>
              </a:ext>
            </a:extLst>
          </p:cNvPr>
          <p:cNvSpPr>
            <a:spLocks noGrp="1"/>
          </p:cNvSpPr>
          <p:nvPr>
            <p:ph type="body" sz="quarter" idx="18"/>
          </p:nvPr>
        </p:nvSpPr>
        <p:spPr/>
        <p:txBody>
          <a:bodyPr/>
          <a:lstStyle/>
          <a:p>
            <a:r>
              <a:rPr lang="zh-CN" altLang="en-US"/>
              <a:t>连接失败的异常处理效果</a:t>
            </a:r>
          </a:p>
        </p:txBody>
      </p:sp>
      <p:pic>
        <p:nvPicPr>
          <p:cNvPr id="5" name="内容占位符 4">
            <a:extLst>
              <a:ext uri="{FF2B5EF4-FFF2-40B4-BE49-F238E27FC236}">
                <a16:creationId xmlns:a16="http://schemas.microsoft.com/office/drawing/2014/main" id="{8F1B8EB6-1045-D679-A7DB-D62DD18204B1}"/>
              </a:ext>
            </a:extLst>
          </p:cNvPr>
          <p:cNvPicPr>
            <a:picLocks noGrp="1" noChangeAspect="1"/>
          </p:cNvPicPr>
          <p:nvPr>
            <p:ph sz="quarter" idx="19"/>
          </p:nvPr>
        </p:nvPicPr>
        <p:blipFill>
          <a:blip r:embed="rId2"/>
          <a:stretch>
            <a:fillRect/>
          </a:stretch>
        </p:blipFill>
        <p:spPr>
          <a:xfrm>
            <a:off x="1323711" y="836613"/>
            <a:ext cx="9601728" cy="5761037"/>
          </a:xfrm>
          <a:prstGeom prst="rect">
            <a:avLst/>
          </a:prstGeom>
        </p:spPr>
      </p:pic>
    </p:spTree>
    <p:extLst>
      <p:ext uri="{BB962C8B-B14F-4D97-AF65-F5344CB8AC3E}">
        <p14:creationId xmlns:p14="http://schemas.microsoft.com/office/powerpoint/2010/main" val="2605971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4C6CAB3-EF2B-E80C-E365-9AD0B23054D8}"/>
              </a:ext>
            </a:extLst>
          </p:cNvPr>
          <p:cNvSpPr>
            <a:spLocks noGrp="1"/>
          </p:cNvSpPr>
          <p:nvPr>
            <p:ph type="body" sz="quarter" idx="10"/>
          </p:nvPr>
        </p:nvSpPr>
        <p:spPr/>
        <p:txBody>
          <a:bodyPr/>
          <a:lstStyle/>
          <a:p>
            <a:pPr lvl="0"/>
            <a:r>
              <a:rPr lang="en-US" altLang="zh-CN"/>
              <a:t>PDO</a:t>
            </a:r>
            <a:r>
              <a:rPr lang="zh-CN" altLang="en-US"/>
              <a:t>查询流程</a:t>
            </a:r>
          </a:p>
          <a:p>
            <a:pPr lvl="0"/>
            <a:r>
              <a:rPr lang="en-US" altLang="zh-CN"/>
              <a:t>PDO</a:t>
            </a:r>
            <a:r>
              <a:rPr lang="zh-CN" altLang="en-US"/>
              <a:t>原生查询方法</a:t>
            </a:r>
          </a:p>
          <a:p>
            <a:endParaRPr lang="zh-CN" altLang="en-US"/>
          </a:p>
        </p:txBody>
      </p:sp>
      <p:sp>
        <p:nvSpPr>
          <p:cNvPr id="3" name="文本占位符 2">
            <a:extLst>
              <a:ext uri="{FF2B5EF4-FFF2-40B4-BE49-F238E27FC236}">
                <a16:creationId xmlns:a16="http://schemas.microsoft.com/office/drawing/2014/main" id="{6C27AACE-6562-2D60-340A-C4D72E836BA0}"/>
              </a:ext>
            </a:extLst>
          </p:cNvPr>
          <p:cNvSpPr>
            <a:spLocks noGrp="1"/>
          </p:cNvSpPr>
          <p:nvPr>
            <p:ph type="body" sz="quarter" idx="12"/>
          </p:nvPr>
        </p:nvSpPr>
        <p:spPr/>
        <p:txBody>
          <a:bodyPr/>
          <a:lstStyle/>
          <a:p>
            <a:r>
              <a:rPr lang="en-US" altLang="zh-CN"/>
              <a:t>PDO</a:t>
            </a:r>
            <a:r>
              <a:rPr lang="zh-CN" altLang="en-US"/>
              <a:t>查询流程及原生查询方法</a:t>
            </a:r>
          </a:p>
        </p:txBody>
      </p:sp>
    </p:spTree>
    <p:extLst>
      <p:ext uri="{BB962C8B-B14F-4D97-AF65-F5344CB8AC3E}">
        <p14:creationId xmlns:p14="http://schemas.microsoft.com/office/powerpoint/2010/main" val="69193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6CC6E07-A12B-C51A-DCA3-1AB34B7D79EC}"/>
              </a:ext>
            </a:extLst>
          </p:cNvPr>
          <p:cNvSpPr>
            <a:spLocks noGrp="1"/>
          </p:cNvSpPr>
          <p:nvPr>
            <p:ph type="body" sz="quarter" idx="18"/>
          </p:nvPr>
        </p:nvSpPr>
        <p:spPr/>
        <p:txBody>
          <a:bodyPr/>
          <a:lstStyle/>
          <a:p>
            <a:r>
              <a:rPr lang="en-US" altLang="zh-CN"/>
              <a:t>SQL</a:t>
            </a:r>
            <a:r>
              <a:rPr lang="zh-CN" altLang="en-US"/>
              <a:t>注入攻击</a:t>
            </a:r>
          </a:p>
        </p:txBody>
      </p:sp>
      <p:sp>
        <p:nvSpPr>
          <p:cNvPr id="3" name="内容占位符 2">
            <a:extLst>
              <a:ext uri="{FF2B5EF4-FFF2-40B4-BE49-F238E27FC236}">
                <a16:creationId xmlns:a16="http://schemas.microsoft.com/office/drawing/2014/main" id="{CDD03BA3-0DEC-17ED-14B3-EDB515215DA8}"/>
              </a:ext>
            </a:extLst>
          </p:cNvPr>
          <p:cNvSpPr>
            <a:spLocks noGrp="1"/>
          </p:cNvSpPr>
          <p:nvPr>
            <p:ph sz="quarter" idx="19"/>
          </p:nvPr>
        </p:nvSpPr>
        <p:spPr/>
        <p:txBody>
          <a:bodyPr/>
          <a:lstStyle/>
          <a:p>
            <a:r>
              <a:rPr lang="en-US" altLang="zh-CN" b="1"/>
              <a:t>SQL</a:t>
            </a:r>
            <a:r>
              <a:rPr lang="zh-CN" altLang="en-US" b="1"/>
              <a:t>注入</a:t>
            </a:r>
            <a:r>
              <a:rPr lang="zh-CN" altLang="en-US"/>
              <a:t>是一种代码注入技术，攻击者通过在用户输入中插入恶意的</a:t>
            </a:r>
            <a:r>
              <a:rPr lang="en-US" altLang="zh-CN"/>
              <a:t>SQL</a:t>
            </a:r>
            <a:r>
              <a:rPr lang="zh-CN" altLang="en-US"/>
              <a:t>代码，欺骗后端数据库执行非预期的命令，从而窃取、篡改或删除数据。</a:t>
            </a:r>
          </a:p>
        </p:txBody>
      </p:sp>
      <p:graphicFrame>
        <p:nvGraphicFramePr>
          <p:cNvPr id="4" name="图示 3">
            <a:extLst>
              <a:ext uri="{FF2B5EF4-FFF2-40B4-BE49-F238E27FC236}">
                <a16:creationId xmlns:a16="http://schemas.microsoft.com/office/drawing/2014/main" id="{CE3F48E8-EE64-5B4C-DDA4-E9F84D3B11D7}"/>
              </a:ext>
            </a:extLst>
          </p:cNvPr>
          <p:cNvGraphicFramePr/>
          <p:nvPr>
            <p:extLst>
              <p:ext uri="{D42A27DB-BD31-4B8C-83A1-F6EECF244321}">
                <p14:modId xmlns:p14="http://schemas.microsoft.com/office/powerpoint/2010/main" val="3425448801"/>
              </p:ext>
            </p:extLst>
          </p:nvPr>
        </p:nvGraphicFramePr>
        <p:xfrm>
          <a:off x="2518383" y="1750798"/>
          <a:ext cx="7666477" cy="4679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54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C6308687-52D3-4FB2-A3FB-1DF71BC0671A}"/>
                                            </p:graphicEl>
                                          </p:spTgt>
                                        </p:tgtEl>
                                        <p:attrNameLst>
                                          <p:attrName>style.visibility</p:attrName>
                                        </p:attrNameLst>
                                      </p:cBhvr>
                                      <p:to>
                                        <p:strVal val="visible"/>
                                      </p:to>
                                    </p:set>
                                    <p:anim calcmode="lin" valueType="num">
                                      <p:cBhvr additive="base">
                                        <p:cTn id="7" dur="500" fill="hold"/>
                                        <p:tgtEl>
                                          <p:spTgt spid="4">
                                            <p:graphicEl>
                                              <a:dgm id="{C6308687-52D3-4FB2-A3FB-1DF71BC0671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C6308687-52D3-4FB2-A3FB-1DF71BC0671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BA25D25C-9A71-4A86-AC7A-2F545AA29575}"/>
                                            </p:graphicEl>
                                          </p:spTgt>
                                        </p:tgtEl>
                                        <p:attrNameLst>
                                          <p:attrName>style.visibility</p:attrName>
                                        </p:attrNameLst>
                                      </p:cBhvr>
                                      <p:to>
                                        <p:strVal val="visible"/>
                                      </p:to>
                                    </p:set>
                                    <p:anim calcmode="lin" valueType="num">
                                      <p:cBhvr additive="base">
                                        <p:cTn id="13" dur="500" fill="hold"/>
                                        <p:tgtEl>
                                          <p:spTgt spid="4">
                                            <p:graphicEl>
                                              <a:dgm id="{BA25D25C-9A71-4A86-AC7A-2F545AA29575}"/>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BA25D25C-9A71-4A86-AC7A-2F545AA29575}"/>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C6839825-93E8-4350-A4EB-E85F2415639E}"/>
                                            </p:graphicEl>
                                          </p:spTgt>
                                        </p:tgtEl>
                                        <p:attrNameLst>
                                          <p:attrName>style.visibility</p:attrName>
                                        </p:attrNameLst>
                                      </p:cBhvr>
                                      <p:to>
                                        <p:strVal val="visible"/>
                                      </p:to>
                                    </p:set>
                                    <p:anim calcmode="lin" valueType="num">
                                      <p:cBhvr additive="base">
                                        <p:cTn id="17" dur="500" fill="hold"/>
                                        <p:tgtEl>
                                          <p:spTgt spid="4">
                                            <p:graphicEl>
                                              <a:dgm id="{C6839825-93E8-4350-A4EB-E85F2415639E}"/>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C6839825-93E8-4350-A4EB-E85F2415639E}"/>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4B2B61F1-8694-4FA7-B657-807BAA3DBC67}"/>
                                            </p:graphicEl>
                                          </p:spTgt>
                                        </p:tgtEl>
                                        <p:attrNameLst>
                                          <p:attrName>style.visibility</p:attrName>
                                        </p:attrNameLst>
                                      </p:cBhvr>
                                      <p:to>
                                        <p:strVal val="visible"/>
                                      </p:to>
                                    </p:set>
                                    <p:anim calcmode="lin" valueType="num">
                                      <p:cBhvr additive="base">
                                        <p:cTn id="23" dur="500" fill="hold"/>
                                        <p:tgtEl>
                                          <p:spTgt spid="4">
                                            <p:graphicEl>
                                              <a:dgm id="{4B2B61F1-8694-4FA7-B657-807BAA3DBC67}"/>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4B2B61F1-8694-4FA7-B657-807BAA3DBC67}"/>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C7ED4754-338F-4F78-919A-4188B6583540}"/>
                                            </p:graphicEl>
                                          </p:spTgt>
                                        </p:tgtEl>
                                        <p:attrNameLst>
                                          <p:attrName>style.visibility</p:attrName>
                                        </p:attrNameLst>
                                      </p:cBhvr>
                                      <p:to>
                                        <p:strVal val="visible"/>
                                      </p:to>
                                    </p:set>
                                    <p:anim calcmode="lin" valueType="num">
                                      <p:cBhvr additive="base">
                                        <p:cTn id="27" dur="500" fill="hold"/>
                                        <p:tgtEl>
                                          <p:spTgt spid="4">
                                            <p:graphicEl>
                                              <a:dgm id="{C7ED4754-338F-4F78-919A-4188B6583540}"/>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C7ED4754-338F-4F78-919A-4188B6583540}"/>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370E84AF-742A-42C7-A183-DCEA76ACC22D}"/>
                                            </p:graphicEl>
                                          </p:spTgt>
                                        </p:tgtEl>
                                        <p:attrNameLst>
                                          <p:attrName>style.visibility</p:attrName>
                                        </p:attrNameLst>
                                      </p:cBhvr>
                                      <p:to>
                                        <p:strVal val="visible"/>
                                      </p:to>
                                    </p:set>
                                    <p:anim calcmode="lin" valueType="num">
                                      <p:cBhvr additive="base">
                                        <p:cTn id="33" dur="500" fill="hold"/>
                                        <p:tgtEl>
                                          <p:spTgt spid="4">
                                            <p:graphicEl>
                                              <a:dgm id="{370E84AF-742A-42C7-A183-DCEA76ACC22D}"/>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370E84AF-742A-42C7-A183-DCEA76ACC22D}"/>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1F335A18-5FA5-45B8-AC10-D32CE03807AF}"/>
                                            </p:graphicEl>
                                          </p:spTgt>
                                        </p:tgtEl>
                                        <p:attrNameLst>
                                          <p:attrName>style.visibility</p:attrName>
                                        </p:attrNameLst>
                                      </p:cBhvr>
                                      <p:to>
                                        <p:strVal val="visible"/>
                                      </p:to>
                                    </p:set>
                                    <p:anim calcmode="lin" valueType="num">
                                      <p:cBhvr additive="base">
                                        <p:cTn id="37" dur="500" fill="hold"/>
                                        <p:tgtEl>
                                          <p:spTgt spid="4">
                                            <p:graphicEl>
                                              <a:dgm id="{1F335A18-5FA5-45B8-AC10-D32CE03807AF}"/>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1F335A18-5FA5-45B8-AC10-D32CE03807A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5336C1E-746C-EC36-0723-229828B8C4EB}"/>
              </a:ext>
            </a:extLst>
          </p:cNvPr>
          <p:cNvSpPr>
            <a:spLocks noGrp="1"/>
          </p:cNvSpPr>
          <p:nvPr>
            <p:ph type="body" sz="quarter" idx="18"/>
          </p:nvPr>
        </p:nvSpPr>
        <p:spPr/>
        <p:txBody>
          <a:bodyPr/>
          <a:lstStyle/>
          <a:p>
            <a:r>
              <a:rPr lang="zh-CN" altLang="en-US"/>
              <a:t>普通查询</a:t>
            </a:r>
          </a:p>
        </p:txBody>
      </p:sp>
      <p:pic>
        <p:nvPicPr>
          <p:cNvPr id="9" name="内容占位符 8">
            <a:extLst>
              <a:ext uri="{FF2B5EF4-FFF2-40B4-BE49-F238E27FC236}">
                <a16:creationId xmlns:a16="http://schemas.microsoft.com/office/drawing/2014/main" id="{2FD5EC0C-BF9E-D262-0652-2D5AA8A6879F}"/>
              </a:ext>
            </a:extLst>
          </p:cNvPr>
          <p:cNvPicPr>
            <a:picLocks noGrp="1" noChangeAspect="1"/>
          </p:cNvPicPr>
          <p:nvPr>
            <p:ph sz="quarter" idx="19"/>
          </p:nvPr>
        </p:nvPicPr>
        <p:blipFill>
          <a:blip r:embed="rId2"/>
          <a:stretch>
            <a:fillRect/>
          </a:stretch>
        </p:blipFill>
        <p:spPr>
          <a:xfrm>
            <a:off x="153644" y="915909"/>
            <a:ext cx="10171428" cy="5485714"/>
          </a:xfrm>
          <a:prstGeom prst="rect">
            <a:avLst/>
          </a:prstGeom>
        </p:spPr>
      </p:pic>
      <p:sp>
        <p:nvSpPr>
          <p:cNvPr id="4" name="标注: 线形(带边框和强调线) 3">
            <a:extLst>
              <a:ext uri="{FF2B5EF4-FFF2-40B4-BE49-F238E27FC236}">
                <a16:creationId xmlns:a16="http://schemas.microsoft.com/office/drawing/2014/main" id="{5D07502D-0B03-9122-577D-376BF028E4C2}"/>
              </a:ext>
            </a:extLst>
          </p:cNvPr>
          <p:cNvSpPr/>
          <p:nvPr/>
        </p:nvSpPr>
        <p:spPr>
          <a:xfrm>
            <a:off x="8127745" y="1249636"/>
            <a:ext cx="3465499" cy="1799985"/>
          </a:xfrm>
          <a:prstGeom prst="accentBorderCallout1">
            <a:avLst>
              <a:gd name="adj1" fmla="val 18750"/>
              <a:gd name="adj2" fmla="val -8333"/>
              <a:gd name="adj3" fmla="val 229823"/>
              <a:gd name="adj4" fmla="val -3224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t>将变量直接嵌入 </a:t>
            </a:r>
            <a:r>
              <a:rPr lang="en-US" altLang="zh-CN" sz="2400"/>
              <a:t>SQL </a:t>
            </a:r>
            <a:r>
              <a:rPr lang="zh-CN" altLang="en-US" sz="2400"/>
              <a:t>语句，无法预防注入攻击</a:t>
            </a:r>
          </a:p>
        </p:txBody>
      </p:sp>
    </p:spTree>
    <p:extLst>
      <p:ext uri="{BB962C8B-B14F-4D97-AF65-F5344CB8AC3E}">
        <p14:creationId xmlns:p14="http://schemas.microsoft.com/office/powerpoint/2010/main" val="293555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45B8017-C00E-F6A2-1B58-5C541F998961}"/>
              </a:ext>
            </a:extLst>
          </p:cNvPr>
          <p:cNvPicPr>
            <a:picLocks noChangeAspect="1"/>
          </p:cNvPicPr>
          <p:nvPr/>
        </p:nvPicPr>
        <p:blipFill>
          <a:blip r:embed="rId2"/>
          <a:stretch>
            <a:fillRect/>
          </a:stretch>
        </p:blipFill>
        <p:spPr>
          <a:xfrm>
            <a:off x="1159760" y="5260657"/>
            <a:ext cx="7108262" cy="1496476"/>
          </a:xfrm>
          <a:prstGeom prst="rect">
            <a:avLst/>
          </a:prstGeom>
        </p:spPr>
      </p:pic>
      <p:sp>
        <p:nvSpPr>
          <p:cNvPr id="2" name="文本占位符 1">
            <a:extLst>
              <a:ext uri="{FF2B5EF4-FFF2-40B4-BE49-F238E27FC236}">
                <a16:creationId xmlns:a16="http://schemas.microsoft.com/office/drawing/2014/main" id="{8951E515-1DEB-3864-5DD9-1AD3E1F327EB}"/>
              </a:ext>
            </a:extLst>
          </p:cNvPr>
          <p:cNvSpPr>
            <a:spLocks noGrp="1"/>
          </p:cNvSpPr>
          <p:nvPr>
            <p:ph type="body" sz="quarter" idx="18"/>
          </p:nvPr>
        </p:nvSpPr>
        <p:spPr/>
        <p:txBody>
          <a:bodyPr/>
          <a:lstStyle/>
          <a:p>
            <a:r>
              <a:rPr lang="zh-CN" altLang="en-US"/>
              <a:t>预编译查询</a:t>
            </a:r>
          </a:p>
        </p:txBody>
      </p:sp>
      <p:pic>
        <p:nvPicPr>
          <p:cNvPr id="5" name="内容占位符 4">
            <a:extLst>
              <a:ext uri="{FF2B5EF4-FFF2-40B4-BE49-F238E27FC236}">
                <a16:creationId xmlns:a16="http://schemas.microsoft.com/office/drawing/2014/main" id="{BD6B4444-5A45-1B7D-2D7C-6FD9E11BB9BE}"/>
              </a:ext>
            </a:extLst>
          </p:cNvPr>
          <p:cNvPicPr>
            <a:picLocks noGrp="1" noChangeAspect="1"/>
          </p:cNvPicPr>
          <p:nvPr>
            <p:ph sz="quarter" idx="19"/>
          </p:nvPr>
        </p:nvPicPr>
        <p:blipFill>
          <a:blip r:embed="rId3"/>
          <a:stretch>
            <a:fillRect/>
          </a:stretch>
        </p:blipFill>
        <p:spPr>
          <a:xfrm>
            <a:off x="1220985" y="884677"/>
            <a:ext cx="7047036" cy="4569251"/>
          </a:xfrm>
          <a:prstGeom prst="rect">
            <a:avLst/>
          </a:prstGeom>
        </p:spPr>
      </p:pic>
      <p:sp>
        <p:nvSpPr>
          <p:cNvPr id="8" name="标注: 线形(带边框和强调线) 7">
            <a:extLst>
              <a:ext uri="{FF2B5EF4-FFF2-40B4-BE49-F238E27FC236}">
                <a16:creationId xmlns:a16="http://schemas.microsoft.com/office/drawing/2014/main" id="{CB6DCC4E-1EC6-B751-2710-4E7682BE2E59}"/>
              </a:ext>
            </a:extLst>
          </p:cNvPr>
          <p:cNvSpPr/>
          <p:nvPr/>
        </p:nvSpPr>
        <p:spPr>
          <a:xfrm>
            <a:off x="8268020" y="427477"/>
            <a:ext cx="3465499" cy="1033724"/>
          </a:xfrm>
          <a:prstGeom prst="accentBorderCallout1">
            <a:avLst>
              <a:gd name="adj1" fmla="val 18750"/>
              <a:gd name="adj2" fmla="val -8333"/>
              <a:gd name="adj3" fmla="val 154329"/>
              <a:gd name="adj4" fmla="val -56291"/>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预编译</a:t>
            </a:r>
            <a:r>
              <a:rPr lang="en-US" altLang="zh-CN" sz="2400">
                <a:solidFill>
                  <a:schemeClr val="tx1"/>
                </a:solidFill>
              </a:rPr>
              <a:t>SQL</a:t>
            </a:r>
            <a:r>
              <a:rPr lang="zh-CN" altLang="zh-CN" sz="2400">
                <a:solidFill>
                  <a:schemeClr val="tx1"/>
                </a:solidFill>
              </a:rPr>
              <a:t>模板</a:t>
            </a:r>
            <a:endParaRPr lang="zh-CN" altLang="en-US" sz="3200">
              <a:solidFill>
                <a:schemeClr val="tx1"/>
              </a:solidFill>
            </a:endParaRPr>
          </a:p>
        </p:txBody>
      </p:sp>
      <p:sp>
        <p:nvSpPr>
          <p:cNvPr id="3" name="标注: 线形(带边框和强调线) 2">
            <a:extLst>
              <a:ext uri="{FF2B5EF4-FFF2-40B4-BE49-F238E27FC236}">
                <a16:creationId xmlns:a16="http://schemas.microsoft.com/office/drawing/2014/main" id="{B2EB9FFE-841E-9636-9688-1D0DC4CE9D2E}"/>
              </a:ext>
            </a:extLst>
          </p:cNvPr>
          <p:cNvSpPr/>
          <p:nvPr/>
        </p:nvSpPr>
        <p:spPr>
          <a:xfrm>
            <a:off x="8268020" y="3318444"/>
            <a:ext cx="3465499" cy="1033724"/>
          </a:xfrm>
          <a:prstGeom prst="accentBorderCallout1">
            <a:avLst>
              <a:gd name="adj1" fmla="val 18750"/>
              <a:gd name="adj2" fmla="val -8333"/>
              <a:gd name="adj3" fmla="val -96642"/>
              <a:gd name="adj4" fmla="val -13529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发送参数</a:t>
            </a:r>
            <a:endParaRPr lang="zh-CN" altLang="en-US" sz="3200">
              <a:solidFill>
                <a:schemeClr val="tx1"/>
              </a:solidFill>
            </a:endParaRPr>
          </a:p>
        </p:txBody>
      </p:sp>
      <p:sp>
        <p:nvSpPr>
          <p:cNvPr id="4" name="矩形 3">
            <a:extLst>
              <a:ext uri="{FF2B5EF4-FFF2-40B4-BE49-F238E27FC236}">
                <a16:creationId xmlns:a16="http://schemas.microsoft.com/office/drawing/2014/main" id="{7BC5DC6A-CB45-30A1-3302-E86BA20C2FD6}"/>
              </a:ext>
            </a:extLst>
          </p:cNvPr>
          <p:cNvSpPr/>
          <p:nvPr/>
        </p:nvSpPr>
        <p:spPr>
          <a:xfrm>
            <a:off x="8329246" y="1809790"/>
            <a:ext cx="3416320" cy="1200329"/>
          </a:xfrm>
          <a:prstGeom prst="rect">
            <a:avLst/>
          </a:prstGeom>
          <a:noFill/>
        </p:spPr>
        <p:txBody>
          <a:bodyPr wrap="none" lIns="91440" tIns="45720" rIns="91440" bIns="45720">
            <a:spAutoFit/>
          </a:bodyPr>
          <a:lstStyle/>
          <a:p>
            <a:pPr algn="ctr"/>
            <a:r>
              <a:rPr lang="zh-CN" altLang="en-US" sz="3600">
                <a:ln w="0"/>
                <a:solidFill>
                  <a:schemeClr val="accent1"/>
                </a:solidFill>
                <a:effectLst>
                  <a:outerShdw blurRad="38100" dist="25400" dir="5400000" algn="ctr" rotWithShape="0">
                    <a:srgbClr val="6E747A">
                      <a:alpha val="43000"/>
                    </a:srgbClr>
                  </a:outerShdw>
                </a:effectLst>
              </a:rPr>
              <a:t>两个步骤分开</a:t>
            </a:r>
            <a:endParaRPr lang="en-US" altLang="zh-CN" sz="3600">
              <a:ln w="0"/>
              <a:solidFill>
                <a:schemeClr val="accent1"/>
              </a:solidFill>
              <a:effectLst>
                <a:outerShdw blurRad="38100" dist="25400" dir="5400000" algn="ctr" rotWithShape="0">
                  <a:srgbClr val="6E747A">
                    <a:alpha val="43000"/>
                  </a:srgbClr>
                </a:outerShdw>
              </a:effectLst>
            </a:endParaRPr>
          </a:p>
          <a:p>
            <a:pPr algn="ctr"/>
            <a:r>
              <a:rPr lang="zh-CN" altLang="en-US" sz="3600" b="0" cap="none" spc="0">
                <a:ln w="0"/>
                <a:solidFill>
                  <a:schemeClr val="accent1"/>
                </a:solidFill>
                <a:effectLst>
                  <a:outerShdw blurRad="38100" dist="25400" dir="5400000" algn="ctr" rotWithShape="0">
                    <a:srgbClr val="6E747A">
                      <a:alpha val="43000"/>
                    </a:srgbClr>
                  </a:outerShdw>
                </a:effectLst>
              </a:rPr>
              <a:t>可防范注入攻击</a:t>
            </a:r>
          </a:p>
        </p:txBody>
      </p:sp>
    </p:spTree>
    <p:extLst>
      <p:ext uri="{BB962C8B-B14F-4D97-AF65-F5344CB8AC3E}">
        <p14:creationId xmlns:p14="http://schemas.microsoft.com/office/powerpoint/2010/main" val="113948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B1471E9-FFCF-C929-C799-310534806AC5}"/>
              </a:ext>
            </a:extLst>
          </p:cNvPr>
          <p:cNvSpPr>
            <a:spLocks noGrp="1"/>
          </p:cNvSpPr>
          <p:nvPr>
            <p:ph type="body" sz="quarter" idx="18"/>
          </p:nvPr>
        </p:nvSpPr>
        <p:spPr/>
        <p:txBody>
          <a:bodyPr/>
          <a:lstStyle/>
          <a:p>
            <a:r>
              <a:rPr lang="zh-CN" altLang="en-US"/>
              <a:t>普通查询</a:t>
            </a:r>
            <a:r>
              <a:rPr lang="en-US" altLang="zh-CN"/>
              <a:t>vs</a:t>
            </a:r>
            <a:r>
              <a:rPr lang="zh-CN" altLang="en-US"/>
              <a:t>预编译查询</a:t>
            </a:r>
          </a:p>
        </p:txBody>
      </p:sp>
      <p:pic>
        <p:nvPicPr>
          <p:cNvPr id="7" name="内容占位符 6">
            <a:extLst>
              <a:ext uri="{FF2B5EF4-FFF2-40B4-BE49-F238E27FC236}">
                <a16:creationId xmlns:a16="http://schemas.microsoft.com/office/drawing/2014/main" id="{42E28ECA-FC65-4F18-0F04-D3FDBCAAC47A}"/>
              </a:ext>
            </a:extLst>
          </p:cNvPr>
          <p:cNvPicPr>
            <a:picLocks noGrp="1" noChangeAspect="1"/>
          </p:cNvPicPr>
          <p:nvPr>
            <p:ph sz="quarter" idx="19"/>
          </p:nvPr>
        </p:nvPicPr>
        <p:blipFill>
          <a:blip r:embed="rId2"/>
          <a:stretch>
            <a:fillRect/>
          </a:stretch>
        </p:blipFill>
        <p:spPr>
          <a:xfrm>
            <a:off x="734423" y="1552192"/>
            <a:ext cx="10857143" cy="3161905"/>
          </a:xfrm>
          <a:prstGeom prst="rect">
            <a:avLst/>
          </a:prstGeom>
        </p:spPr>
      </p:pic>
    </p:spTree>
    <p:extLst>
      <p:ext uri="{BB962C8B-B14F-4D97-AF65-F5344CB8AC3E}">
        <p14:creationId xmlns:p14="http://schemas.microsoft.com/office/powerpoint/2010/main" val="398942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99D3543-4B5D-8884-223B-583D9B435FD5}"/>
              </a:ext>
            </a:extLst>
          </p:cNvPr>
          <p:cNvSpPr>
            <a:spLocks noGrp="1"/>
          </p:cNvSpPr>
          <p:nvPr>
            <p:ph type="body" sz="quarter" idx="18"/>
          </p:nvPr>
        </p:nvSpPr>
        <p:spPr/>
        <p:txBody>
          <a:bodyPr/>
          <a:lstStyle/>
          <a:p>
            <a:r>
              <a:rPr lang="zh-CN" altLang="en-US"/>
              <a:t>普通查询</a:t>
            </a:r>
            <a:r>
              <a:rPr lang="en-US" altLang="zh-CN"/>
              <a:t>vs</a:t>
            </a:r>
            <a:r>
              <a:rPr lang="zh-CN" altLang="en-US"/>
              <a:t>预编译查询</a:t>
            </a:r>
          </a:p>
        </p:txBody>
      </p:sp>
      <p:pic>
        <p:nvPicPr>
          <p:cNvPr id="8" name="内容占位符 4">
            <a:extLst>
              <a:ext uri="{FF2B5EF4-FFF2-40B4-BE49-F238E27FC236}">
                <a16:creationId xmlns:a16="http://schemas.microsoft.com/office/drawing/2014/main" id="{56FE46EE-CDD7-4623-CEF9-72CC6056942E}"/>
              </a:ext>
            </a:extLst>
          </p:cNvPr>
          <p:cNvPicPr>
            <a:picLocks noChangeAspect="1"/>
          </p:cNvPicPr>
          <p:nvPr/>
        </p:nvPicPr>
        <p:blipFill>
          <a:blip r:embed="rId2"/>
          <a:stretch>
            <a:fillRect/>
          </a:stretch>
        </p:blipFill>
        <p:spPr>
          <a:xfrm>
            <a:off x="850256" y="1182395"/>
            <a:ext cx="10133333" cy="2342857"/>
          </a:xfrm>
          <a:prstGeom prst="rect">
            <a:avLst/>
          </a:prstGeom>
        </p:spPr>
      </p:pic>
      <p:pic>
        <p:nvPicPr>
          <p:cNvPr id="10" name="内容占位符 9">
            <a:extLst>
              <a:ext uri="{FF2B5EF4-FFF2-40B4-BE49-F238E27FC236}">
                <a16:creationId xmlns:a16="http://schemas.microsoft.com/office/drawing/2014/main" id="{06969C09-5350-1CD6-59D5-53F32BF2885D}"/>
              </a:ext>
            </a:extLst>
          </p:cNvPr>
          <p:cNvPicPr>
            <a:picLocks noGrp="1" noChangeAspect="1"/>
          </p:cNvPicPr>
          <p:nvPr>
            <p:ph sz="quarter" idx="19"/>
          </p:nvPr>
        </p:nvPicPr>
        <p:blipFill>
          <a:blip r:embed="rId3"/>
          <a:stretch>
            <a:fillRect/>
          </a:stretch>
        </p:blipFill>
        <p:spPr>
          <a:xfrm>
            <a:off x="2220533" y="996096"/>
            <a:ext cx="7617757" cy="5761037"/>
          </a:xfrm>
          <a:prstGeom prst="rect">
            <a:avLst/>
          </a:prstGeom>
        </p:spPr>
      </p:pic>
    </p:spTree>
    <p:extLst>
      <p:ext uri="{BB962C8B-B14F-4D97-AF65-F5344CB8AC3E}">
        <p14:creationId xmlns:p14="http://schemas.microsoft.com/office/powerpoint/2010/main" val="229234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nodeType="clickEffect">
                                  <p:stCondLst>
                                    <p:cond delay="0"/>
                                  </p:stCondLst>
                                  <p:childTnLst>
                                    <p:anim calcmode="lin" valueType="num">
                                      <p:cBhvr additive="base">
                                        <p:cTn id="13" dur="500"/>
                                        <p:tgtEl>
                                          <p:spTgt spid="8"/>
                                        </p:tgtEl>
                                        <p:attrNameLst>
                                          <p:attrName>ppt_x</p:attrName>
                                        </p:attrNameLst>
                                      </p:cBhvr>
                                      <p:tavLst>
                                        <p:tav tm="0">
                                          <p:val>
                                            <p:strVal val="ppt_x"/>
                                          </p:val>
                                        </p:tav>
                                        <p:tav tm="100000">
                                          <p:val>
                                            <p:strVal val="ppt_x"/>
                                          </p:val>
                                        </p:tav>
                                      </p:tavLst>
                                    </p:anim>
                                    <p:anim calcmode="lin" valueType="num">
                                      <p:cBhvr additive="base">
                                        <p:cTn id="14" dur="500"/>
                                        <p:tgtEl>
                                          <p:spTgt spid="8"/>
                                        </p:tgtEl>
                                        <p:attrNameLst>
                                          <p:attrName>ppt_y</p:attrName>
                                        </p:attrNameLst>
                                      </p:cBhvr>
                                      <p:tavLst>
                                        <p:tav tm="0">
                                          <p:val>
                                            <p:strVal val="ppt_y"/>
                                          </p:val>
                                        </p:tav>
                                        <p:tav tm="100000">
                                          <p:val>
                                            <p:strVal val="1+ppt_h/2"/>
                                          </p:val>
                                        </p:tav>
                                      </p:tavLst>
                                    </p:anim>
                                    <p:set>
                                      <p:cBhvr>
                                        <p:cTn id="15" dur="1" fill="hold">
                                          <p:stCondLst>
                                            <p:cond delay="499"/>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D834FF1-792C-7C75-0D97-4177DCD9C80D}"/>
              </a:ext>
            </a:extLst>
          </p:cNvPr>
          <p:cNvSpPr>
            <a:spLocks noGrp="1"/>
          </p:cNvSpPr>
          <p:nvPr>
            <p:ph type="body" sz="quarter" idx="18"/>
          </p:nvPr>
        </p:nvSpPr>
        <p:spPr/>
        <p:txBody>
          <a:bodyPr/>
          <a:lstStyle/>
          <a:p>
            <a:r>
              <a:rPr lang="zh-CN" altLang="en-US"/>
              <a:t>如何抉择：普通查询 </a:t>
            </a:r>
            <a:r>
              <a:rPr lang="en-US" altLang="zh-CN"/>
              <a:t>or </a:t>
            </a:r>
            <a:r>
              <a:rPr lang="zh-CN" altLang="en-US"/>
              <a:t>预编译查询</a:t>
            </a:r>
          </a:p>
        </p:txBody>
      </p:sp>
      <p:graphicFrame>
        <p:nvGraphicFramePr>
          <p:cNvPr id="4" name="内容占位符 3">
            <a:extLst>
              <a:ext uri="{FF2B5EF4-FFF2-40B4-BE49-F238E27FC236}">
                <a16:creationId xmlns:a16="http://schemas.microsoft.com/office/drawing/2014/main" id="{89D1BA16-819E-0B3C-7898-CD35132DAF89}"/>
              </a:ext>
            </a:extLst>
          </p:cNvPr>
          <p:cNvGraphicFramePr>
            <a:graphicFrameLocks noGrp="1"/>
          </p:cNvGraphicFramePr>
          <p:nvPr>
            <p:ph sz="quarter" idx="19"/>
            <p:extLst>
              <p:ext uri="{D42A27DB-BD31-4B8C-83A1-F6EECF244321}">
                <p14:modId xmlns:p14="http://schemas.microsoft.com/office/powerpoint/2010/main" val="4235916474"/>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057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842DCF22-DF3F-48C4-BDDC-344A0E4E2CC6}"/>
                                            </p:graphicEl>
                                          </p:spTgt>
                                        </p:tgtEl>
                                        <p:attrNameLst>
                                          <p:attrName>style.visibility</p:attrName>
                                        </p:attrNameLst>
                                      </p:cBhvr>
                                      <p:to>
                                        <p:strVal val="visible"/>
                                      </p:to>
                                    </p:set>
                                    <p:anim calcmode="lin" valueType="num">
                                      <p:cBhvr additive="base">
                                        <p:cTn id="7" dur="500" fill="hold"/>
                                        <p:tgtEl>
                                          <p:spTgt spid="4">
                                            <p:graphicEl>
                                              <a:dgm id="{842DCF22-DF3F-48C4-BDDC-344A0E4E2CC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842DCF22-DF3F-48C4-BDDC-344A0E4E2CC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E9B64233-7556-4116-B9A7-AB4DB9ACB8B0}"/>
                                            </p:graphicEl>
                                          </p:spTgt>
                                        </p:tgtEl>
                                        <p:attrNameLst>
                                          <p:attrName>style.visibility</p:attrName>
                                        </p:attrNameLst>
                                      </p:cBhvr>
                                      <p:to>
                                        <p:strVal val="visible"/>
                                      </p:to>
                                    </p:set>
                                    <p:anim calcmode="lin" valueType="num">
                                      <p:cBhvr additive="base">
                                        <p:cTn id="13" dur="500" fill="hold"/>
                                        <p:tgtEl>
                                          <p:spTgt spid="4">
                                            <p:graphicEl>
                                              <a:dgm id="{E9B64233-7556-4116-B9A7-AB4DB9ACB8B0}"/>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E9B64233-7556-4116-B9A7-AB4DB9ACB8B0}"/>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7C998CA6-8EC9-418D-882C-A93C02715DBC}"/>
                                            </p:graphicEl>
                                          </p:spTgt>
                                        </p:tgtEl>
                                        <p:attrNameLst>
                                          <p:attrName>style.visibility</p:attrName>
                                        </p:attrNameLst>
                                      </p:cBhvr>
                                      <p:to>
                                        <p:strVal val="visible"/>
                                      </p:to>
                                    </p:set>
                                    <p:anim calcmode="lin" valueType="num">
                                      <p:cBhvr additive="base">
                                        <p:cTn id="19" dur="500" fill="hold"/>
                                        <p:tgtEl>
                                          <p:spTgt spid="4">
                                            <p:graphicEl>
                                              <a:dgm id="{7C998CA6-8EC9-418D-882C-A93C02715DB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7C998CA6-8EC9-418D-882C-A93C02715DBC}"/>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ADA6682C-D96C-497E-9982-5A86949ECA63}"/>
                                            </p:graphicEl>
                                          </p:spTgt>
                                        </p:tgtEl>
                                        <p:attrNameLst>
                                          <p:attrName>style.visibility</p:attrName>
                                        </p:attrNameLst>
                                      </p:cBhvr>
                                      <p:to>
                                        <p:strVal val="visible"/>
                                      </p:to>
                                    </p:set>
                                    <p:anim calcmode="lin" valueType="num">
                                      <p:cBhvr additive="base">
                                        <p:cTn id="25" dur="500" fill="hold"/>
                                        <p:tgtEl>
                                          <p:spTgt spid="4">
                                            <p:graphicEl>
                                              <a:dgm id="{ADA6682C-D96C-497E-9982-5A86949ECA6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ADA6682C-D96C-497E-9982-5A86949ECA63}"/>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1DAD5039-39CC-4387-84AC-B6329C865C58}"/>
                                            </p:graphicEl>
                                          </p:spTgt>
                                        </p:tgtEl>
                                        <p:attrNameLst>
                                          <p:attrName>style.visibility</p:attrName>
                                        </p:attrNameLst>
                                      </p:cBhvr>
                                      <p:to>
                                        <p:strVal val="visible"/>
                                      </p:to>
                                    </p:set>
                                    <p:anim calcmode="lin" valueType="num">
                                      <p:cBhvr additive="base">
                                        <p:cTn id="31" dur="500" fill="hold"/>
                                        <p:tgtEl>
                                          <p:spTgt spid="4">
                                            <p:graphicEl>
                                              <a:dgm id="{1DAD5039-39CC-4387-84AC-B6329C865C58}"/>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1DAD5039-39CC-4387-84AC-B6329C865C58}"/>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E5515EAE-2E0C-46D5-BC30-A060AB5F9ADB}"/>
                                            </p:graphicEl>
                                          </p:spTgt>
                                        </p:tgtEl>
                                        <p:attrNameLst>
                                          <p:attrName>style.visibility</p:attrName>
                                        </p:attrNameLst>
                                      </p:cBhvr>
                                      <p:to>
                                        <p:strVal val="visible"/>
                                      </p:to>
                                    </p:set>
                                    <p:anim calcmode="lin" valueType="num">
                                      <p:cBhvr additive="base">
                                        <p:cTn id="37" dur="500" fill="hold"/>
                                        <p:tgtEl>
                                          <p:spTgt spid="4">
                                            <p:graphicEl>
                                              <a:dgm id="{E5515EAE-2E0C-46D5-BC30-A060AB5F9ADB}"/>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E5515EAE-2E0C-46D5-BC30-A060AB5F9AD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804C2D1-C98D-1352-ACC7-77340EE2365F}"/>
              </a:ext>
            </a:extLst>
          </p:cNvPr>
          <p:cNvSpPr>
            <a:spLocks noGrp="1"/>
          </p:cNvSpPr>
          <p:nvPr>
            <p:ph type="body" sz="quarter" idx="18"/>
          </p:nvPr>
        </p:nvSpPr>
        <p:spPr/>
        <p:txBody>
          <a:bodyPr/>
          <a:lstStyle/>
          <a:p>
            <a:r>
              <a:rPr lang="zh-CN" altLang="en-US"/>
              <a:t>系统各核心功能查询方法分析</a:t>
            </a:r>
          </a:p>
        </p:txBody>
      </p:sp>
      <p:pic>
        <p:nvPicPr>
          <p:cNvPr id="5" name="内容占位符 4">
            <a:extLst>
              <a:ext uri="{FF2B5EF4-FFF2-40B4-BE49-F238E27FC236}">
                <a16:creationId xmlns:a16="http://schemas.microsoft.com/office/drawing/2014/main" id="{6E106C38-4D40-3E4D-0235-8FB53D3C9F77}"/>
              </a:ext>
            </a:extLst>
          </p:cNvPr>
          <p:cNvPicPr>
            <a:picLocks noGrp="1" noChangeAspect="1"/>
          </p:cNvPicPr>
          <p:nvPr>
            <p:ph sz="quarter" idx="19"/>
          </p:nvPr>
        </p:nvPicPr>
        <p:blipFill>
          <a:blip r:embed="rId2"/>
          <a:stretch>
            <a:fillRect/>
          </a:stretch>
        </p:blipFill>
        <p:spPr>
          <a:xfrm>
            <a:off x="754778" y="1279126"/>
            <a:ext cx="10895238" cy="3066667"/>
          </a:xfrm>
          <a:prstGeom prst="rect">
            <a:avLst/>
          </a:prstGeom>
        </p:spPr>
      </p:pic>
    </p:spTree>
    <p:extLst>
      <p:ext uri="{BB962C8B-B14F-4D97-AF65-F5344CB8AC3E}">
        <p14:creationId xmlns:p14="http://schemas.microsoft.com/office/powerpoint/2010/main" val="1038550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875DDEA-F1B8-5406-84D0-7E77605CF374}"/>
              </a:ext>
            </a:extLst>
          </p:cNvPr>
          <p:cNvSpPr>
            <a:spLocks noGrp="1"/>
          </p:cNvSpPr>
          <p:nvPr>
            <p:ph type="body" sz="quarter" idx="18"/>
          </p:nvPr>
        </p:nvSpPr>
        <p:spPr/>
        <p:txBody>
          <a:bodyPr/>
          <a:lstStyle/>
          <a:p>
            <a:r>
              <a:rPr lang="en-US" altLang="zh-CN"/>
              <a:t>PDO</a:t>
            </a:r>
            <a:r>
              <a:rPr lang="zh-CN" altLang="en-US"/>
              <a:t>原生查询方法</a:t>
            </a:r>
            <a:r>
              <a:rPr lang="en-US" altLang="zh-CN"/>
              <a:t>——</a:t>
            </a:r>
            <a:r>
              <a:rPr lang="zh-CN" altLang="en-US"/>
              <a:t>连接与配置</a:t>
            </a:r>
          </a:p>
        </p:txBody>
      </p:sp>
      <p:pic>
        <p:nvPicPr>
          <p:cNvPr id="5" name="内容占位符 4">
            <a:extLst>
              <a:ext uri="{FF2B5EF4-FFF2-40B4-BE49-F238E27FC236}">
                <a16:creationId xmlns:a16="http://schemas.microsoft.com/office/drawing/2014/main" id="{93C148D8-678E-AA85-237A-82D23A388CBF}"/>
              </a:ext>
            </a:extLst>
          </p:cNvPr>
          <p:cNvPicPr>
            <a:picLocks noGrp="1" noChangeAspect="1"/>
          </p:cNvPicPr>
          <p:nvPr>
            <p:ph sz="quarter" idx="19"/>
          </p:nvPr>
        </p:nvPicPr>
        <p:blipFill>
          <a:blip r:embed="rId2"/>
          <a:stretch>
            <a:fillRect/>
          </a:stretch>
        </p:blipFill>
        <p:spPr>
          <a:xfrm>
            <a:off x="1162745" y="1126802"/>
            <a:ext cx="9733333" cy="4285714"/>
          </a:xfrm>
          <a:prstGeom prst="rect">
            <a:avLst/>
          </a:prstGeom>
        </p:spPr>
      </p:pic>
    </p:spTree>
    <p:extLst>
      <p:ext uri="{BB962C8B-B14F-4D97-AF65-F5344CB8AC3E}">
        <p14:creationId xmlns:p14="http://schemas.microsoft.com/office/powerpoint/2010/main" val="211969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4422088-7C8E-39D8-B6C9-1F03AF76DCE9}"/>
              </a:ext>
            </a:extLst>
          </p:cNvPr>
          <p:cNvSpPr>
            <a:spLocks noGrp="1"/>
          </p:cNvSpPr>
          <p:nvPr>
            <p:ph type="body" sz="quarter" idx="18"/>
          </p:nvPr>
        </p:nvSpPr>
        <p:spPr/>
        <p:txBody>
          <a:bodyPr/>
          <a:lstStyle/>
          <a:p>
            <a:r>
              <a:rPr lang="en-US" altLang="zh-CN"/>
              <a:t>PDO</a:t>
            </a:r>
            <a:r>
              <a:rPr lang="zh-CN" altLang="en-US"/>
              <a:t>原生查询方法</a:t>
            </a:r>
            <a:r>
              <a:rPr lang="en-US" altLang="zh-CN"/>
              <a:t>——</a:t>
            </a:r>
            <a:r>
              <a:rPr lang="zh-CN" altLang="en-US"/>
              <a:t>结果处理类</a:t>
            </a:r>
          </a:p>
        </p:txBody>
      </p:sp>
      <p:pic>
        <p:nvPicPr>
          <p:cNvPr id="7" name="内容占位符 6">
            <a:extLst>
              <a:ext uri="{FF2B5EF4-FFF2-40B4-BE49-F238E27FC236}">
                <a16:creationId xmlns:a16="http://schemas.microsoft.com/office/drawing/2014/main" id="{19768A2D-6445-02F8-D7B3-A113B2ED57C6}"/>
              </a:ext>
            </a:extLst>
          </p:cNvPr>
          <p:cNvPicPr>
            <a:picLocks noGrp="1" noChangeAspect="1"/>
          </p:cNvPicPr>
          <p:nvPr>
            <p:ph sz="quarter" idx="19"/>
          </p:nvPr>
        </p:nvPicPr>
        <p:blipFill>
          <a:blip r:embed="rId2"/>
          <a:stretch>
            <a:fillRect/>
          </a:stretch>
        </p:blipFill>
        <p:spPr>
          <a:xfrm>
            <a:off x="715047" y="1000428"/>
            <a:ext cx="10761905" cy="4857143"/>
          </a:xfrm>
          <a:prstGeom prst="rect">
            <a:avLst/>
          </a:prstGeom>
        </p:spPr>
      </p:pic>
    </p:spTree>
    <p:extLst>
      <p:ext uri="{BB962C8B-B14F-4D97-AF65-F5344CB8AC3E}">
        <p14:creationId xmlns:p14="http://schemas.microsoft.com/office/powerpoint/2010/main" val="124294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0EAE82F-1EF0-9318-DA01-865130137A13}"/>
              </a:ext>
            </a:extLst>
          </p:cNvPr>
          <p:cNvSpPr>
            <a:spLocks noGrp="1"/>
          </p:cNvSpPr>
          <p:nvPr>
            <p:ph type="body" idx="1"/>
          </p:nvPr>
        </p:nvSpPr>
        <p:spPr/>
        <p:txBody>
          <a:bodyPr/>
          <a:lstStyle/>
          <a:p>
            <a:r>
              <a:rPr lang="en-US" altLang="zh-CN"/>
              <a:t>execute</a:t>
            </a:r>
            <a:endParaRPr lang="zh-CN" altLang="en-US"/>
          </a:p>
        </p:txBody>
      </p:sp>
      <p:sp>
        <p:nvSpPr>
          <p:cNvPr id="4" name="文本占位符 3">
            <a:extLst>
              <a:ext uri="{FF2B5EF4-FFF2-40B4-BE49-F238E27FC236}">
                <a16:creationId xmlns:a16="http://schemas.microsoft.com/office/drawing/2014/main" id="{E4AA4ACE-F19D-28C6-65C5-A162954DF7F6}"/>
              </a:ext>
            </a:extLst>
          </p:cNvPr>
          <p:cNvSpPr>
            <a:spLocks noGrp="1"/>
          </p:cNvSpPr>
          <p:nvPr>
            <p:ph type="body" sz="quarter" idx="3"/>
          </p:nvPr>
        </p:nvSpPr>
        <p:spPr/>
        <p:txBody>
          <a:bodyPr/>
          <a:lstStyle/>
          <a:p>
            <a:r>
              <a:rPr lang="en-US" altLang="zh-CN"/>
              <a:t>bindParam</a:t>
            </a:r>
            <a:endParaRPr lang="zh-CN" altLang="en-US"/>
          </a:p>
        </p:txBody>
      </p:sp>
      <p:pic>
        <p:nvPicPr>
          <p:cNvPr id="11" name="内容占位符 10">
            <a:extLst>
              <a:ext uri="{FF2B5EF4-FFF2-40B4-BE49-F238E27FC236}">
                <a16:creationId xmlns:a16="http://schemas.microsoft.com/office/drawing/2014/main" id="{5813292E-9574-C5E7-6BAF-5825476FDE50}"/>
              </a:ext>
            </a:extLst>
          </p:cNvPr>
          <p:cNvPicPr>
            <a:picLocks noGrp="1" noChangeAspect="1"/>
          </p:cNvPicPr>
          <p:nvPr>
            <p:ph sz="quarter" idx="20"/>
          </p:nvPr>
        </p:nvPicPr>
        <p:blipFill>
          <a:blip r:embed="rId2"/>
          <a:stretch>
            <a:fillRect/>
          </a:stretch>
        </p:blipFill>
        <p:spPr>
          <a:xfrm>
            <a:off x="6096000" y="1875192"/>
            <a:ext cx="4742857" cy="1485714"/>
          </a:xfrm>
          <a:prstGeom prst="rect">
            <a:avLst/>
          </a:prstGeom>
        </p:spPr>
      </p:pic>
      <p:sp>
        <p:nvSpPr>
          <p:cNvPr id="5" name="文本占位符 4">
            <a:extLst>
              <a:ext uri="{FF2B5EF4-FFF2-40B4-BE49-F238E27FC236}">
                <a16:creationId xmlns:a16="http://schemas.microsoft.com/office/drawing/2014/main" id="{02984CCF-F0D9-34B1-FF1D-D24774CEE2C8}"/>
              </a:ext>
            </a:extLst>
          </p:cNvPr>
          <p:cNvSpPr>
            <a:spLocks noGrp="1"/>
          </p:cNvSpPr>
          <p:nvPr>
            <p:ph type="body" sz="quarter" idx="18"/>
          </p:nvPr>
        </p:nvSpPr>
        <p:spPr/>
        <p:txBody>
          <a:bodyPr/>
          <a:lstStyle/>
          <a:p>
            <a:r>
              <a:rPr lang="zh-CN" altLang="en-US"/>
              <a:t>参数绑定的方式选择</a:t>
            </a:r>
          </a:p>
        </p:txBody>
      </p:sp>
      <p:sp>
        <p:nvSpPr>
          <p:cNvPr id="13" name="文本框 12">
            <a:extLst>
              <a:ext uri="{FF2B5EF4-FFF2-40B4-BE49-F238E27FC236}">
                <a16:creationId xmlns:a16="http://schemas.microsoft.com/office/drawing/2014/main" id="{3C0D4AC4-D1F7-1826-F634-944237AEB989}"/>
              </a:ext>
            </a:extLst>
          </p:cNvPr>
          <p:cNvSpPr txBox="1"/>
          <p:nvPr/>
        </p:nvSpPr>
        <p:spPr>
          <a:xfrm>
            <a:off x="561739" y="4955119"/>
            <a:ext cx="4547241" cy="14219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lvl="0" algn="l" defTabSz="1111250">
              <a:lnSpc>
                <a:spcPct val="90000"/>
              </a:lnSpc>
              <a:spcBef>
                <a:spcPct val="0"/>
              </a:spcBef>
              <a:spcAft>
                <a:spcPct val="15000"/>
              </a:spcAft>
            </a:pPr>
            <a:r>
              <a:rPr lang="zh-CN" altLang="en-US" sz="2400" kern="1200">
                <a:solidFill>
                  <a:srgbClr val="000000">
                    <a:hueOff val="0"/>
                    <a:satOff val="0"/>
                    <a:lumOff val="0"/>
                    <a:alphaOff val="0"/>
                  </a:srgbClr>
                </a:solidFill>
                <a:latin typeface="Arial"/>
                <a:ea typeface="微软雅黑"/>
                <a:cs typeface="+mn-cs"/>
              </a:rPr>
              <a:t>绑定变量时采用值传递，可以绑定变量、值或表达式，每次执行都 需要重新传递参数，适合单次执行</a:t>
            </a:r>
          </a:p>
        </p:txBody>
      </p:sp>
      <p:sp>
        <p:nvSpPr>
          <p:cNvPr id="15" name="文本框 14">
            <a:extLst>
              <a:ext uri="{FF2B5EF4-FFF2-40B4-BE49-F238E27FC236}">
                <a16:creationId xmlns:a16="http://schemas.microsoft.com/office/drawing/2014/main" id="{17409751-DE97-74F1-AD9E-4AC3C1C13B89}"/>
              </a:ext>
            </a:extLst>
          </p:cNvPr>
          <p:cNvSpPr txBox="1"/>
          <p:nvPr/>
        </p:nvSpPr>
        <p:spPr>
          <a:xfrm>
            <a:off x="6321695" y="4872019"/>
            <a:ext cx="4742857"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lvl="0"/>
            <a:r>
              <a:rPr lang="zh-CN" altLang="en-US" sz="2400"/>
              <a:t>采用引用传递，只能绑定变量， 不能绑定值或表达式，但只需绑定一次，后续修改变量值即可重复执行，适合批量操作。</a:t>
            </a:r>
          </a:p>
        </p:txBody>
      </p:sp>
      <p:pic>
        <p:nvPicPr>
          <p:cNvPr id="19" name="内容占位符 18">
            <a:extLst>
              <a:ext uri="{FF2B5EF4-FFF2-40B4-BE49-F238E27FC236}">
                <a16:creationId xmlns:a16="http://schemas.microsoft.com/office/drawing/2014/main" id="{2DDB9D02-9664-CBE3-707B-4FA89888E474}"/>
              </a:ext>
            </a:extLst>
          </p:cNvPr>
          <p:cNvPicPr>
            <a:picLocks noGrp="1" noChangeAspect="1"/>
          </p:cNvPicPr>
          <p:nvPr>
            <p:ph sz="quarter" idx="19"/>
          </p:nvPr>
        </p:nvPicPr>
        <p:blipFill>
          <a:blip r:embed="rId3"/>
          <a:stretch>
            <a:fillRect/>
          </a:stretch>
        </p:blipFill>
        <p:spPr>
          <a:xfrm>
            <a:off x="561739" y="1779781"/>
            <a:ext cx="4859337" cy="1943734"/>
          </a:xfrm>
          <a:prstGeom prst="rect">
            <a:avLst/>
          </a:prstGeom>
        </p:spPr>
      </p:pic>
    </p:spTree>
    <p:extLst>
      <p:ext uri="{BB962C8B-B14F-4D97-AF65-F5344CB8AC3E}">
        <p14:creationId xmlns:p14="http://schemas.microsoft.com/office/powerpoint/2010/main" val="232332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CE13EF0-8051-5D19-84AB-BC771D4B772B}"/>
              </a:ext>
            </a:extLst>
          </p:cNvPr>
          <p:cNvSpPr>
            <a:spLocks noGrp="1"/>
          </p:cNvSpPr>
          <p:nvPr>
            <p:ph type="body" sz="quarter" idx="18"/>
          </p:nvPr>
        </p:nvSpPr>
        <p:spPr/>
        <p:txBody>
          <a:bodyPr/>
          <a:lstStyle/>
          <a:p>
            <a:r>
              <a:rPr lang="zh-CN" altLang="en-US"/>
              <a:t>参数绑定的方式选择</a:t>
            </a:r>
          </a:p>
        </p:txBody>
      </p:sp>
      <p:graphicFrame>
        <p:nvGraphicFramePr>
          <p:cNvPr id="4" name="内容占位符 3">
            <a:extLst>
              <a:ext uri="{FF2B5EF4-FFF2-40B4-BE49-F238E27FC236}">
                <a16:creationId xmlns:a16="http://schemas.microsoft.com/office/drawing/2014/main" id="{3E1E3F7A-76CE-15B3-3CA3-90DACD386C3F}"/>
              </a:ext>
            </a:extLst>
          </p:cNvPr>
          <p:cNvGraphicFramePr>
            <a:graphicFrameLocks noGrp="1"/>
          </p:cNvGraphicFramePr>
          <p:nvPr>
            <p:ph sz="quarter" idx="19"/>
            <p:extLst>
              <p:ext uri="{D42A27DB-BD31-4B8C-83A1-F6EECF244321}">
                <p14:modId xmlns:p14="http://schemas.microsoft.com/office/powerpoint/2010/main" val="79361070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0080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4092107-FA92-6412-E92B-E7D2B04D081A}"/>
              </a:ext>
            </a:extLst>
          </p:cNvPr>
          <p:cNvSpPr>
            <a:spLocks noGrp="1"/>
          </p:cNvSpPr>
          <p:nvPr>
            <p:ph type="body" sz="quarter" idx="18"/>
          </p:nvPr>
        </p:nvSpPr>
        <p:spPr/>
        <p:txBody>
          <a:bodyPr/>
          <a:lstStyle/>
          <a:p>
            <a:r>
              <a:rPr lang="zh-CN" altLang="en-US"/>
              <a:t>系统各核心功能的预编译查询时参数绑定分析</a:t>
            </a:r>
          </a:p>
        </p:txBody>
      </p:sp>
      <p:pic>
        <p:nvPicPr>
          <p:cNvPr id="5" name="内容占位符 4">
            <a:extLst>
              <a:ext uri="{FF2B5EF4-FFF2-40B4-BE49-F238E27FC236}">
                <a16:creationId xmlns:a16="http://schemas.microsoft.com/office/drawing/2014/main" id="{1D03BD9A-2266-57D0-BB21-0A65C68DCE2A}"/>
              </a:ext>
            </a:extLst>
          </p:cNvPr>
          <p:cNvPicPr>
            <a:picLocks noGrp="1" noChangeAspect="1"/>
          </p:cNvPicPr>
          <p:nvPr>
            <p:ph sz="quarter" idx="19"/>
          </p:nvPr>
        </p:nvPicPr>
        <p:blipFill>
          <a:blip r:embed="rId2"/>
          <a:stretch>
            <a:fillRect/>
          </a:stretch>
        </p:blipFill>
        <p:spPr>
          <a:xfrm>
            <a:off x="1876952" y="1016478"/>
            <a:ext cx="8438095" cy="3066667"/>
          </a:xfrm>
          <a:prstGeom prst="rect">
            <a:avLst/>
          </a:prstGeom>
        </p:spPr>
      </p:pic>
    </p:spTree>
    <p:extLst>
      <p:ext uri="{BB962C8B-B14F-4D97-AF65-F5344CB8AC3E}">
        <p14:creationId xmlns:p14="http://schemas.microsoft.com/office/powerpoint/2010/main" val="2112028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ADD25CE-7121-682A-2732-346BB045477D}"/>
              </a:ext>
            </a:extLst>
          </p:cNvPr>
          <p:cNvSpPr>
            <a:spLocks noGrp="1"/>
          </p:cNvSpPr>
          <p:nvPr>
            <p:ph type="body" sz="quarter" idx="18"/>
          </p:nvPr>
        </p:nvSpPr>
        <p:spPr/>
        <p:txBody>
          <a:bodyPr/>
          <a:lstStyle/>
          <a:p>
            <a:r>
              <a:rPr lang="zh-CN" altLang="en-US"/>
              <a:t>练习</a:t>
            </a:r>
            <a:r>
              <a:rPr lang="en-US" altLang="zh-CN"/>
              <a:t>2</a:t>
            </a:r>
            <a:endParaRPr lang="zh-CN" altLang="en-US"/>
          </a:p>
        </p:txBody>
      </p:sp>
      <p:sp>
        <p:nvSpPr>
          <p:cNvPr id="3" name="内容占位符 2">
            <a:extLst>
              <a:ext uri="{FF2B5EF4-FFF2-40B4-BE49-F238E27FC236}">
                <a16:creationId xmlns:a16="http://schemas.microsoft.com/office/drawing/2014/main" id="{9791B862-3B98-F19D-53F3-0A98526B2971}"/>
              </a:ext>
            </a:extLst>
          </p:cNvPr>
          <p:cNvSpPr>
            <a:spLocks noGrp="1"/>
          </p:cNvSpPr>
          <p:nvPr>
            <p:ph sz="quarter" idx="19"/>
          </p:nvPr>
        </p:nvSpPr>
        <p:spPr/>
        <p:txBody>
          <a:bodyPr/>
          <a:lstStyle/>
          <a:p>
            <a:r>
              <a:rPr lang="zh-CN" altLang="en-US"/>
              <a:t>在入口文件为老师登录验证编写</a:t>
            </a:r>
            <a:r>
              <a:rPr lang="en-US" altLang="zh-CN"/>
              <a:t>SQL</a:t>
            </a:r>
            <a:r>
              <a:rPr lang="zh-CN" altLang="en-US"/>
              <a:t>模板，并通过</a:t>
            </a:r>
            <a:r>
              <a:rPr lang="en-US" altLang="zh-CN"/>
              <a:t>execute</a:t>
            </a:r>
            <a:r>
              <a:rPr lang="zh-CN" altLang="en-US"/>
              <a:t>完成参数绑定，要求：</a:t>
            </a:r>
            <a:endParaRPr lang="en-US" altLang="zh-CN"/>
          </a:p>
          <a:p>
            <a:pPr lvl="1"/>
            <a:r>
              <a:rPr lang="zh-CN" altLang="en-US"/>
              <a:t>使用问号占位符；</a:t>
            </a:r>
            <a:endParaRPr lang="en-US" altLang="zh-CN"/>
          </a:p>
          <a:p>
            <a:pPr lvl="1"/>
            <a:r>
              <a:rPr lang="en-US" altLang="zh-CN"/>
              <a:t>execute</a:t>
            </a:r>
            <a:r>
              <a:rPr lang="zh-CN" altLang="en-US"/>
              <a:t>直接使用索引数组，绑定老师登录的工号和密码的值；</a:t>
            </a:r>
            <a:endParaRPr lang="en-US" altLang="zh-CN"/>
          </a:p>
          <a:p>
            <a:pPr lvl="1"/>
            <a:r>
              <a:rPr lang="zh-CN" altLang="en-US"/>
              <a:t>成功或失败都使用</a:t>
            </a:r>
            <a:r>
              <a:rPr lang="en-US" altLang="zh-CN"/>
              <a:t>ApiResponse</a:t>
            </a:r>
            <a:r>
              <a:rPr lang="zh-CN" altLang="en-US"/>
              <a:t>类的方法返回结果。</a:t>
            </a:r>
          </a:p>
        </p:txBody>
      </p:sp>
    </p:spTree>
    <p:extLst>
      <p:ext uri="{BB962C8B-B14F-4D97-AF65-F5344CB8AC3E}">
        <p14:creationId xmlns:p14="http://schemas.microsoft.com/office/powerpoint/2010/main" val="98842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16470E7A-21CD-DF66-776A-49FA70581074}"/>
              </a:ext>
            </a:extLst>
          </p:cNvPr>
          <p:cNvPicPr>
            <a:picLocks noGrp="1" noChangeAspect="1"/>
          </p:cNvPicPr>
          <p:nvPr>
            <p:ph sz="quarter" idx="20"/>
          </p:nvPr>
        </p:nvPicPr>
        <p:blipFill>
          <a:blip r:embed="rId2"/>
          <a:stretch>
            <a:fillRect/>
          </a:stretch>
        </p:blipFill>
        <p:spPr>
          <a:xfrm>
            <a:off x="6508750" y="1053259"/>
            <a:ext cx="5461000" cy="5267419"/>
          </a:xfrm>
          <a:prstGeom prst="rect">
            <a:avLst/>
          </a:prstGeom>
        </p:spPr>
      </p:pic>
      <p:sp>
        <p:nvSpPr>
          <p:cNvPr id="4" name="文本占位符 3">
            <a:extLst>
              <a:ext uri="{FF2B5EF4-FFF2-40B4-BE49-F238E27FC236}">
                <a16:creationId xmlns:a16="http://schemas.microsoft.com/office/drawing/2014/main" id="{5F8909AA-225F-AF11-6566-5B8494F8C45F}"/>
              </a:ext>
            </a:extLst>
          </p:cNvPr>
          <p:cNvSpPr>
            <a:spLocks noGrp="1"/>
          </p:cNvSpPr>
          <p:nvPr>
            <p:ph type="body" sz="quarter" idx="18"/>
          </p:nvPr>
        </p:nvSpPr>
        <p:spPr/>
        <p:txBody>
          <a:bodyPr/>
          <a:lstStyle/>
          <a:p>
            <a:r>
              <a:rPr lang="zh-CN" altLang="en-US"/>
              <a:t>登录验证效果</a:t>
            </a:r>
          </a:p>
        </p:txBody>
      </p:sp>
      <p:pic>
        <p:nvPicPr>
          <p:cNvPr id="11" name="内容占位符 10">
            <a:extLst>
              <a:ext uri="{FF2B5EF4-FFF2-40B4-BE49-F238E27FC236}">
                <a16:creationId xmlns:a16="http://schemas.microsoft.com/office/drawing/2014/main" id="{FFB11039-7C63-3468-95B7-867A714D9A02}"/>
              </a:ext>
            </a:extLst>
          </p:cNvPr>
          <p:cNvPicPr>
            <a:picLocks noGrp="1" noChangeAspect="1"/>
          </p:cNvPicPr>
          <p:nvPr>
            <p:ph sz="quarter" idx="19"/>
          </p:nvPr>
        </p:nvPicPr>
        <p:blipFill>
          <a:blip r:embed="rId3"/>
          <a:stretch>
            <a:fillRect/>
          </a:stretch>
        </p:blipFill>
        <p:spPr>
          <a:xfrm>
            <a:off x="850900" y="1367631"/>
            <a:ext cx="5461000" cy="4699000"/>
          </a:xfrm>
          <a:prstGeom prst="rect">
            <a:avLst/>
          </a:prstGeom>
        </p:spPr>
      </p:pic>
    </p:spTree>
    <p:extLst>
      <p:ext uri="{BB962C8B-B14F-4D97-AF65-F5344CB8AC3E}">
        <p14:creationId xmlns:p14="http://schemas.microsoft.com/office/powerpoint/2010/main" val="1855657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D7F30D1-AE6B-3376-CE1F-3470953584F5}"/>
              </a:ext>
            </a:extLst>
          </p:cNvPr>
          <p:cNvSpPr>
            <a:spLocks noGrp="1"/>
          </p:cNvSpPr>
          <p:nvPr>
            <p:ph type="body" sz="quarter" idx="18"/>
          </p:nvPr>
        </p:nvSpPr>
        <p:spPr/>
        <p:txBody>
          <a:bodyPr/>
          <a:lstStyle/>
          <a:p>
            <a:r>
              <a:rPr lang="zh-CN" altLang="en-US"/>
              <a:t>练习</a:t>
            </a:r>
            <a:r>
              <a:rPr lang="en-US" altLang="zh-CN"/>
              <a:t>2</a:t>
            </a:r>
            <a:r>
              <a:rPr lang="zh-CN" altLang="en-US"/>
              <a:t>完善：使用客户端的请求体获取登录信息</a:t>
            </a:r>
          </a:p>
        </p:txBody>
      </p:sp>
      <p:graphicFrame>
        <p:nvGraphicFramePr>
          <p:cNvPr id="6" name="内容占位符 5">
            <a:extLst>
              <a:ext uri="{FF2B5EF4-FFF2-40B4-BE49-F238E27FC236}">
                <a16:creationId xmlns:a16="http://schemas.microsoft.com/office/drawing/2014/main" id="{387784E9-7493-D621-4B10-C5AED78D3BBB}"/>
              </a:ext>
            </a:extLst>
          </p:cNvPr>
          <p:cNvGraphicFramePr>
            <a:graphicFrameLocks noGrp="1"/>
          </p:cNvGraphicFramePr>
          <p:nvPr>
            <p:ph sz="quarter" idx="19"/>
            <p:extLst>
              <p:ext uri="{D42A27DB-BD31-4B8C-83A1-F6EECF244321}">
                <p14:modId xmlns:p14="http://schemas.microsoft.com/office/powerpoint/2010/main" val="564825539"/>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605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3FA2F3E5-43AD-4A26-9F24-2A3B3E54E046}"/>
                                            </p:graphicEl>
                                          </p:spTgt>
                                        </p:tgtEl>
                                        <p:attrNameLst>
                                          <p:attrName>style.visibility</p:attrName>
                                        </p:attrNameLst>
                                      </p:cBhvr>
                                      <p:to>
                                        <p:strVal val="visible"/>
                                      </p:to>
                                    </p:set>
                                    <p:animEffect transition="in" filter="fade">
                                      <p:cBhvr>
                                        <p:cTn id="7" dur="1000"/>
                                        <p:tgtEl>
                                          <p:spTgt spid="6">
                                            <p:graphicEl>
                                              <a:dgm id="{3FA2F3E5-43AD-4A26-9F24-2A3B3E54E046}"/>
                                            </p:graphicEl>
                                          </p:spTgt>
                                        </p:tgtEl>
                                      </p:cBhvr>
                                    </p:animEffect>
                                    <p:anim calcmode="lin" valueType="num">
                                      <p:cBhvr>
                                        <p:cTn id="8" dur="1000" fill="hold"/>
                                        <p:tgtEl>
                                          <p:spTgt spid="6">
                                            <p:graphicEl>
                                              <a:dgm id="{3FA2F3E5-43AD-4A26-9F24-2A3B3E54E046}"/>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3FA2F3E5-43AD-4A26-9F24-2A3B3E54E046}"/>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78A7E45C-29DA-4AD5-AD9D-2B7265B9F1CF}"/>
                                            </p:graphicEl>
                                          </p:spTgt>
                                        </p:tgtEl>
                                        <p:attrNameLst>
                                          <p:attrName>style.visibility</p:attrName>
                                        </p:attrNameLst>
                                      </p:cBhvr>
                                      <p:to>
                                        <p:strVal val="visible"/>
                                      </p:to>
                                    </p:set>
                                    <p:animEffect transition="in" filter="fade">
                                      <p:cBhvr>
                                        <p:cTn id="14" dur="1000"/>
                                        <p:tgtEl>
                                          <p:spTgt spid="6">
                                            <p:graphicEl>
                                              <a:dgm id="{78A7E45C-29DA-4AD5-AD9D-2B7265B9F1CF}"/>
                                            </p:graphicEl>
                                          </p:spTgt>
                                        </p:tgtEl>
                                      </p:cBhvr>
                                    </p:animEffect>
                                    <p:anim calcmode="lin" valueType="num">
                                      <p:cBhvr>
                                        <p:cTn id="15" dur="1000" fill="hold"/>
                                        <p:tgtEl>
                                          <p:spTgt spid="6">
                                            <p:graphicEl>
                                              <a:dgm id="{78A7E45C-29DA-4AD5-AD9D-2B7265B9F1CF}"/>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78A7E45C-29DA-4AD5-AD9D-2B7265B9F1CF}"/>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FEC4516B-EB58-4989-81CD-75B037078705}"/>
                                            </p:graphicEl>
                                          </p:spTgt>
                                        </p:tgtEl>
                                        <p:attrNameLst>
                                          <p:attrName>style.visibility</p:attrName>
                                        </p:attrNameLst>
                                      </p:cBhvr>
                                      <p:to>
                                        <p:strVal val="visible"/>
                                      </p:to>
                                    </p:set>
                                    <p:animEffect transition="in" filter="fade">
                                      <p:cBhvr>
                                        <p:cTn id="21" dur="1000"/>
                                        <p:tgtEl>
                                          <p:spTgt spid="6">
                                            <p:graphicEl>
                                              <a:dgm id="{FEC4516B-EB58-4989-81CD-75B037078705}"/>
                                            </p:graphicEl>
                                          </p:spTgt>
                                        </p:tgtEl>
                                      </p:cBhvr>
                                    </p:animEffect>
                                    <p:anim calcmode="lin" valueType="num">
                                      <p:cBhvr>
                                        <p:cTn id="22" dur="1000" fill="hold"/>
                                        <p:tgtEl>
                                          <p:spTgt spid="6">
                                            <p:graphicEl>
                                              <a:dgm id="{FEC4516B-EB58-4989-81CD-75B037078705}"/>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FEC4516B-EB58-4989-81CD-75B037078705}"/>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91B150BA-B28B-4F67-B1BC-4D0AAB545AB6}"/>
                                            </p:graphicEl>
                                          </p:spTgt>
                                        </p:tgtEl>
                                        <p:attrNameLst>
                                          <p:attrName>style.visibility</p:attrName>
                                        </p:attrNameLst>
                                      </p:cBhvr>
                                      <p:to>
                                        <p:strVal val="visible"/>
                                      </p:to>
                                    </p:set>
                                    <p:animEffect transition="in" filter="fade">
                                      <p:cBhvr>
                                        <p:cTn id="28" dur="1000"/>
                                        <p:tgtEl>
                                          <p:spTgt spid="6">
                                            <p:graphicEl>
                                              <a:dgm id="{91B150BA-B28B-4F67-B1BC-4D0AAB545AB6}"/>
                                            </p:graphicEl>
                                          </p:spTgt>
                                        </p:tgtEl>
                                      </p:cBhvr>
                                    </p:animEffect>
                                    <p:anim calcmode="lin" valueType="num">
                                      <p:cBhvr>
                                        <p:cTn id="29" dur="1000" fill="hold"/>
                                        <p:tgtEl>
                                          <p:spTgt spid="6">
                                            <p:graphicEl>
                                              <a:dgm id="{91B150BA-B28B-4F67-B1BC-4D0AAB545AB6}"/>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91B150BA-B28B-4F67-B1BC-4D0AAB545AB6}"/>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graphicEl>
                                              <a:dgm id="{4727DF91-B2A1-45CE-B7EB-097A5E171FAF}"/>
                                            </p:graphicEl>
                                          </p:spTgt>
                                        </p:tgtEl>
                                        <p:attrNameLst>
                                          <p:attrName>style.visibility</p:attrName>
                                        </p:attrNameLst>
                                      </p:cBhvr>
                                      <p:to>
                                        <p:strVal val="visible"/>
                                      </p:to>
                                    </p:set>
                                    <p:animEffect transition="in" filter="fade">
                                      <p:cBhvr>
                                        <p:cTn id="35" dur="1000"/>
                                        <p:tgtEl>
                                          <p:spTgt spid="6">
                                            <p:graphicEl>
                                              <a:dgm id="{4727DF91-B2A1-45CE-B7EB-097A5E171FAF}"/>
                                            </p:graphicEl>
                                          </p:spTgt>
                                        </p:tgtEl>
                                      </p:cBhvr>
                                    </p:animEffect>
                                    <p:anim calcmode="lin" valueType="num">
                                      <p:cBhvr>
                                        <p:cTn id="36" dur="1000" fill="hold"/>
                                        <p:tgtEl>
                                          <p:spTgt spid="6">
                                            <p:graphicEl>
                                              <a:dgm id="{4727DF91-B2A1-45CE-B7EB-097A5E171FAF}"/>
                                            </p:graphicEl>
                                          </p:spTgt>
                                        </p:tgtEl>
                                        <p:attrNameLst>
                                          <p:attrName>ppt_x</p:attrName>
                                        </p:attrNameLst>
                                      </p:cBhvr>
                                      <p:tavLst>
                                        <p:tav tm="0">
                                          <p:val>
                                            <p:strVal val="#ppt_x"/>
                                          </p:val>
                                        </p:tav>
                                        <p:tav tm="100000">
                                          <p:val>
                                            <p:strVal val="#ppt_x"/>
                                          </p:val>
                                        </p:tav>
                                      </p:tavLst>
                                    </p:anim>
                                    <p:anim calcmode="lin" valueType="num">
                                      <p:cBhvr>
                                        <p:cTn id="37" dur="1000" fill="hold"/>
                                        <p:tgtEl>
                                          <p:spTgt spid="6">
                                            <p:graphicEl>
                                              <a:dgm id="{4727DF91-B2A1-45CE-B7EB-097A5E171FAF}"/>
                                            </p:graphic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graphicEl>
                                              <a:dgm id="{C639B907-223A-4502-A169-7AFEB33F9EAE}"/>
                                            </p:graphicEl>
                                          </p:spTgt>
                                        </p:tgtEl>
                                        <p:attrNameLst>
                                          <p:attrName>style.visibility</p:attrName>
                                        </p:attrNameLst>
                                      </p:cBhvr>
                                      <p:to>
                                        <p:strVal val="visible"/>
                                      </p:to>
                                    </p:set>
                                    <p:animEffect transition="in" filter="fade">
                                      <p:cBhvr>
                                        <p:cTn id="42" dur="1000"/>
                                        <p:tgtEl>
                                          <p:spTgt spid="6">
                                            <p:graphicEl>
                                              <a:dgm id="{C639B907-223A-4502-A169-7AFEB33F9EAE}"/>
                                            </p:graphicEl>
                                          </p:spTgt>
                                        </p:tgtEl>
                                      </p:cBhvr>
                                    </p:animEffect>
                                    <p:anim calcmode="lin" valueType="num">
                                      <p:cBhvr>
                                        <p:cTn id="43" dur="1000" fill="hold"/>
                                        <p:tgtEl>
                                          <p:spTgt spid="6">
                                            <p:graphicEl>
                                              <a:dgm id="{C639B907-223A-4502-A169-7AFEB33F9EAE}"/>
                                            </p:graphicEl>
                                          </p:spTgt>
                                        </p:tgtEl>
                                        <p:attrNameLst>
                                          <p:attrName>ppt_x</p:attrName>
                                        </p:attrNameLst>
                                      </p:cBhvr>
                                      <p:tavLst>
                                        <p:tav tm="0">
                                          <p:val>
                                            <p:strVal val="#ppt_x"/>
                                          </p:val>
                                        </p:tav>
                                        <p:tav tm="100000">
                                          <p:val>
                                            <p:strVal val="#ppt_x"/>
                                          </p:val>
                                        </p:tav>
                                      </p:tavLst>
                                    </p:anim>
                                    <p:anim calcmode="lin" valueType="num">
                                      <p:cBhvr>
                                        <p:cTn id="44" dur="1000" fill="hold"/>
                                        <p:tgtEl>
                                          <p:spTgt spid="6">
                                            <p:graphicEl>
                                              <a:dgm id="{C639B907-223A-4502-A169-7AFEB33F9EAE}"/>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47FC55F-43F1-DF03-F7C6-FF36161729C8}"/>
              </a:ext>
            </a:extLst>
          </p:cNvPr>
          <p:cNvSpPr>
            <a:spLocks noGrp="1"/>
          </p:cNvSpPr>
          <p:nvPr>
            <p:ph type="body" sz="quarter" idx="18"/>
          </p:nvPr>
        </p:nvSpPr>
        <p:spPr/>
        <p:txBody>
          <a:bodyPr/>
          <a:lstStyle/>
          <a:p>
            <a:r>
              <a:rPr lang="zh-CN" altLang="en-US"/>
              <a:t>练习</a:t>
            </a:r>
            <a:r>
              <a:rPr lang="en-US" altLang="zh-CN"/>
              <a:t>2</a:t>
            </a:r>
            <a:r>
              <a:rPr lang="zh-CN" altLang="en-US"/>
              <a:t>的优化要求</a:t>
            </a:r>
          </a:p>
        </p:txBody>
      </p:sp>
      <p:sp>
        <p:nvSpPr>
          <p:cNvPr id="3" name="内容占位符 2">
            <a:extLst>
              <a:ext uri="{FF2B5EF4-FFF2-40B4-BE49-F238E27FC236}">
                <a16:creationId xmlns:a16="http://schemas.microsoft.com/office/drawing/2014/main" id="{4920BD28-A1C7-3A4D-B3E3-F411178E50EC}"/>
              </a:ext>
            </a:extLst>
          </p:cNvPr>
          <p:cNvSpPr>
            <a:spLocks noGrp="1"/>
          </p:cNvSpPr>
          <p:nvPr>
            <p:ph sz="quarter" idx="19"/>
          </p:nvPr>
        </p:nvSpPr>
        <p:spPr/>
        <p:txBody>
          <a:bodyPr/>
          <a:lstStyle/>
          <a:p>
            <a:r>
              <a:rPr lang="zh-CN" altLang="en-US"/>
              <a:t>从客户群发送来的请求体内的</a:t>
            </a:r>
            <a:r>
              <a:rPr lang="en-US" altLang="zh-CN"/>
              <a:t>json</a:t>
            </a:r>
            <a:r>
              <a:rPr lang="zh-CN" altLang="en-US"/>
              <a:t>字符串中提取老师登录的工号和密码</a:t>
            </a:r>
          </a:p>
        </p:txBody>
      </p:sp>
      <p:pic>
        <p:nvPicPr>
          <p:cNvPr id="5" name="图片 4">
            <a:extLst>
              <a:ext uri="{FF2B5EF4-FFF2-40B4-BE49-F238E27FC236}">
                <a16:creationId xmlns:a16="http://schemas.microsoft.com/office/drawing/2014/main" id="{9380413F-9961-D9E5-485B-4D1BB9BEC736}"/>
              </a:ext>
            </a:extLst>
          </p:cNvPr>
          <p:cNvPicPr>
            <a:picLocks noChangeAspect="1"/>
          </p:cNvPicPr>
          <p:nvPr/>
        </p:nvPicPr>
        <p:blipFill>
          <a:blip r:embed="rId2"/>
          <a:stretch>
            <a:fillRect/>
          </a:stretch>
        </p:blipFill>
        <p:spPr>
          <a:xfrm>
            <a:off x="1171269" y="1848621"/>
            <a:ext cx="3476358" cy="4749029"/>
          </a:xfrm>
          <a:prstGeom prst="rect">
            <a:avLst/>
          </a:prstGeom>
          <a:ln>
            <a:solidFill>
              <a:srgbClr val="00B050"/>
            </a:solidFill>
          </a:ln>
        </p:spPr>
      </p:pic>
      <p:pic>
        <p:nvPicPr>
          <p:cNvPr id="7" name="图片 6">
            <a:extLst>
              <a:ext uri="{FF2B5EF4-FFF2-40B4-BE49-F238E27FC236}">
                <a16:creationId xmlns:a16="http://schemas.microsoft.com/office/drawing/2014/main" id="{BC98C1EA-87CF-0DF7-3249-EA8CE4FE5386}"/>
              </a:ext>
            </a:extLst>
          </p:cNvPr>
          <p:cNvPicPr>
            <a:picLocks noChangeAspect="1"/>
          </p:cNvPicPr>
          <p:nvPr/>
        </p:nvPicPr>
        <p:blipFill>
          <a:blip r:embed="rId3"/>
          <a:stretch>
            <a:fillRect/>
          </a:stretch>
        </p:blipFill>
        <p:spPr>
          <a:xfrm>
            <a:off x="5766307" y="1848621"/>
            <a:ext cx="4150327" cy="4749029"/>
          </a:xfrm>
          <a:prstGeom prst="rect">
            <a:avLst/>
          </a:prstGeom>
          <a:ln>
            <a:solidFill>
              <a:srgbClr val="00B050"/>
            </a:solidFill>
          </a:ln>
        </p:spPr>
      </p:pic>
    </p:spTree>
    <p:extLst>
      <p:ext uri="{BB962C8B-B14F-4D97-AF65-F5344CB8AC3E}">
        <p14:creationId xmlns:p14="http://schemas.microsoft.com/office/powerpoint/2010/main" val="194721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1215</TotalTime>
  <Words>908</Words>
  <Application>Microsoft Office PowerPoint</Application>
  <PresentationFormat>宽屏</PresentationFormat>
  <Paragraphs>108</Paragraphs>
  <Slides>35</Slides>
  <Notes>2</Notes>
  <HiddenSlides>0</HiddenSlides>
  <MMClips>0</MMClips>
  <ScaleCrop>false</ScaleCrop>
  <HeadingPairs>
    <vt:vector size="6" baseType="variant">
      <vt:variant>
        <vt:lpstr>已用的字体</vt:lpstr>
      </vt:variant>
      <vt:variant>
        <vt:i4>4</vt:i4>
      </vt:variant>
      <vt:variant>
        <vt:lpstr>主题</vt:lpstr>
      </vt:variant>
      <vt:variant>
        <vt:i4>7</vt:i4>
      </vt:variant>
      <vt:variant>
        <vt:lpstr>幻灯片标题</vt:lpstr>
      </vt:variant>
      <vt:variant>
        <vt:i4>35</vt:i4>
      </vt:variant>
    </vt:vector>
  </HeadingPairs>
  <TitlesOfParts>
    <vt:vector size="46" baseType="lpstr">
      <vt:lpstr>等线</vt:lpstr>
      <vt:lpstr>等线 Light</vt:lpstr>
      <vt:lpstr>Arial</vt:lpstr>
      <vt:lpstr>Calibri</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483</cp:revision>
  <dcterms:created xsi:type="dcterms:W3CDTF">2026-03-27T11:24:42Z</dcterms:created>
  <dcterms:modified xsi:type="dcterms:W3CDTF">2026-04-28T12:33:55Z</dcterms:modified>
</cp:coreProperties>
</file>