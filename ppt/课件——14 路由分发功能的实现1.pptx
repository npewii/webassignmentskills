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43"/>
  </p:notesMasterIdLst>
  <p:sldIdLst>
    <p:sldId id="1235" r:id="rId8"/>
    <p:sldId id="1299" r:id="rId9"/>
    <p:sldId id="1467" r:id="rId10"/>
    <p:sldId id="1504" r:id="rId11"/>
    <p:sldId id="1503" r:id="rId12"/>
    <p:sldId id="1502" r:id="rId13"/>
    <p:sldId id="1505" r:id="rId14"/>
    <p:sldId id="1506" r:id="rId15"/>
    <p:sldId id="1507" r:id="rId16"/>
    <p:sldId id="1508" r:id="rId17"/>
    <p:sldId id="1509" r:id="rId18"/>
    <p:sldId id="1510" r:id="rId19"/>
    <p:sldId id="1511" r:id="rId20"/>
    <p:sldId id="1527" r:id="rId21"/>
    <p:sldId id="1512" r:id="rId22"/>
    <p:sldId id="1513" r:id="rId23"/>
    <p:sldId id="1514" r:id="rId24"/>
    <p:sldId id="1515" r:id="rId25"/>
    <p:sldId id="1528" r:id="rId26"/>
    <p:sldId id="1500" r:id="rId27"/>
    <p:sldId id="1516" r:id="rId28"/>
    <p:sldId id="1517" r:id="rId29"/>
    <p:sldId id="1518" r:id="rId30"/>
    <p:sldId id="1519" r:id="rId31"/>
    <p:sldId id="1529" r:id="rId32"/>
    <p:sldId id="1501" r:id="rId33"/>
    <p:sldId id="1520" r:id="rId34"/>
    <p:sldId id="1521" r:id="rId35"/>
    <p:sldId id="1522" r:id="rId36"/>
    <p:sldId id="1523" r:id="rId37"/>
    <p:sldId id="1525" r:id="rId38"/>
    <p:sldId id="1524" r:id="rId39"/>
    <p:sldId id="1526" r:id="rId40"/>
    <p:sldId id="463" r:id="rId41"/>
    <p:sldId id="1338"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B863"/>
    <a:srgbClr val="FF0000"/>
    <a:srgbClr val="01B75B"/>
    <a:srgbClr val="455F51"/>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1" autoAdjust="0"/>
    <p:restoredTop sz="94660"/>
  </p:normalViewPr>
  <p:slideViewPr>
    <p:cSldViewPr snapToGrid="0">
      <p:cViewPr varScale="1">
        <p:scale>
          <a:sx n="56" d="100"/>
          <a:sy n="56" d="100"/>
        </p:scale>
        <p:origin x="39" y="5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71D98856-FACA-4B7E-AD0D-7BD19BBAD269}">
      <dgm:prSet phldrT="[文本]"/>
      <dgm:spPr/>
      <dgm:t>
        <a:bodyPr/>
        <a:lstStyle/>
        <a:p>
          <a:r>
            <a:rPr lang="zh-CN" altLang="en-US"/>
            <a:t>反向代理的实现</a:t>
          </a:r>
        </a:p>
      </dgm:t>
    </dgm:pt>
    <dgm:pt modelId="{44ED70BD-D688-4E86-AD69-0CB0502977BF}" type="parTrans" cxnId="{95202541-A573-40F6-B0BB-E84095F3E2C3}">
      <dgm:prSet/>
      <dgm:spPr/>
      <dgm:t>
        <a:bodyPr/>
        <a:lstStyle/>
        <a:p>
          <a:endParaRPr lang="zh-CN" altLang="en-US"/>
        </a:p>
      </dgm:t>
    </dgm:pt>
    <dgm:pt modelId="{DE60F578-0BD4-436A-A57D-DB6F746495DD}" type="sibTrans" cxnId="{95202541-A573-40F6-B0BB-E84095F3E2C3}">
      <dgm:prSet/>
      <dgm:spPr/>
      <dgm:t>
        <a:bodyPr/>
        <a:lstStyle/>
        <a:p>
          <a:endParaRPr lang="zh-CN" altLang="en-US"/>
        </a:p>
      </dgm:t>
    </dgm:pt>
    <dgm:pt modelId="{EA56E03C-E9A1-4660-A67C-59E945DF3F72}">
      <dgm:prSet phldrT="[文本]"/>
      <dgm:spPr/>
      <dgm:t>
        <a:bodyPr/>
        <a:lstStyle/>
        <a:p>
          <a:r>
            <a:rPr lang="zh-CN" altLang="en-US"/>
            <a:t>反向代理的介绍</a:t>
          </a:r>
        </a:p>
      </dgm:t>
    </dgm:pt>
    <dgm:pt modelId="{B3664E64-45F6-4D46-B633-5006113C81D0}" type="parTrans" cxnId="{75664D92-6B5E-4889-BC27-EBC0EAC2A515}">
      <dgm:prSet/>
      <dgm:spPr/>
      <dgm:t>
        <a:bodyPr/>
        <a:lstStyle/>
        <a:p>
          <a:endParaRPr lang="zh-CN" altLang="en-US"/>
        </a:p>
      </dgm:t>
    </dgm:pt>
    <dgm:pt modelId="{D6804809-89FC-4FA7-A14C-2F7D64B1622A}" type="sibTrans" cxnId="{75664D92-6B5E-4889-BC27-EBC0EAC2A515}">
      <dgm:prSet/>
      <dgm:spPr/>
      <dgm:t>
        <a:bodyPr/>
        <a:lstStyle/>
        <a:p>
          <a:endParaRPr lang="zh-CN" altLang="en-US"/>
        </a:p>
      </dgm:t>
    </dgm:pt>
    <dgm:pt modelId="{942680D4-F500-4AAA-B686-D4AF3E9AE47F}">
      <dgm:prSet phldrT="[文本]"/>
      <dgm:spPr/>
      <dgm:t>
        <a:bodyPr/>
        <a:lstStyle/>
        <a:p>
          <a:r>
            <a:rPr lang="zh-CN" altLang="en-US"/>
            <a:t>统一入口和路径路由的实现</a:t>
          </a:r>
        </a:p>
      </dgm:t>
    </dgm:pt>
    <dgm:pt modelId="{ADA79219-850B-4B67-8807-8E2884A2BA79}" type="parTrans" cxnId="{DE439B2F-FCC0-4347-B606-607C59091E58}">
      <dgm:prSet/>
      <dgm:spPr/>
      <dgm:t>
        <a:bodyPr/>
        <a:lstStyle/>
        <a:p>
          <a:endParaRPr lang="zh-CN" altLang="en-US"/>
        </a:p>
      </dgm:t>
    </dgm:pt>
    <dgm:pt modelId="{8962FE54-372B-458B-BCED-DF7F18D9FE99}" type="sibTrans" cxnId="{DE439B2F-FCC0-4347-B606-607C59091E58}">
      <dgm:prSet/>
      <dgm:spPr/>
      <dgm:t>
        <a:bodyPr/>
        <a:lstStyle/>
        <a:p>
          <a:endParaRPr lang="zh-CN" altLang="en-US"/>
        </a:p>
      </dgm:t>
    </dgm:pt>
    <dgm:pt modelId="{C511BCB3-FAC7-4A63-A3EF-6DC64F34DF7C}">
      <dgm:prSet phldrT="[文本]"/>
      <dgm:spPr/>
      <dgm:t>
        <a:bodyPr/>
        <a:lstStyle/>
        <a:p>
          <a:r>
            <a:rPr lang="zh-CN" altLang="en-US"/>
            <a:t>内部重定向处理</a:t>
          </a:r>
        </a:p>
      </dgm:t>
    </dgm:pt>
    <dgm:pt modelId="{82154487-EAC5-4805-834C-096A5965EA09}" type="parTrans" cxnId="{AFFED10A-8923-4C22-A464-06B28B8C90C6}">
      <dgm:prSet/>
      <dgm:spPr/>
      <dgm:t>
        <a:bodyPr/>
        <a:lstStyle/>
        <a:p>
          <a:endParaRPr lang="zh-CN" altLang="en-US"/>
        </a:p>
      </dgm:t>
    </dgm:pt>
    <dgm:pt modelId="{B130EB2B-EA59-4581-929C-3410AC108B88}" type="sibTrans" cxnId="{AFFED10A-8923-4C22-A464-06B28B8C90C6}">
      <dgm:prSet/>
      <dgm:spPr/>
      <dgm:t>
        <a:bodyPr/>
        <a:lstStyle/>
        <a:p>
          <a:endParaRPr lang="zh-CN" altLang="en-US"/>
        </a:p>
      </dgm:t>
    </dgm:pt>
    <dgm:pt modelId="{134E8770-F08B-4AB6-8F98-A9D63551418B}">
      <dgm:prSet phldrT="[文本]"/>
      <dgm:spPr/>
      <dgm:t>
        <a:bodyPr/>
        <a:lstStyle/>
        <a:p>
          <a:r>
            <a:rPr lang="zh-CN" altLang="en-US"/>
            <a:t>内部重定向 </a:t>
          </a:r>
          <a:r>
            <a:rPr lang="en-US" altLang="zh-CN"/>
            <a:t>VS </a:t>
          </a:r>
          <a:r>
            <a:rPr lang="zh-CN" altLang="en-US"/>
            <a:t>外部重定向</a:t>
          </a:r>
        </a:p>
      </dgm:t>
    </dgm:pt>
    <dgm:pt modelId="{6031B515-29FF-4C50-8FC8-26DA827C04EC}" type="parTrans" cxnId="{1827EBE1-8E3F-4EE4-A68C-B84F413B0E5E}">
      <dgm:prSet/>
      <dgm:spPr/>
      <dgm:t>
        <a:bodyPr/>
        <a:lstStyle/>
        <a:p>
          <a:endParaRPr lang="zh-CN" altLang="en-US"/>
        </a:p>
      </dgm:t>
    </dgm:pt>
    <dgm:pt modelId="{23618B0B-D717-4076-8DEF-FA43E396ECC0}" type="sibTrans" cxnId="{1827EBE1-8E3F-4EE4-A68C-B84F413B0E5E}">
      <dgm:prSet/>
      <dgm:spPr/>
      <dgm:t>
        <a:bodyPr/>
        <a:lstStyle/>
        <a:p>
          <a:endParaRPr lang="zh-CN" altLang="en-US"/>
        </a:p>
      </dgm:t>
    </dgm:pt>
    <dgm:pt modelId="{F87F32B1-9C73-434C-B9E2-44AA088AEF10}">
      <dgm:prSet phldrT="[文本]"/>
      <dgm:spPr/>
      <dgm:t>
        <a:bodyPr/>
        <a:lstStyle/>
        <a:p>
          <a:r>
            <a:rPr lang="zh-CN" altLang="en-US"/>
            <a:t>内部重定向的实现</a:t>
          </a:r>
        </a:p>
      </dgm:t>
    </dgm:pt>
    <dgm:pt modelId="{17DB3F85-EBF5-4B7C-81B5-671C42BECEFF}" type="parTrans" cxnId="{92492185-6143-450D-BDE7-814B4236EFA6}">
      <dgm:prSet/>
      <dgm:spPr/>
      <dgm:t>
        <a:bodyPr/>
        <a:lstStyle/>
        <a:p>
          <a:endParaRPr lang="zh-CN" altLang="en-US"/>
        </a:p>
      </dgm:t>
    </dgm:pt>
    <dgm:pt modelId="{1A72E274-9EB8-4798-8411-CA850AFC6D89}" type="sibTrans" cxnId="{92492185-6143-450D-BDE7-814B4236EFA6}">
      <dgm:prSet/>
      <dgm:spPr/>
      <dgm:t>
        <a:bodyPr/>
        <a:lstStyle/>
        <a:p>
          <a:endParaRPr lang="zh-CN" altLang="en-US"/>
        </a:p>
      </dgm:t>
    </dgm:pt>
    <dgm:pt modelId="{7F52BB22-F803-4392-9032-AA786D51BF1C}">
      <dgm:prSet phldrT="[文本]"/>
      <dgm:spPr/>
      <dgm:t>
        <a:bodyPr/>
        <a:lstStyle/>
        <a:p>
          <a:r>
            <a:rPr lang="zh-CN" altLang="en-US"/>
            <a:t>路由分发的简单实现</a:t>
          </a:r>
        </a:p>
      </dgm:t>
    </dgm:pt>
    <dgm:pt modelId="{AF8F699C-B156-47FD-8EF5-463AC18C3C4D}" type="parTrans" cxnId="{470889AE-745B-4110-A14F-3302CBCEBA49}">
      <dgm:prSet/>
      <dgm:spPr/>
      <dgm:t>
        <a:bodyPr/>
        <a:lstStyle/>
        <a:p>
          <a:endParaRPr lang="zh-CN" altLang="en-US"/>
        </a:p>
      </dgm:t>
    </dgm:pt>
    <dgm:pt modelId="{3B70CF71-063D-40CA-8236-43549F5A60E4}" type="sibTrans" cxnId="{470889AE-745B-4110-A14F-3302CBCEBA49}">
      <dgm:prSet/>
      <dgm:spPr/>
      <dgm:t>
        <a:bodyPr/>
        <a:lstStyle/>
        <a:p>
          <a:endParaRPr lang="zh-CN" altLang="en-US"/>
        </a:p>
      </dgm:t>
    </dgm:pt>
    <dgm:pt modelId="{74BDDE17-17E0-467A-A92C-5BDD8179D1E5}">
      <dgm:prSet phldrT="[文本]"/>
      <dgm:spPr/>
      <dgm:t>
        <a:bodyPr/>
        <a:lstStyle/>
        <a:p>
          <a:r>
            <a:rPr lang="zh-CN" altLang="en-US"/>
            <a:t>什么是路由分发</a:t>
          </a:r>
        </a:p>
      </dgm:t>
    </dgm:pt>
    <dgm:pt modelId="{7CF11FA4-18FC-46A7-A06A-2E0E80FDCB88}" type="parTrans" cxnId="{7989A609-EDC4-48AA-8509-869DCD11DCC7}">
      <dgm:prSet/>
      <dgm:spPr/>
      <dgm:t>
        <a:bodyPr/>
        <a:lstStyle/>
        <a:p>
          <a:endParaRPr lang="zh-CN" altLang="en-US"/>
        </a:p>
      </dgm:t>
    </dgm:pt>
    <dgm:pt modelId="{B802679D-BAE7-4DB8-A1F6-1FB3857909CF}" type="sibTrans" cxnId="{7989A609-EDC4-48AA-8509-869DCD11DCC7}">
      <dgm:prSet/>
      <dgm:spPr/>
      <dgm:t>
        <a:bodyPr/>
        <a:lstStyle/>
        <a:p>
          <a:endParaRPr lang="zh-CN" altLang="en-US"/>
        </a:p>
      </dgm:t>
    </dgm:pt>
    <dgm:pt modelId="{10397110-CD5F-4919-B6E8-410DB6C787C5}">
      <dgm:prSet phldrT="[文本]"/>
      <dgm:spPr/>
      <dgm:t>
        <a:bodyPr/>
        <a:lstStyle/>
        <a:p>
          <a:r>
            <a:rPr lang="zh-CN" altLang="en-US"/>
            <a:t>路由分发的核心设计</a:t>
          </a:r>
        </a:p>
      </dgm:t>
    </dgm:pt>
    <dgm:pt modelId="{89D0C0F5-1179-4125-A388-04DC8B4882D2}" type="parTrans" cxnId="{053E88B5-513F-4E7D-A596-21C500761576}">
      <dgm:prSet/>
      <dgm:spPr/>
      <dgm:t>
        <a:bodyPr/>
        <a:lstStyle/>
        <a:p>
          <a:endParaRPr lang="zh-CN" altLang="en-US"/>
        </a:p>
      </dgm:t>
    </dgm:pt>
    <dgm:pt modelId="{96FD8AAE-B83C-46E8-81F5-62B88087FEFF}" type="sibTrans" cxnId="{053E88B5-513F-4E7D-A596-21C500761576}">
      <dgm:prSet/>
      <dgm:spPr/>
      <dgm:t>
        <a:bodyPr/>
        <a:lstStyle/>
        <a:p>
          <a:endParaRPr lang="zh-CN" altLang="en-US"/>
        </a:p>
      </dgm:t>
    </dgm:pt>
    <dgm:pt modelId="{946D105A-3369-4321-85C1-86F5E6BBA0A5}">
      <dgm:prSet phldrT="[文本]"/>
      <dgm:spPr/>
      <dgm:t>
        <a:bodyPr/>
        <a:lstStyle/>
        <a:p>
          <a:r>
            <a:rPr lang="zh-CN" altLang="en-US"/>
            <a:t>路由分发与反向代理的协作</a:t>
          </a:r>
        </a:p>
      </dgm:t>
    </dgm:pt>
    <dgm:pt modelId="{6D1C1573-660B-4EAD-B452-978CCC089B14}" type="parTrans" cxnId="{42E2A0A4-54E5-482D-BFA1-9B1A916BEACC}">
      <dgm:prSet/>
      <dgm:spPr/>
      <dgm:t>
        <a:bodyPr/>
        <a:lstStyle/>
        <a:p>
          <a:endParaRPr lang="zh-CN" altLang="en-US"/>
        </a:p>
      </dgm:t>
    </dgm:pt>
    <dgm:pt modelId="{6AB48690-23BB-4DCE-ADB3-2CE85B61DF21}" type="sibTrans" cxnId="{42E2A0A4-54E5-482D-BFA1-9B1A916BEACC}">
      <dgm:prSet/>
      <dgm:spPr/>
      <dgm:t>
        <a:bodyPr/>
        <a:lstStyle/>
        <a:p>
          <a:endParaRPr lang="zh-CN" altLang="en-US"/>
        </a:p>
      </dgm:t>
    </dgm:pt>
    <dgm:pt modelId="{A72232D4-1CD0-49EC-82B9-99E0C49EC541}" type="pres">
      <dgm:prSet presAssocID="{D55D8971-ACB2-4236-B6E6-139E5A972C1D}" presName="linear" presStyleCnt="0">
        <dgm:presLayoutVars>
          <dgm:dir/>
          <dgm:animLvl val="lvl"/>
          <dgm:resizeHandles val="exact"/>
        </dgm:presLayoutVars>
      </dgm:prSet>
      <dgm:spPr/>
    </dgm:pt>
    <dgm:pt modelId="{EBC04B9E-76B0-40FA-83B3-36D343A80558}" type="pres">
      <dgm:prSet presAssocID="{71D98856-FACA-4B7E-AD0D-7BD19BBAD269}" presName="parentLin" presStyleCnt="0"/>
      <dgm:spPr/>
    </dgm:pt>
    <dgm:pt modelId="{A6BB0AF0-9B47-4587-AB36-514E7FD30F6C}" type="pres">
      <dgm:prSet presAssocID="{71D98856-FACA-4B7E-AD0D-7BD19BBAD269}" presName="parentLeftMargin" presStyleLbl="node1" presStyleIdx="0" presStyleCnt="3"/>
      <dgm:spPr/>
    </dgm:pt>
    <dgm:pt modelId="{34D684F9-B924-4E3B-AB88-E08F86FF92E8}" type="pres">
      <dgm:prSet presAssocID="{71D98856-FACA-4B7E-AD0D-7BD19BBAD269}" presName="parentText" presStyleLbl="node1" presStyleIdx="0" presStyleCnt="3">
        <dgm:presLayoutVars>
          <dgm:chMax val="0"/>
          <dgm:bulletEnabled val="1"/>
        </dgm:presLayoutVars>
      </dgm:prSet>
      <dgm:spPr/>
    </dgm:pt>
    <dgm:pt modelId="{DB8C6E4E-2514-4FF0-B3D8-9497E17B0D2C}" type="pres">
      <dgm:prSet presAssocID="{71D98856-FACA-4B7E-AD0D-7BD19BBAD269}" presName="negativeSpace" presStyleCnt="0"/>
      <dgm:spPr/>
    </dgm:pt>
    <dgm:pt modelId="{A1454DBD-9D55-4EC1-8EDF-7AF4B7FECD4A}" type="pres">
      <dgm:prSet presAssocID="{71D98856-FACA-4B7E-AD0D-7BD19BBAD269}" presName="childText" presStyleLbl="conFgAcc1" presStyleIdx="0" presStyleCnt="3">
        <dgm:presLayoutVars>
          <dgm:bulletEnabled val="1"/>
        </dgm:presLayoutVars>
      </dgm:prSet>
      <dgm:spPr/>
    </dgm:pt>
    <dgm:pt modelId="{3880F30A-6A5D-466B-8A0B-D0A5B6BE4EEB}" type="pres">
      <dgm:prSet presAssocID="{DE60F578-0BD4-436A-A57D-DB6F746495DD}" presName="spaceBetweenRectangles" presStyleCnt="0"/>
      <dgm:spPr/>
    </dgm:pt>
    <dgm:pt modelId="{ED328298-16D4-4686-A6BD-FD3F82489D4F}" type="pres">
      <dgm:prSet presAssocID="{C511BCB3-FAC7-4A63-A3EF-6DC64F34DF7C}" presName="parentLin" presStyleCnt="0"/>
      <dgm:spPr/>
    </dgm:pt>
    <dgm:pt modelId="{B51CF757-A801-49A4-A973-321420122266}" type="pres">
      <dgm:prSet presAssocID="{C511BCB3-FAC7-4A63-A3EF-6DC64F34DF7C}" presName="parentLeftMargin" presStyleLbl="node1" presStyleIdx="0" presStyleCnt="3"/>
      <dgm:spPr/>
    </dgm:pt>
    <dgm:pt modelId="{6C8D4B81-053F-4AA9-A103-2C3FB2C983B0}" type="pres">
      <dgm:prSet presAssocID="{C511BCB3-FAC7-4A63-A3EF-6DC64F34DF7C}" presName="parentText" presStyleLbl="node1" presStyleIdx="1" presStyleCnt="3">
        <dgm:presLayoutVars>
          <dgm:chMax val="0"/>
          <dgm:bulletEnabled val="1"/>
        </dgm:presLayoutVars>
      </dgm:prSet>
      <dgm:spPr/>
    </dgm:pt>
    <dgm:pt modelId="{F0F2030B-70C4-4B28-BBEA-C9D3CD1102D6}" type="pres">
      <dgm:prSet presAssocID="{C511BCB3-FAC7-4A63-A3EF-6DC64F34DF7C}" presName="negativeSpace" presStyleCnt="0"/>
      <dgm:spPr/>
    </dgm:pt>
    <dgm:pt modelId="{42BC0CD6-97A6-47A5-88EF-E7017ADD1360}" type="pres">
      <dgm:prSet presAssocID="{C511BCB3-FAC7-4A63-A3EF-6DC64F34DF7C}" presName="childText" presStyleLbl="conFgAcc1" presStyleIdx="1" presStyleCnt="3">
        <dgm:presLayoutVars>
          <dgm:bulletEnabled val="1"/>
        </dgm:presLayoutVars>
      </dgm:prSet>
      <dgm:spPr/>
    </dgm:pt>
    <dgm:pt modelId="{C2EC5F1A-E115-415A-A874-0BF83F554657}" type="pres">
      <dgm:prSet presAssocID="{B130EB2B-EA59-4581-929C-3410AC108B88}" presName="spaceBetweenRectangles" presStyleCnt="0"/>
      <dgm:spPr/>
    </dgm:pt>
    <dgm:pt modelId="{C1B75FC5-F7F3-4BAE-AE8C-1E02A177B976}" type="pres">
      <dgm:prSet presAssocID="{7F52BB22-F803-4392-9032-AA786D51BF1C}" presName="parentLin" presStyleCnt="0"/>
      <dgm:spPr/>
    </dgm:pt>
    <dgm:pt modelId="{EF9ED595-7F39-47B1-9262-3CA6CE6540E6}" type="pres">
      <dgm:prSet presAssocID="{7F52BB22-F803-4392-9032-AA786D51BF1C}" presName="parentLeftMargin" presStyleLbl="node1" presStyleIdx="1" presStyleCnt="3"/>
      <dgm:spPr/>
    </dgm:pt>
    <dgm:pt modelId="{59DCD501-0D97-4AD7-8172-1E636D6E1613}" type="pres">
      <dgm:prSet presAssocID="{7F52BB22-F803-4392-9032-AA786D51BF1C}" presName="parentText" presStyleLbl="node1" presStyleIdx="2" presStyleCnt="3">
        <dgm:presLayoutVars>
          <dgm:chMax val="0"/>
          <dgm:bulletEnabled val="1"/>
        </dgm:presLayoutVars>
      </dgm:prSet>
      <dgm:spPr/>
    </dgm:pt>
    <dgm:pt modelId="{2898B074-DE01-4D45-9C0A-302C115E1AC4}" type="pres">
      <dgm:prSet presAssocID="{7F52BB22-F803-4392-9032-AA786D51BF1C}" presName="negativeSpace" presStyleCnt="0"/>
      <dgm:spPr/>
    </dgm:pt>
    <dgm:pt modelId="{5C6F585E-F3BA-4DB1-976F-070E86B98FD1}" type="pres">
      <dgm:prSet presAssocID="{7F52BB22-F803-4392-9032-AA786D51BF1C}" presName="childText" presStyleLbl="conFgAcc1" presStyleIdx="2" presStyleCnt="3">
        <dgm:presLayoutVars>
          <dgm:bulletEnabled val="1"/>
        </dgm:presLayoutVars>
      </dgm:prSet>
      <dgm:spPr/>
    </dgm:pt>
  </dgm:ptLst>
  <dgm:cxnLst>
    <dgm:cxn modelId="{38E27307-3D3A-4FB7-BBAA-AB9C8E3BB763}" type="presOf" srcId="{D55D8971-ACB2-4236-B6E6-139E5A972C1D}" destId="{A72232D4-1CD0-49EC-82B9-99E0C49EC541}" srcOrd="0" destOrd="0" presId="urn:microsoft.com/office/officeart/2005/8/layout/list1"/>
    <dgm:cxn modelId="{7989A609-EDC4-48AA-8509-869DCD11DCC7}" srcId="{7F52BB22-F803-4392-9032-AA786D51BF1C}" destId="{74BDDE17-17E0-467A-A92C-5BDD8179D1E5}" srcOrd="0" destOrd="0" parTransId="{7CF11FA4-18FC-46A7-A06A-2E0E80FDCB88}" sibTransId="{B802679D-BAE7-4DB8-A1F6-1FB3857909CF}"/>
    <dgm:cxn modelId="{AFFED10A-8923-4C22-A464-06B28B8C90C6}" srcId="{D55D8971-ACB2-4236-B6E6-139E5A972C1D}" destId="{C511BCB3-FAC7-4A63-A3EF-6DC64F34DF7C}" srcOrd="1" destOrd="0" parTransId="{82154487-EAC5-4805-834C-096A5965EA09}" sibTransId="{B130EB2B-EA59-4581-929C-3410AC108B88}"/>
    <dgm:cxn modelId="{36A6D917-B9FD-4404-B152-B3011354229E}" type="presOf" srcId="{74BDDE17-17E0-467A-A92C-5BDD8179D1E5}" destId="{5C6F585E-F3BA-4DB1-976F-070E86B98FD1}" srcOrd="0" destOrd="0" presId="urn:microsoft.com/office/officeart/2005/8/layout/list1"/>
    <dgm:cxn modelId="{DE439B2F-FCC0-4347-B606-607C59091E58}" srcId="{71D98856-FACA-4B7E-AD0D-7BD19BBAD269}" destId="{942680D4-F500-4AAA-B686-D4AF3E9AE47F}" srcOrd="1" destOrd="0" parTransId="{ADA79219-850B-4B67-8807-8E2884A2BA79}" sibTransId="{8962FE54-372B-458B-BCED-DF7F18D9FE99}"/>
    <dgm:cxn modelId="{95202541-A573-40F6-B0BB-E84095F3E2C3}" srcId="{D55D8971-ACB2-4236-B6E6-139E5A972C1D}" destId="{71D98856-FACA-4B7E-AD0D-7BD19BBAD269}" srcOrd="0" destOrd="0" parTransId="{44ED70BD-D688-4E86-AD69-0CB0502977BF}" sibTransId="{DE60F578-0BD4-436A-A57D-DB6F746495DD}"/>
    <dgm:cxn modelId="{41C9906E-D1E9-4940-8D37-7F20A950D22E}" type="presOf" srcId="{7F52BB22-F803-4392-9032-AA786D51BF1C}" destId="{59DCD501-0D97-4AD7-8172-1E636D6E1613}" srcOrd="1" destOrd="0" presId="urn:microsoft.com/office/officeart/2005/8/layout/list1"/>
    <dgm:cxn modelId="{E1257572-0129-4445-8E89-EE86243BD830}" type="presOf" srcId="{946D105A-3369-4321-85C1-86F5E6BBA0A5}" destId="{5C6F585E-F3BA-4DB1-976F-070E86B98FD1}" srcOrd="0" destOrd="2" presId="urn:microsoft.com/office/officeart/2005/8/layout/list1"/>
    <dgm:cxn modelId="{92492185-6143-450D-BDE7-814B4236EFA6}" srcId="{C511BCB3-FAC7-4A63-A3EF-6DC64F34DF7C}" destId="{F87F32B1-9C73-434C-B9E2-44AA088AEF10}" srcOrd="1" destOrd="0" parTransId="{17DB3F85-EBF5-4B7C-81B5-671C42BECEFF}" sibTransId="{1A72E274-9EB8-4798-8411-CA850AFC6D89}"/>
    <dgm:cxn modelId="{AA471692-29BA-4E88-B9F3-D53652354363}" type="presOf" srcId="{F87F32B1-9C73-434C-B9E2-44AA088AEF10}" destId="{42BC0CD6-97A6-47A5-88EF-E7017ADD1360}" srcOrd="0" destOrd="1" presId="urn:microsoft.com/office/officeart/2005/8/layout/list1"/>
    <dgm:cxn modelId="{75664D92-6B5E-4889-BC27-EBC0EAC2A515}" srcId="{71D98856-FACA-4B7E-AD0D-7BD19BBAD269}" destId="{EA56E03C-E9A1-4660-A67C-59E945DF3F72}" srcOrd="0" destOrd="0" parTransId="{B3664E64-45F6-4D46-B633-5006113C81D0}" sibTransId="{D6804809-89FC-4FA7-A14C-2F7D64B1622A}"/>
    <dgm:cxn modelId="{88C9BB98-6B95-4A53-B1D3-85C9DC432831}" type="presOf" srcId="{7F52BB22-F803-4392-9032-AA786D51BF1C}" destId="{EF9ED595-7F39-47B1-9262-3CA6CE6540E6}" srcOrd="0" destOrd="0" presId="urn:microsoft.com/office/officeart/2005/8/layout/list1"/>
    <dgm:cxn modelId="{42E2A0A4-54E5-482D-BFA1-9B1A916BEACC}" srcId="{7F52BB22-F803-4392-9032-AA786D51BF1C}" destId="{946D105A-3369-4321-85C1-86F5E6BBA0A5}" srcOrd="2" destOrd="0" parTransId="{6D1C1573-660B-4EAD-B452-978CCC089B14}" sibTransId="{6AB48690-23BB-4DCE-ADB3-2CE85B61DF21}"/>
    <dgm:cxn modelId="{D241ADA5-68B8-4C6E-8B58-CF485F8FBD51}" type="presOf" srcId="{C511BCB3-FAC7-4A63-A3EF-6DC64F34DF7C}" destId="{B51CF757-A801-49A4-A973-321420122266}" srcOrd="0" destOrd="0" presId="urn:microsoft.com/office/officeart/2005/8/layout/list1"/>
    <dgm:cxn modelId="{9A2933A9-752A-47F4-9FDB-02D0F7C9DE22}" type="presOf" srcId="{EA56E03C-E9A1-4660-A67C-59E945DF3F72}" destId="{A1454DBD-9D55-4EC1-8EDF-7AF4B7FECD4A}" srcOrd="0" destOrd="0" presId="urn:microsoft.com/office/officeart/2005/8/layout/list1"/>
    <dgm:cxn modelId="{EFCD93AB-AD36-451B-9FD7-8F77A8DD4EED}" type="presOf" srcId="{71D98856-FACA-4B7E-AD0D-7BD19BBAD269}" destId="{A6BB0AF0-9B47-4587-AB36-514E7FD30F6C}" srcOrd="0" destOrd="0" presId="urn:microsoft.com/office/officeart/2005/8/layout/list1"/>
    <dgm:cxn modelId="{470889AE-745B-4110-A14F-3302CBCEBA49}" srcId="{D55D8971-ACB2-4236-B6E6-139E5A972C1D}" destId="{7F52BB22-F803-4392-9032-AA786D51BF1C}" srcOrd="2" destOrd="0" parTransId="{AF8F699C-B156-47FD-8EF5-463AC18C3C4D}" sibTransId="{3B70CF71-063D-40CA-8236-43549F5A60E4}"/>
    <dgm:cxn modelId="{053E88B5-513F-4E7D-A596-21C500761576}" srcId="{7F52BB22-F803-4392-9032-AA786D51BF1C}" destId="{10397110-CD5F-4919-B6E8-410DB6C787C5}" srcOrd="1" destOrd="0" parTransId="{89D0C0F5-1179-4125-A388-04DC8B4882D2}" sibTransId="{96FD8AAE-B83C-46E8-81F5-62B88087FEFF}"/>
    <dgm:cxn modelId="{7F345BB8-5C05-418F-AA5B-7B67B3A881C6}" type="presOf" srcId="{71D98856-FACA-4B7E-AD0D-7BD19BBAD269}" destId="{34D684F9-B924-4E3B-AB88-E08F86FF92E8}" srcOrd="1" destOrd="0" presId="urn:microsoft.com/office/officeart/2005/8/layout/list1"/>
    <dgm:cxn modelId="{46673EBD-19C2-4544-8101-E0ADAAFC0F8B}" type="presOf" srcId="{10397110-CD5F-4919-B6E8-410DB6C787C5}" destId="{5C6F585E-F3BA-4DB1-976F-070E86B98FD1}" srcOrd="0" destOrd="1" presId="urn:microsoft.com/office/officeart/2005/8/layout/list1"/>
    <dgm:cxn modelId="{1175BCCC-28AC-4B36-A6D1-6B855B801016}" type="presOf" srcId="{942680D4-F500-4AAA-B686-D4AF3E9AE47F}" destId="{A1454DBD-9D55-4EC1-8EDF-7AF4B7FECD4A}" srcOrd="0" destOrd="1" presId="urn:microsoft.com/office/officeart/2005/8/layout/list1"/>
    <dgm:cxn modelId="{1827EBE1-8E3F-4EE4-A68C-B84F413B0E5E}" srcId="{C511BCB3-FAC7-4A63-A3EF-6DC64F34DF7C}" destId="{134E8770-F08B-4AB6-8F98-A9D63551418B}" srcOrd="0" destOrd="0" parTransId="{6031B515-29FF-4C50-8FC8-26DA827C04EC}" sibTransId="{23618B0B-D717-4076-8DEF-FA43E396ECC0}"/>
    <dgm:cxn modelId="{33D4D0E5-021F-4614-BF5A-AB4E0ECD5BB7}" type="presOf" srcId="{134E8770-F08B-4AB6-8F98-A9D63551418B}" destId="{42BC0CD6-97A6-47A5-88EF-E7017ADD1360}" srcOrd="0" destOrd="0" presId="urn:microsoft.com/office/officeart/2005/8/layout/list1"/>
    <dgm:cxn modelId="{0F53A1EC-5540-4F32-B0AD-CE9870B3FE46}" type="presOf" srcId="{C511BCB3-FAC7-4A63-A3EF-6DC64F34DF7C}" destId="{6C8D4B81-053F-4AA9-A103-2C3FB2C983B0}" srcOrd="1" destOrd="0" presId="urn:microsoft.com/office/officeart/2005/8/layout/list1"/>
    <dgm:cxn modelId="{285C6F06-9B37-44B8-8025-6AE5A7CE5C58}" type="presParOf" srcId="{A72232D4-1CD0-49EC-82B9-99E0C49EC541}" destId="{EBC04B9E-76B0-40FA-83B3-36D343A80558}" srcOrd="0" destOrd="0" presId="urn:microsoft.com/office/officeart/2005/8/layout/list1"/>
    <dgm:cxn modelId="{1F9899C8-44D8-478B-AF55-02F2F6572FCB}" type="presParOf" srcId="{EBC04B9E-76B0-40FA-83B3-36D343A80558}" destId="{A6BB0AF0-9B47-4587-AB36-514E7FD30F6C}" srcOrd="0" destOrd="0" presId="urn:microsoft.com/office/officeart/2005/8/layout/list1"/>
    <dgm:cxn modelId="{6B585840-960E-447B-BA6C-E8EAF6F144E0}" type="presParOf" srcId="{EBC04B9E-76B0-40FA-83B3-36D343A80558}" destId="{34D684F9-B924-4E3B-AB88-E08F86FF92E8}" srcOrd="1" destOrd="0" presId="urn:microsoft.com/office/officeart/2005/8/layout/list1"/>
    <dgm:cxn modelId="{78EA7F95-911E-47FD-A0C1-E70E234BAFF3}" type="presParOf" srcId="{A72232D4-1CD0-49EC-82B9-99E0C49EC541}" destId="{DB8C6E4E-2514-4FF0-B3D8-9497E17B0D2C}" srcOrd="1" destOrd="0" presId="urn:microsoft.com/office/officeart/2005/8/layout/list1"/>
    <dgm:cxn modelId="{8879011F-8E07-4849-974C-9E3940B93649}" type="presParOf" srcId="{A72232D4-1CD0-49EC-82B9-99E0C49EC541}" destId="{A1454DBD-9D55-4EC1-8EDF-7AF4B7FECD4A}" srcOrd="2" destOrd="0" presId="urn:microsoft.com/office/officeart/2005/8/layout/list1"/>
    <dgm:cxn modelId="{5E90B79A-11A9-4616-9F6A-26277539D06F}" type="presParOf" srcId="{A72232D4-1CD0-49EC-82B9-99E0C49EC541}" destId="{3880F30A-6A5D-466B-8A0B-D0A5B6BE4EEB}" srcOrd="3" destOrd="0" presId="urn:microsoft.com/office/officeart/2005/8/layout/list1"/>
    <dgm:cxn modelId="{1DEC2057-1C9B-4373-A4EA-F194CF62D075}" type="presParOf" srcId="{A72232D4-1CD0-49EC-82B9-99E0C49EC541}" destId="{ED328298-16D4-4686-A6BD-FD3F82489D4F}" srcOrd="4" destOrd="0" presId="urn:microsoft.com/office/officeart/2005/8/layout/list1"/>
    <dgm:cxn modelId="{4D112229-4F03-4DD0-BBE8-358F092A3E7D}" type="presParOf" srcId="{ED328298-16D4-4686-A6BD-FD3F82489D4F}" destId="{B51CF757-A801-49A4-A973-321420122266}" srcOrd="0" destOrd="0" presId="urn:microsoft.com/office/officeart/2005/8/layout/list1"/>
    <dgm:cxn modelId="{0994B578-07F7-49E1-9AFF-30FBC9665D6E}" type="presParOf" srcId="{ED328298-16D4-4686-A6BD-FD3F82489D4F}" destId="{6C8D4B81-053F-4AA9-A103-2C3FB2C983B0}" srcOrd="1" destOrd="0" presId="urn:microsoft.com/office/officeart/2005/8/layout/list1"/>
    <dgm:cxn modelId="{E0A45186-F95F-40D8-A476-AD2EBEDFA809}" type="presParOf" srcId="{A72232D4-1CD0-49EC-82B9-99E0C49EC541}" destId="{F0F2030B-70C4-4B28-BBEA-C9D3CD1102D6}" srcOrd="5" destOrd="0" presId="urn:microsoft.com/office/officeart/2005/8/layout/list1"/>
    <dgm:cxn modelId="{AD7D93C9-07C0-4725-9D1A-FBC8BB8F796C}" type="presParOf" srcId="{A72232D4-1CD0-49EC-82B9-99E0C49EC541}" destId="{42BC0CD6-97A6-47A5-88EF-E7017ADD1360}" srcOrd="6" destOrd="0" presId="urn:microsoft.com/office/officeart/2005/8/layout/list1"/>
    <dgm:cxn modelId="{DBD8373D-9BE1-4A37-B1B3-22A8E023F89E}" type="presParOf" srcId="{A72232D4-1CD0-49EC-82B9-99E0C49EC541}" destId="{C2EC5F1A-E115-415A-A874-0BF83F554657}" srcOrd="7" destOrd="0" presId="urn:microsoft.com/office/officeart/2005/8/layout/list1"/>
    <dgm:cxn modelId="{1547ACD2-9D7F-4B4B-A48E-FE17A2F18ECB}" type="presParOf" srcId="{A72232D4-1CD0-49EC-82B9-99E0C49EC541}" destId="{C1B75FC5-F7F3-4BAE-AE8C-1E02A177B976}" srcOrd="8" destOrd="0" presId="urn:microsoft.com/office/officeart/2005/8/layout/list1"/>
    <dgm:cxn modelId="{499F36ED-CF97-42A4-88C1-193FF263DF6F}" type="presParOf" srcId="{C1B75FC5-F7F3-4BAE-AE8C-1E02A177B976}" destId="{EF9ED595-7F39-47B1-9262-3CA6CE6540E6}" srcOrd="0" destOrd="0" presId="urn:microsoft.com/office/officeart/2005/8/layout/list1"/>
    <dgm:cxn modelId="{863EC1D4-A99B-4A19-B0FB-9F56AB55B7AE}" type="presParOf" srcId="{C1B75FC5-F7F3-4BAE-AE8C-1E02A177B976}" destId="{59DCD501-0D97-4AD7-8172-1E636D6E1613}" srcOrd="1" destOrd="0" presId="urn:microsoft.com/office/officeart/2005/8/layout/list1"/>
    <dgm:cxn modelId="{5183E368-F4E6-443A-8C12-5145CC37C3C3}" type="presParOf" srcId="{A72232D4-1CD0-49EC-82B9-99E0C49EC541}" destId="{2898B074-DE01-4D45-9C0A-302C115E1AC4}" srcOrd="9" destOrd="0" presId="urn:microsoft.com/office/officeart/2005/8/layout/list1"/>
    <dgm:cxn modelId="{161B8086-CB38-44A8-9354-5EEA470794BB}" type="presParOf" srcId="{A72232D4-1CD0-49EC-82B9-99E0C49EC541}" destId="{5C6F585E-F3BA-4DB1-976F-070E86B98FD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C992CC-B1C9-4641-AEA1-2486EC91F850}" type="doc">
      <dgm:prSet loTypeId="urn:microsoft.com/office/officeart/2005/8/layout/list1" loCatId="list" qsTypeId="urn:microsoft.com/office/officeart/2005/8/quickstyle/simple2" qsCatId="simple" csTypeId="urn:microsoft.com/office/officeart/2005/8/colors/accent0_3" csCatId="mainScheme" phldr="1"/>
      <dgm:spPr/>
      <dgm:t>
        <a:bodyPr/>
        <a:lstStyle/>
        <a:p>
          <a:endParaRPr lang="zh-CN" altLang="en-US"/>
        </a:p>
      </dgm:t>
    </dgm:pt>
    <dgm:pt modelId="{17D7A888-2099-42C4-87AC-82AEB483A054}">
      <dgm:prSet phldrT="[文本]"/>
      <dgm:spPr/>
      <dgm:t>
        <a:bodyPr/>
        <a:lstStyle/>
        <a:p>
          <a:pPr>
            <a:buNone/>
          </a:pPr>
          <a:r>
            <a:rPr lang="zh-CN" altLang="en-US"/>
            <a:t>负载均衡</a:t>
          </a:r>
        </a:p>
      </dgm:t>
    </dgm:pt>
    <dgm:pt modelId="{9141F2E0-7D5F-49F4-B9B6-99621FD54591}" type="parTrans" cxnId="{1C189B60-F115-45C4-83FE-7A9C68189AF0}">
      <dgm:prSet/>
      <dgm:spPr/>
      <dgm:t>
        <a:bodyPr/>
        <a:lstStyle/>
        <a:p>
          <a:endParaRPr lang="zh-CN" altLang="en-US"/>
        </a:p>
      </dgm:t>
    </dgm:pt>
    <dgm:pt modelId="{6CE0059F-A588-41B9-9D98-0564F5F142A5}" type="sibTrans" cxnId="{1C189B60-F115-45C4-83FE-7A9C68189AF0}">
      <dgm:prSet/>
      <dgm:spPr/>
      <dgm:t>
        <a:bodyPr/>
        <a:lstStyle/>
        <a:p>
          <a:endParaRPr lang="zh-CN" altLang="en-US"/>
        </a:p>
      </dgm:t>
    </dgm:pt>
    <dgm:pt modelId="{15194163-ED6D-408C-BAA1-EB0CA357DA1A}">
      <dgm:prSet phldrT="[文本]"/>
      <dgm:spPr/>
      <dgm:t>
        <a:bodyPr/>
        <a:lstStyle/>
        <a:p>
          <a:pPr>
            <a:buNone/>
          </a:pPr>
          <a:r>
            <a:rPr lang="zh-CN" altLang="en-US"/>
            <a:t>统一入口</a:t>
          </a:r>
        </a:p>
      </dgm:t>
    </dgm:pt>
    <dgm:pt modelId="{7AC2AAB0-5920-43BF-A0DC-5AC2DA7F7958}" type="parTrans" cxnId="{70DD68D8-9664-4F89-A3F1-DEFCBAB57EE6}">
      <dgm:prSet/>
      <dgm:spPr/>
      <dgm:t>
        <a:bodyPr/>
        <a:lstStyle/>
        <a:p>
          <a:endParaRPr lang="zh-CN" altLang="en-US"/>
        </a:p>
      </dgm:t>
    </dgm:pt>
    <dgm:pt modelId="{70A4526B-2E92-4D02-AFDE-7C4434F063D9}" type="sibTrans" cxnId="{70DD68D8-9664-4F89-A3F1-DEFCBAB57EE6}">
      <dgm:prSet/>
      <dgm:spPr/>
      <dgm:t>
        <a:bodyPr/>
        <a:lstStyle/>
        <a:p>
          <a:endParaRPr lang="zh-CN" altLang="en-US"/>
        </a:p>
      </dgm:t>
    </dgm:pt>
    <dgm:pt modelId="{B52844B1-EFB7-49A3-A0A6-B310307B27D5}">
      <dgm:prSet phldrT="[文本]"/>
      <dgm:spPr/>
      <dgm:t>
        <a:bodyPr/>
        <a:lstStyle/>
        <a:p>
          <a:pPr>
            <a:buNone/>
          </a:pPr>
          <a:r>
            <a:rPr lang="zh-CN" altLang="en-US"/>
            <a:t>路径路由</a:t>
          </a:r>
        </a:p>
      </dgm:t>
    </dgm:pt>
    <dgm:pt modelId="{F9CFC6CA-6AB0-4B5E-B6FE-E81AB77CE378}" type="parTrans" cxnId="{A554D911-9C52-4D9D-B9AE-37342CDDC6AC}">
      <dgm:prSet/>
      <dgm:spPr/>
      <dgm:t>
        <a:bodyPr/>
        <a:lstStyle/>
        <a:p>
          <a:endParaRPr lang="zh-CN" altLang="en-US"/>
        </a:p>
      </dgm:t>
    </dgm:pt>
    <dgm:pt modelId="{ADD07C0A-DE4F-423D-B1F6-FE2FBA8052BC}" type="sibTrans" cxnId="{A554D911-9C52-4D9D-B9AE-37342CDDC6AC}">
      <dgm:prSet/>
      <dgm:spPr/>
      <dgm:t>
        <a:bodyPr/>
        <a:lstStyle/>
        <a:p>
          <a:endParaRPr lang="zh-CN" altLang="en-US"/>
        </a:p>
      </dgm:t>
    </dgm:pt>
    <dgm:pt modelId="{8C1CCE8B-B166-41D4-8E11-9537B314CFA4}">
      <dgm:prSet phldrT="[文本]"/>
      <dgm:spPr/>
      <dgm:t>
        <a:bodyPr/>
        <a:lstStyle/>
        <a:p>
          <a:pPr>
            <a:buNone/>
          </a:pPr>
          <a:r>
            <a:rPr lang="zh-CN" altLang="en-US"/>
            <a:t>将流量分发到多台后端服务器，提升系统整体处理能力和可用性</a:t>
          </a:r>
        </a:p>
      </dgm:t>
    </dgm:pt>
    <dgm:pt modelId="{62209B91-9AAA-4D9A-ACD0-5717E4877867}" type="parTrans" cxnId="{00802E86-23AC-4015-8255-1B97983EAFA9}">
      <dgm:prSet/>
      <dgm:spPr/>
      <dgm:t>
        <a:bodyPr/>
        <a:lstStyle/>
        <a:p>
          <a:endParaRPr lang="zh-CN" altLang="en-US"/>
        </a:p>
      </dgm:t>
    </dgm:pt>
    <dgm:pt modelId="{8145A279-E7E2-4530-933C-2DBF26E9509A}" type="sibTrans" cxnId="{00802E86-23AC-4015-8255-1B97983EAFA9}">
      <dgm:prSet/>
      <dgm:spPr/>
      <dgm:t>
        <a:bodyPr/>
        <a:lstStyle/>
        <a:p>
          <a:endParaRPr lang="zh-CN" altLang="en-US"/>
        </a:p>
      </dgm:t>
    </dgm:pt>
    <dgm:pt modelId="{BF6C8768-7ACD-4687-94F1-A81FB8F663D5}">
      <dgm:prSet phldrT="[文本]"/>
      <dgm:spPr/>
      <dgm:t>
        <a:bodyPr/>
        <a:lstStyle/>
        <a:p>
          <a:pPr>
            <a:buNone/>
          </a:pPr>
          <a:r>
            <a:rPr lang="zh-CN" altLang="en-US"/>
            <a:t>将不同服务（如前端、多个后端 </a:t>
          </a:r>
          <a:r>
            <a:rPr lang="en-US" altLang="zh-CN"/>
            <a:t>API</a:t>
          </a:r>
          <a:r>
            <a:rPr lang="zh-CN" altLang="en-US"/>
            <a:t>）合并到同一域名下，解决跨域问题 </a:t>
          </a:r>
        </a:p>
      </dgm:t>
    </dgm:pt>
    <dgm:pt modelId="{7361EE70-BF76-4E12-A21A-A17330C431E9}" type="parTrans" cxnId="{CAD10E22-83D4-4A40-853B-FC2B42BA2120}">
      <dgm:prSet/>
      <dgm:spPr/>
      <dgm:t>
        <a:bodyPr/>
        <a:lstStyle/>
        <a:p>
          <a:endParaRPr lang="zh-CN" altLang="en-US"/>
        </a:p>
      </dgm:t>
    </dgm:pt>
    <dgm:pt modelId="{6DDA760E-C9AE-4E66-8093-1949257DF8B6}" type="sibTrans" cxnId="{CAD10E22-83D4-4A40-853B-FC2B42BA2120}">
      <dgm:prSet/>
      <dgm:spPr/>
      <dgm:t>
        <a:bodyPr/>
        <a:lstStyle/>
        <a:p>
          <a:endParaRPr lang="zh-CN" altLang="en-US"/>
        </a:p>
      </dgm:t>
    </dgm:pt>
    <dgm:pt modelId="{77101686-AD7E-4505-AE7B-D67F539739FA}">
      <dgm:prSet phldrT="[文本]"/>
      <dgm:spPr/>
      <dgm:t>
        <a:bodyPr/>
        <a:lstStyle/>
        <a:p>
          <a:pPr>
            <a:buNone/>
          </a:pPr>
          <a:r>
            <a:rPr lang="zh-CN" altLang="en-US"/>
            <a:t>根据请求的 </a:t>
          </a:r>
          <a:r>
            <a:rPr lang="en-US" altLang="zh-CN"/>
            <a:t>URL </a:t>
          </a:r>
          <a:r>
            <a:rPr lang="zh-CN" altLang="en-US"/>
            <a:t>路径，将请求分发到不同的后端服务</a:t>
          </a:r>
        </a:p>
      </dgm:t>
    </dgm:pt>
    <dgm:pt modelId="{ECA50982-8843-487B-9BF6-811B28F60FF5}" type="parTrans" cxnId="{EB44F60E-B065-45D4-8C83-897F5D2C30B7}">
      <dgm:prSet/>
      <dgm:spPr/>
      <dgm:t>
        <a:bodyPr/>
        <a:lstStyle/>
        <a:p>
          <a:endParaRPr lang="zh-CN" altLang="en-US"/>
        </a:p>
      </dgm:t>
    </dgm:pt>
    <dgm:pt modelId="{4BA3F831-1F2A-4225-B292-A9971EA423BE}" type="sibTrans" cxnId="{EB44F60E-B065-45D4-8C83-897F5D2C30B7}">
      <dgm:prSet/>
      <dgm:spPr/>
      <dgm:t>
        <a:bodyPr/>
        <a:lstStyle/>
        <a:p>
          <a:endParaRPr lang="zh-CN" altLang="en-US"/>
        </a:p>
      </dgm:t>
    </dgm:pt>
    <dgm:pt modelId="{DD65202E-6D36-421B-89C9-CF52978228EC}">
      <dgm:prSet phldrT="[文本]"/>
      <dgm:spPr/>
      <dgm:t>
        <a:bodyPr/>
        <a:lstStyle/>
        <a:p>
          <a:pPr>
            <a:buNone/>
          </a:pPr>
          <a:r>
            <a:rPr lang="zh-CN" altLang="en-US"/>
            <a:t>安全防护</a:t>
          </a:r>
        </a:p>
      </dgm:t>
    </dgm:pt>
    <dgm:pt modelId="{2E473069-7E66-40E5-9FAB-632D3845DDAB}" type="parTrans" cxnId="{90BB8433-6C6C-450B-A58C-91C6A6791101}">
      <dgm:prSet/>
      <dgm:spPr/>
      <dgm:t>
        <a:bodyPr/>
        <a:lstStyle/>
        <a:p>
          <a:endParaRPr lang="zh-CN" altLang="en-US"/>
        </a:p>
      </dgm:t>
    </dgm:pt>
    <dgm:pt modelId="{15DABD02-739E-44D5-BB01-E082E69A225B}" type="sibTrans" cxnId="{90BB8433-6C6C-450B-A58C-91C6A6791101}">
      <dgm:prSet/>
      <dgm:spPr/>
      <dgm:t>
        <a:bodyPr/>
        <a:lstStyle/>
        <a:p>
          <a:endParaRPr lang="zh-CN" altLang="en-US"/>
        </a:p>
      </dgm:t>
    </dgm:pt>
    <dgm:pt modelId="{17894A8B-4E92-46FD-9501-B41F249CB084}">
      <dgm:prSet phldrT="[文本]"/>
      <dgm:spPr/>
      <dgm:t>
        <a:bodyPr/>
        <a:lstStyle/>
        <a:p>
          <a:pPr>
            <a:buNone/>
          </a:pPr>
          <a:r>
            <a:rPr lang="zh-CN" altLang="en-US"/>
            <a:t>隐藏后端服务器真实 </a:t>
          </a:r>
          <a:r>
            <a:rPr lang="en-US" altLang="zh-CN"/>
            <a:t>IP </a:t>
          </a:r>
          <a:r>
            <a:rPr lang="zh-CN" altLang="en-US"/>
            <a:t>和架构，可作为 </a:t>
          </a:r>
          <a:r>
            <a:rPr lang="en-US" altLang="zh-CN"/>
            <a:t>SSL </a:t>
          </a:r>
          <a:r>
            <a:rPr lang="zh-CN" altLang="en-US"/>
            <a:t>终点集中管理证书</a:t>
          </a:r>
        </a:p>
      </dgm:t>
    </dgm:pt>
    <dgm:pt modelId="{7B065C0B-8A1B-4B6C-BA12-50F759044BD3}" type="parTrans" cxnId="{669D3B89-5EF4-4B08-A8CF-70AF4B6D7357}">
      <dgm:prSet/>
      <dgm:spPr/>
      <dgm:t>
        <a:bodyPr/>
        <a:lstStyle/>
        <a:p>
          <a:endParaRPr lang="zh-CN" altLang="en-US"/>
        </a:p>
      </dgm:t>
    </dgm:pt>
    <dgm:pt modelId="{E189C392-C349-4F50-943A-0079BB75CFBE}" type="sibTrans" cxnId="{669D3B89-5EF4-4B08-A8CF-70AF4B6D7357}">
      <dgm:prSet/>
      <dgm:spPr/>
      <dgm:t>
        <a:bodyPr/>
        <a:lstStyle/>
        <a:p>
          <a:endParaRPr lang="zh-CN" altLang="en-US"/>
        </a:p>
      </dgm:t>
    </dgm:pt>
    <dgm:pt modelId="{F675F427-DC58-42C0-906D-100FA8E29C34}">
      <dgm:prSet phldrT="[文本]"/>
      <dgm:spPr/>
      <dgm:t>
        <a:bodyPr/>
        <a:lstStyle/>
        <a:p>
          <a:pPr>
            <a:buNone/>
          </a:pPr>
          <a:r>
            <a:rPr lang="zh-CN" altLang="en-US"/>
            <a:t>缓存加速</a:t>
          </a:r>
        </a:p>
      </dgm:t>
    </dgm:pt>
    <dgm:pt modelId="{B5ED379D-F9BD-4CF0-8375-EE3A357361D8}" type="parTrans" cxnId="{AD9812D8-4AD4-4F27-80E7-1CF802C3B20F}">
      <dgm:prSet/>
      <dgm:spPr/>
      <dgm:t>
        <a:bodyPr/>
        <a:lstStyle/>
        <a:p>
          <a:endParaRPr lang="zh-CN" altLang="en-US"/>
        </a:p>
      </dgm:t>
    </dgm:pt>
    <dgm:pt modelId="{C69F741A-6D72-4654-8F4D-2557A86C2827}" type="sibTrans" cxnId="{AD9812D8-4AD4-4F27-80E7-1CF802C3B20F}">
      <dgm:prSet/>
      <dgm:spPr/>
      <dgm:t>
        <a:bodyPr/>
        <a:lstStyle/>
        <a:p>
          <a:endParaRPr lang="zh-CN" altLang="en-US"/>
        </a:p>
      </dgm:t>
    </dgm:pt>
    <dgm:pt modelId="{9DCDA368-29BF-4BD5-BB8A-3026B0FD86BC}">
      <dgm:prSet phldrT="[文本]"/>
      <dgm:spPr/>
      <dgm:t>
        <a:bodyPr/>
        <a:lstStyle/>
        <a:p>
          <a:pPr>
            <a:buNone/>
          </a:pPr>
          <a:r>
            <a:rPr lang="zh-CN" altLang="en-US"/>
            <a:t>协议转换</a:t>
          </a:r>
        </a:p>
      </dgm:t>
    </dgm:pt>
    <dgm:pt modelId="{ABC04E99-A750-409D-9C58-3B11F4E89475}" type="parTrans" cxnId="{6CE630CD-A575-4140-AAF3-0BB53AB92825}">
      <dgm:prSet/>
      <dgm:spPr/>
      <dgm:t>
        <a:bodyPr/>
        <a:lstStyle/>
        <a:p>
          <a:endParaRPr lang="zh-CN" altLang="en-US"/>
        </a:p>
      </dgm:t>
    </dgm:pt>
    <dgm:pt modelId="{CDA242EC-9F8F-47E2-9257-5080665E773A}" type="sibTrans" cxnId="{6CE630CD-A575-4140-AAF3-0BB53AB92825}">
      <dgm:prSet/>
      <dgm:spPr/>
      <dgm:t>
        <a:bodyPr/>
        <a:lstStyle/>
        <a:p>
          <a:endParaRPr lang="zh-CN" altLang="en-US"/>
        </a:p>
      </dgm:t>
    </dgm:pt>
    <dgm:pt modelId="{2B062941-8616-41B7-9A8E-D9093C469668}">
      <dgm:prSet phldrT="[文本]"/>
      <dgm:spPr/>
      <dgm:t>
        <a:bodyPr/>
        <a:lstStyle/>
        <a:p>
          <a:pPr>
            <a:buNone/>
          </a:pPr>
          <a:r>
            <a:rPr lang="zh-CN" altLang="en-US"/>
            <a:t>在客户端与后端之间转换通信协议（如将外部 </a:t>
          </a:r>
          <a:r>
            <a:rPr lang="en-US" altLang="zh-CN"/>
            <a:t>HTTPS </a:t>
          </a:r>
          <a:r>
            <a:rPr lang="zh-CN" altLang="en-US"/>
            <a:t>转为内 部 </a:t>
          </a:r>
          <a:r>
            <a:rPr lang="en-US" altLang="zh-CN"/>
            <a:t>HTTP</a:t>
          </a:r>
          <a:r>
            <a:rPr lang="zh-CN" altLang="en-US"/>
            <a:t>） </a:t>
          </a:r>
        </a:p>
      </dgm:t>
    </dgm:pt>
    <dgm:pt modelId="{5196881F-85AE-4EBD-8061-C882AC66AB4F}" type="parTrans" cxnId="{55315D55-F764-4157-A7A1-1A3656988586}">
      <dgm:prSet/>
      <dgm:spPr/>
      <dgm:t>
        <a:bodyPr/>
        <a:lstStyle/>
        <a:p>
          <a:endParaRPr lang="zh-CN" altLang="en-US"/>
        </a:p>
      </dgm:t>
    </dgm:pt>
    <dgm:pt modelId="{E9063317-B48E-48CD-A897-11D2CBE2A839}" type="sibTrans" cxnId="{55315D55-F764-4157-A7A1-1A3656988586}">
      <dgm:prSet/>
      <dgm:spPr/>
      <dgm:t>
        <a:bodyPr/>
        <a:lstStyle/>
        <a:p>
          <a:endParaRPr lang="zh-CN" altLang="en-US"/>
        </a:p>
      </dgm:t>
    </dgm:pt>
    <dgm:pt modelId="{B19EC53E-2090-4CF1-8085-FC3F1F2454B5}">
      <dgm:prSet phldrT="[文本]"/>
      <dgm:spPr/>
      <dgm:t>
        <a:bodyPr/>
        <a:lstStyle/>
        <a:p>
          <a:pPr>
            <a:buNone/>
          </a:pPr>
          <a:r>
            <a:rPr lang="zh-CN" altLang="en-US"/>
            <a:t>缓存后端服务器的响应，减少重复请求对后端的压力</a:t>
          </a:r>
        </a:p>
      </dgm:t>
    </dgm:pt>
    <dgm:pt modelId="{E19DE936-7DEA-497A-87E4-E97FFCD087F7}" type="parTrans" cxnId="{A01DCBED-DAC3-417C-BE76-2A46EB0487DD}">
      <dgm:prSet/>
      <dgm:spPr/>
      <dgm:t>
        <a:bodyPr/>
        <a:lstStyle/>
        <a:p>
          <a:endParaRPr lang="zh-CN" altLang="en-US"/>
        </a:p>
      </dgm:t>
    </dgm:pt>
    <dgm:pt modelId="{CF210B90-688B-49FA-B768-F281F50A0945}" type="sibTrans" cxnId="{A01DCBED-DAC3-417C-BE76-2A46EB0487DD}">
      <dgm:prSet/>
      <dgm:spPr/>
      <dgm:t>
        <a:bodyPr/>
        <a:lstStyle/>
        <a:p>
          <a:endParaRPr lang="zh-CN" altLang="en-US"/>
        </a:p>
      </dgm:t>
    </dgm:pt>
    <dgm:pt modelId="{98A6CD3D-9E85-4096-B16B-562E05AC1023}" type="pres">
      <dgm:prSet presAssocID="{3EC992CC-B1C9-4641-AEA1-2486EC91F850}" presName="linear" presStyleCnt="0">
        <dgm:presLayoutVars>
          <dgm:dir/>
          <dgm:animLvl val="lvl"/>
          <dgm:resizeHandles val="exact"/>
        </dgm:presLayoutVars>
      </dgm:prSet>
      <dgm:spPr/>
    </dgm:pt>
    <dgm:pt modelId="{D2F9BA9D-B2B8-4083-B208-257B88AFA487}" type="pres">
      <dgm:prSet presAssocID="{17D7A888-2099-42C4-87AC-82AEB483A054}" presName="parentLin" presStyleCnt="0"/>
      <dgm:spPr/>
    </dgm:pt>
    <dgm:pt modelId="{8B2480E9-7C89-4912-9779-3F3DAFDA7799}" type="pres">
      <dgm:prSet presAssocID="{17D7A888-2099-42C4-87AC-82AEB483A054}" presName="parentLeftMargin" presStyleLbl="node1" presStyleIdx="0" presStyleCnt="6"/>
      <dgm:spPr/>
    </dgm:pt>
    <dgm:pt modelId="{8061897E-EE3C-49A0-80D6-E859A27A23D3}" type="pres">
      <dgm:prSet presAssocID="{17D7A888-2099-42C4-87AC-82AEB483A054}" presName="parentText" presStyleLbl="node1" presStyleIdx="0" presStyleCnt="6">
        <dgm:presLayoutVars>
          <dgm:chMax val="0"/>
          <dgm:bulletEnabled val="1"/>
        </dgm:presLayoutVars>
      </dgm:prSet>
      <dgm:spPr/>
    </dgm:pt>
    <dgm:pt modelId="{1C0F8D34-057A-49D8-B365-8AA063616579}" type="pres">
      <dgm:prSet presAssocID="{17D7A888-2099-42C4-87AC-82AEB483A054}" presName="negativeSpace" presStyleCnt="0"/>
      <dgm:spPr/>
    </dgm:pt>
    <dgm:pt modelId="{28E0CF1B-5115-4DA9-AB91-ECBB79D4427F}" type="pres">
      <dgm:prSet presAssocID="{17D7A888-2099-42C4-87AC-82AEB483A054}" presName="childText" presStyleLbl="conFgAcc1" presStyleIdx="0" presStyleCnt="6">
        <dgm:presLayoutVars>
          <dgm:bulletEnabled val="1"/>
        </dgm:presLayoutVars>
      </dgm:prSet>
      <dgm:spPr/>
    </dgm:pt>
    <dgm:pt modelId="{A3BB0630-204D-48B2-973E-A862EAC8CA50}" type="pres">
      <dgm:prSet presAssocID="{6CE0059F-A588-41B9-9D98-0564F5F142A5}" presName="spaceBetweenRectangles" presStyleCnt="0"/>
      <dgm:spPr/>
    </dgm:pt>
    <dgm:pt modelId="{84966431-C8B6-4A0A-88FA-AEFDE8F7E9FD}" type="pres">
      <dgm:prSet presAssocID="{15194163-ED6D-408C-BAA1-EB0CA357DA1A}" presName="parentLin" presStyleCnt="0"/>
      <dgm:spPr/>
    </dgm:pt>
    <dgm:pt modelId="{4544F968-9942-453B-8D9C-047316BE92A3}" type="pres">
      <dgm:prSet presAssocID="{15194163-ED6D-408C-BAA1-EB0CA357DA1A}" presName="parentLeftMargin" presStyleLbl="node1" presStyleIdx="0" presStyleCnt="6"/>
      <dgm:spPr/>
    </dgm:pt>
    <dgm:pt modelId="{32A3CAC6-C2DB-4B5C-AC42-944F1E35BFC6}" type="pres">
      <dgm:prSet presAssocID="{15194163-ED6D-408C-BAA1-EB0CA357DA1A}" presName="parentText" presStyleLbl="node1" presStyleIdx="1" presStyleCnt="6">
        <dgm:presLayoutVars>
          <dgm:chMax val="0"/>
          <dgm:bulletEnabled val="1"/>
        </dgm:presLayoutVars>
      </dgm:prSet>
      <dgm:spPr/>
    </dgm:pt>
    <dgm:pt modelId="{225EF834-AC9A-4805-B2FC-3A4127D040C4}" type="pres">
      <dgm:prSet presAssocID="{15194163-ED6D-408C-BAA1-EB0CA357DA1A}" presName="negativeSpace" presStyleCnt="0"/>
      <dgm:spPr/>
    </dgm:pt>
    <dgm:pt modelId="{373DB429-4FEA-40B8-9A69-C5727D369A76}" type="pres">
      <dgm:prSet presAssocID="{15194163-ED6D-408C-BAA1-EB0CA357DA1A}" presName="childText" presStyleLbl="conFgAcc1" presStyleIdx="1" presStyleCnt="6">
        <dgm:presLayoutVars>
          <dgm:bulletEnabled val="1"/>
        </dgm:presLayoutVars>
      </dgm:prSet>
      <dgm:spPr/>
    </dgm:pt>
    <dgm:pt modelId="{FB425BC1-CFF7-41B3-80E5-B453606A6A50}" type="pres">
      <dgm:prSet presAssocID="{70A4526B-2E92-4D02-AFDE-7C4434F063D9}" presName="spaceBetweenRectangles" presStyleCnt="0"/>
      <dgm:spPr/>
    </dgm:pt>
    <dgm:pt modelId="{73113035-E132-412D-98AA-259B12403EE0}" type="pres">
      <dgm:prSet presAssocID="{B52844B1-EFB7-49A3-A0A6-B310307B27D5}" presName="parentLin" presStyleCnt="0"/>
      <dgm:spPr/>
    </dgm:pt>
    <dgm:pt modelId="{500F4D5F-D24B-41F8-A38B-5FFD5BFF6F6B}" type="pres">
      <dgm:prSet presAssocID="{B52844B1-EFB7-49A3-A0A6-B310307B27D5}" presName="parentLeftMargin" presStyleLbl="node1" presStyleIdx="1" presStyleCnt="6"/>
      <dgm:spPr/>
    </dgm:pt>
    <dgm:pt modelId="{B9EB0584-1328-47A0-AB48-968CD2D6F2C1}" type="pres">
      <dgm:prSet presAssocID="{B52844B1-EFB7-49A3-A0A6-B310307B27D5}" presName="parentText" presStyleLbl="node1" presStyleIdx="2" presStyleCnt="6">
        <dgm:presLayoutVars>
          <dgm:chMax val="0"/>
          <dgm:bulletEnabled val="1"/>
        </dgm:presLayoutVars>
      </dgm:prSet>
      <dgm:spPr/>
    </dgm:pt>
    <dgm:pt modelId="{6166E2D2-84C5-4948-9E2A-89C0BABD2416}" type="pres">
      <dgm:prSet presAssocID="{B52844B1-EFB7-49A3-A0A6-B310307B27D5}" presName="negativeSpace" presStyleCnt="0"/>
      <dgm:spPr/>
    </dgm:pt>
    <dgm:pt modelId="{B8E310D6-CAB8-4162-923F-9D2379B0C86E}" type="pres">
      <dgm:prSet presAssocID="{B52844B1-EFB7-49A3-A0A6-B310307B27D5}" presName="childText" presStyleLbl="conFgAcc1" presStyleIdx="2" presStyleCnt="6">
        <dgm:presLayoutVars>
          <dgm:bulletEnabled val="1"/>
        </dgm:presLayoutVars>
      </dgm:prSet>
      <dgm:spPr/>
    </dgm:pt>
    <dgm:pt modelId="{EBF0FA8A-5C6E-4A28-96AD-2A452AF6C2A6}" type="pres">
      <dgm:prSet presAssocID="{ADD07C0A-DE4F-423D-B1F6-FE2FBA8052BC}" presName="spaceBetweenRectangles" presStyleCnt="0"/>
      <dgm:spPr/>
    </dgm:pt>
    <dgm:pt modelId="{787C8948-8770-49FF-9528-5F70EEDE1290}" type="pres">
      <dgm:prSet presAssocID="{DD65202E-6D36-421B-89C9-CF52978228EC}" presName="parentLin" presStyleCnt="0"/>
      <dgm:spPr/>
    </dgm:pt>
    <dgm:pt modelId="{0631D910-BBBD-492F-A8CB-B0ECD2E15640}" type="pres">
      <dgm:prSet presAssocID="{DD65202E-6D36-421B-89C9-CF52978228EC}" presName="parentLeftMargin" presStyleLbl="node1" presStyleIdx="2" presStyleCnt="6"/>
      <dgm:spPr/>
    </dgm:pt>
    <dgm:pt modelId="{9F981DE7-D84D-4EBC-A769-C3603FB5C385}" type="pres">
      <dgm:prSet presAssocID="{DD65202E-6D36-421B-89C9-CF52978228EC}" presName="parentText" presStyleLbl="node1" presStyleIdx="3" presStyleCnt="6">
        <dgm:presLayoutVars>
          <dgm:chMax val="0"/>
          <dgm:bulletEnabled val="1"/>
        </dgm:presLayoutVars>
      </dgm:prSet>
      <dgm:spPr/>
    </dgm:pt>
    <dgm:pt modelId="{4420249F-3377-477C-B76F-6CB0EDCAD146}" type="pres">
      <dgm:prSet presAssocID="{DD65202E-6D36-421B-89C9-CF52978228EC}" presName="negativeSpace" presStyleCnt="0"/>
      <dgm:spPr/>
    </dgm:pt>
    <dgm:pt modelId="{C32DFDD0-D614-467C-A7F6-B9ACD59F0681}" type="pres">
      <dgm:prSet presAssocID="{DD65202E-6D36-421B-89C9-CF52978228EC}" presName="childText" presStyleLbl="conFgAcc1" presStyleIdx="3" presStyleCnt="6">
        <dgm:presLayoutVars>
          <dgm:bulletEnabled val="1"/>
        </dgm:presLayoutVars>
      </dgm:prSet>
      <dgm:spPr/>
    </dgm:pt>
    <dgm:pt modelId="{324F25D9-F43D-451B-9E30-FAD105724977}" type="pres">
      <dgm:prSet presAssocID="{15DABD02-739E-44D5-BB01-E082E69A225B}" presName="spaceBetweenRectangles" presStyleCnt="0"/>
      <dgm:spPr/>
    </dgm:pt>
    <dgm:pt modelId="{FBA26147-14B3-48EB-9EDC-BC488C7BA972}" type="pres">
      <dgm:prSet presAssocID="{F675F427-DC58-42C0-906D-100FA8E29C34}" presName="parentLin" presStyleCnt="0"/>
      <dgm:spPr/>
    </dgm:pt>
    <dgm:pt modelId="{331A5BBB-8D65-471C-B8FA-9F1673D23C81}" type="pres">
      <dgm:prSet presAssocID="{F675F427-DC58-42C0-906D-100FA8E29C34}" presName="parentLeftMargin" presStyleLbl="node1" presStyleIdx="3" presStyleCnt="6"/>
      <dgm:spPr/>
    </dgm:pt>
    <dgm:pt modelId="{5EEE5469-4532-490E-AECC-6458992C17F3}" type="pres">
      <dgm:prSet presAssocID="{F675F427-DC58-42C0-906D-100FA8E29C34}" presName="parentText" presStyleLbl="node1" presStyleIdx="4" presStyleCnt="6">
        <dgm:presLayoutVars>
          <dgm:chMax val="0"/>
          <dgm:bulletEnabled val="1"/>
        </dgm:presLayoutVars>
      </dgm:prSet>
      <dgm:spPr/>
    </dgm:pt>
    <dgm:pt modelId="{3A4C4F68-EAF2-4758-9709-F0D12C72457B}" type="pres">
      <dgm:prSet presAssocID="{F675F427-DC58-42C0-906D-100FA8E29C34}" presName="negativeSpace" presStyleCnt="0"/>
      <dgm:spPr/>
    </dgm:pt>
    <dgm:pt modelId="{7CDA40B7-7CB9-4CF0-A335-9534076F679D}" type="pres">
      <dgm:prSet presAssocID="{F675F427-DC58-42C0-906D-100FA8E29C34}" presName="childText" presStyleLbl="conFgAcc1" presStyleIdx="4" presStyleCnt="6">
        <dgm:presLayoutVars>
          <dgm:bulletEnabled val="1"/>
        </dgm:presLayoutVars>
      </dgm:prSet>
      <dgm:spPr/>
    </dgm:pt>
    <dgm:pt modelId="{2FFE170F-75AF-44F5-8D30-7350036E4839}" type="pres">
      <dgm:prSet presAssocID="{C69F741A-6D72-4654-8F4D-2557A86C2827}" presName="spaceBetweenRectangles" presStyleCnt="0"/>
      <dgm:spPr/>
    </dgm:pt>
    <dgm:pt modelId="{B286E2AD-9E8C-41B9-9ECF-120BE4E83841}" type="pres">
      <dgm:prSet presAssocID="{9DCDA368-29BF-4BD5-BB8A-3026B0FD86BC}" presName="parentLin" presStyleCnt="0"/>
      <dgm:spPr/>
    </dgm:pt>
    <dgm:pt modelId="{1C193FEA-6089-4C43-B584-EE7505E041ED}" type="pres">
      <dgm:prSet presAssocID="{9DCDA368-29BF-4BD5-BB8A-3026B0FD86BC}" presName="parentLeftMargin" presStyleLbl="node1" presStyleIdx="4" presStyleCnt="6"/>
      <dgm:spPr/>
    </dgm:pt>
    <dgm:pt modelId="{21197E92-6604-4A22-A8AF-7B5E07A58AD7}" type="pres">
      <dgm:prSet presAssocID="{9DCDA368-29BF-4BD5-BB8A-3026B0FD86BC}" presName="parentText" presStyleLbl="node1" presStyleIdx="5" presStyleCnt="6">
        <dgm:presLayoutVars>
          <dgm:chMax val="0"/>
          <dgm:bulletEnabled val="1"/>
        </dgm:presLayoutVars>
      </dgm:prSet>
      <dgm:spPr/>
    </dgm:pt>
    <dgm:pt modelId="{60FD8663-C72A-41CF-AE9E-9E7A2B50C1DB}" type="pres">
      <dgm:prSet presAssocID="{9DCDA368-29BF-4BD5-BB8A-3026B0FD86BC}" presName="negativeSpace" presStyleCnt="0"/>
      <dgm:spPr/>
    </dgm:pt>
    <dgm:pt modelId="{912A4C4E-8F52-4043-80A7-198E250A49D5}" type="pres">
      <dgm:prSet presAssocID="{9DCDA368-29BF-4BD5-BB8A-3026B0FD86BC}" presName="childText" presStyleLbl="conFgAcc1" presStyleIdx="5" presStyleCnt="6">
        <dgm:presLayoutVars>
          <dgm:bulletEnabled val="1"/>
        </dgm:presLayoutVars>
      </dgm:prSet>
      <dgm:spPr/>
    </dgm:pt>
  </dgm:ptLst>
  <dgm:cxnLst>
    <dgm:cxn modelId="{EB44F60E-B065-45D4-8C83-897F5D2C30B7}" srcId="{B52844B1-EFB7-49A3-A0A6-B310307B27D5}" destId="{77101686-AD7E-4505-AE7B-D67F539739FA}" srcOrd="0" destOrd="0" parTransId="{ECA50982-8843-487B-9BF6-811B28F60FF5}" sibTransId="{4BA3F831-1F2A-4225-B292-A9971EA423BE}"/>
    <dgm:cxn modelId="{A554D911-9C52-4D9D-B9AE-37342CDDC6AC}" srcId="{3EC992CC-B1C9-4641-AEA1-2486EC91F850}" destId="{B52844B1-EFB7-49A3-A0A6-B310307B27D5}" srcOrd="2" destOrd="0" parTransId="{F9CFC6CA-6AB0-4B5E-B6FE-E81AB77CE378}" sibTransId="{ADD07C0A-DE4F-423D-B1F6-FE2FBA8052BC}"/>
    <dgm:cxn modelId="{D3591A1D-D66D-4229-9ED7-A1D881131DC4}" type="presOf" srcId="{8C1CCE8B-B166-41D4-8E11-9537B314CFA4}" destId="{28E0CF1B-5115-4DA9-AB91-ECBB79D4427F}" srcOrd="0" destOrd="0" presId="urn:microsoft.com/office/officeart/2005/8/layout/list1"/>
    <dgm:cxn modelId="{CAD10E22-83D4-4A40-853B-FC2B42BA2120}" srcId="{15194163-ED6D-408C-BAA1-EB0CA357DA1A}" destId="{BF6C8768-7ACD-4687-94F1-A81FB8F663D5}" srcOrd="0" destOrd="0" parTransId="{7361EE70-BF76-4E12-A21A-A17330C431E9}" sibTransId="{6DDA760E-C9AE-4E66-8093-1949257DF8B6}"/>
    <dgm:cxn modelId="{90BB8433-6C6C-450B-A58C-91C6A6791101}" srcId="{3EC992CC-B1C9-4641-AEA1-2486EC91F850}" destId="{DD65202E-6D36-421B-89C9-CF52978228EC}" srcOrd="3" destOrd="0" parTransId="{2E473069-7E66-40E5-9FAB-632D3845DDAB}" sibTransId="{15DABD02-739E-44D5-BB01-E082E69A225B}"/>
    <dgm:cxn modelId="{A51C173A-8E49-4046-AB44-D3E6CC837F23}" type="presOf" srcId="{BF6C8768-7ACD-4687-94F1-A81FB8F663D5}" destId="{373DB429-4FEA-40B8-9A69-C5727D369A76}" srcOrd="0" destOrd="0" presId="urn:microsoft.com/office/officeart/2005/8/layout/list1"/>
    <dgm:cxn modelId="{CE390B3B-C99C-4FE1-B5AD-03AE8BE985F3}" type="presOf" srcId="{15194163-ED6D-408C-BAA1-EB0CA357DA1A}" destId="{4544F968-9942-453B-8D9C-047316BE92A3}" srcOrd="0" destOrd="0" presId="urn:microsoft.com/office/officeart/2005/8/layout/list1"/>
    <dgm:cxn modelId="{5F45A63B-F1F0-4126-89DA-6D8BFBEB3DF3}" type="presOf" srcId="{B52844B1-EFB7-49A3-A0A6-B310307B27D5}" destId="{500F4D5F-D24B-41F8-A38B-5FFD5BFF6F6B}" srcOrd="0" destOrd="0" presId="urn:microsoft.com/office/officeart/2005/8/layout/list1"/>
    <dgm:cxn modelId="{16E55E5E-6A74-4E90-A1EA-F2D8E629BD04}" type="presOf" srcId="{9DCDA368-29BF-4BD5-BB8A-3026B0FD86BC}" destId="{21197E92-6604-4A22-A8AF-7B5E07A58AD7}" srcOrd="1" destOrd="0" presId="urn:microsoft.com/office/officeart/2005/8/layout/list1"/>
    <dgm:cxn modelId="{1C189B60-F115-45C4-83FE-7A9C68189AF0}" srcId="{3EC992CC-B1C9-4641-AEA1-2486EC91F850}" destId="{17D7A888-2099-42C4-87AC-82AEB483A054}" srcOrd="0" destOrd="0" parTransId="{9141F2E0-7D5F-49F4-B9B6-99621FD54591}" sibTransId="{6CE0059F-A588-41B9-9D98-0564F5F142A5}"/>
    <dgm:cxn modelId="{EF8E9051-C6AA-4986-A54E-5ADCACE9761A}" type="presOf" srcId="{B52844B1-EFB7-49A3-A0A6-B310307B27D5}" destId="{B9EB0584-1328-47A0-AB48-968CD2D6F2C1}" srcOrd="1" destOrd="0" presId="urn:microsoft.com/office/officeart/2005/8/layout/list1"/>
    <dgm:cxn modelId="{1188B872-F9F3-45CA-A22B-F3AEA2A6DD12}" type="presOf" srcId="{F675F427-DC58-42C0-906D-100FA8E29C34}" destId="{331A5BBB-8D65-471C-B8FA-9F1673D23C81}" srcOrd="0" destOrd="0" presId="urn:microsoft.com/office/officeart/2005/8/layout/list1"/>
    <dgm:cxn modelId="{14D6D773-FFBC-4C4D-84FE-B8AA378A2FF3}" type="presOf" srcId="{DD65202E-6D36-421B-89C9-CF52978228EC}" destId="{9F981DE7-D84D-4EBC-A769-C3603FB5C385}" srcOrd="1" destOrd="0" presId="urn:microsoft.com/office/officeart/2005/8/layout/list1"/>
    <dgm:cxn modelId="{55315D55-F764-4157-A7A1-1A3656988586}" srcId="{9DCDA368-29BF-4BD5-BB8A-3026B0FD86BC}" destId="{2B062941-8616-41B7-9A8E-D9093C469668}" srcOrd="0" destOrd="0" parTransId="{5196881F-85AE-4EBD-8061-C882AC66AB4F}" sibTransId="{E9063317-B48E-48CD-A897-11D2CBE2A839}"/>
    <dgm:cxn modelId="{E5662278-A139-4FF8-AAEA-76C10DEB1CF2}" type="presOf" srcId="{17D7A888-2099-42C4-87AC-82AEB483A054}" destId="{8061897E-EE3C-49A0-80D6-E859A27A23D3}" srcOrd="1" destOrd="0" presId="urn:microsoft.com/office/officeart/2005/8/layout/list1"/>
    <dgm:cxn modelId="{091A887E-0235-4435-88A8-8894D26AD81D}" type="presOf" srcId="{15194163-ED6D-408C-BAA1-EB0CA357DA1A}" destId="{32A3CAC6-C2DB-4B5C-AC42-944F1E35BFC6}" srcOrd="1" destOrd="0" presId="urn:microsoft.com/office/officeart/2005/8/layout/list1"/>
    <dgm:cxn modelId="{00802E86-23AC-4015-8255-1B97983EAFA9}" srcId="{17D7A888-2099-42C4-87AC-82AEB483A054}" destId="{8C1CCE8B-B166-41D4-8E11-9537B314CFA4}" srcOrd="0" destOrd="0" parTransId="{62209B91-9AAA-4D9A-ACD0-5717E4877867}" sibTransId="{8145A279-E7E2-4530-933C-2DBF26E9509A}"/>
    <dgm:cxn modelId="{669D3B89-5EF4-4B08-A8CF-70AF4B6D7357}" srcId="{DD65202E-6D36-421B-89C9-CF52978228EC}" destId="{17894A8B-4E92-46FD-9501-B41F249CB084}" srcOrd="0" destOrd="0" parTransId="{7B065C0B-8A1B-4B6C-BA12-50F759044BD3}" sibTransId="{E189C392-C349-4F50-943A-0079BB75CFBE}"/>
    <dgm:cxn modelId="{E9771FA4-1A30-45E5-88B9-3FFB01DE050B}" type="presOf" srcId="{B19EC53E-2090-4CF1-8085-FC3F1F2454B5}" destId="{7CDA40B7-7CB9-4CF0-A335-9534076F679D}" srcOrd="0" destOrd="0" presId="urn:microsoft.com/office/officeart/2005/8/layout/list1"/>
    <dgm:cxn modelId="{501D31A9-91C6-4E3C-8989-6263ED962002}" type="presOf" srcId="{17894A8B-4E92-46FD-9501-B41F249CB084}" destId="{C32DFDD0-D614-467C-A7F6-B9ACD59F0681}" srcOrd="0" destOrd="0" presId="urn:microsoft.com/office/officeart/2005/8/layout/list1"/>
    <dgm:cxn modelId="{90167BA9-65B9-48D1-8AC8-280CE1484E92}" type="presOf" srcId="{77101686-AD7E-4505-AE7B-D67F539739FA}" destId="{B8E310D6-CAB8-4162-923F-9D2379B0C86E}" srcOrd="0" destOrd="0" presId="urn:microsoft.com/office/officeart/2005/8/layout/list1"/>
    <dgm:cxn modelId="{73B007C5-3FED-4D21-9352-A2D4DBB37747}" type="presOf" srcId="{3EC992CC-B1C9-4641-AEA1-2486EC91F850}" destId="{98A6CD3D-9E85-4096-B16B-562E05AC1023}" srcOrd="0" destOrd="0" presId="urn:microsoft.com/office/officeart/2005/8/layout/list1"/>
    <dgm:cxn modelId="{6CE630CD-A575-4140-AAF3-0BB53AB92825}" srcId="{3EC992CC-B1C9-4641-AEA1-2486EC91F850}" destId="{9DCDA368-29BF-4BD5-BB8A-3026B0FD86BC}" srcOrd="5" destOrd="0" parTransId="{ABC04E99-A750-409D-9C58-3B11F4E89475}" sibTransId="{CDA242EC-9F8F-47E2-9257-5080665E773A}"/>
    <dgm:cxn modelId="{D6A975D0-2EF4-4340-AA66-1D8153102649}" type="presOf" srcId="{9DCDA368-29BF-4BD5-BB8A-3026B0FD86BC}" destId="{1C193FEA-6089-4C43-B584-EE7505E041ED}" srcOrd="0" destOrd="0" presId="urn:microsoft.com/office/officeart/2005/8/layout/list1"/>
    <dgm:cxn modelId="{AD9812D8-4AD4-4F27-80E7-1CF802C3B20F}" srcId="{3EC992CC-B1C9-4641-AEA1-2486EC91F850}" destId="{F675F427-DC58-42C0-906D-100FA8E29C34}" srcOrd="4" destOrd="0" parTransId="{B5ED379D-F9BD-4CF0-8375-EE3A357361D8}" sibTransId="{C69F741A-6D72-4654-8F4D-2557A86C2827}"/>
    <dgm:cxn modelId="{70DD68D8-9664-4F89-A3F1-DEFCBAB57EE6}" srcId="{3EC992CC-B1C9-4641-AEA1-2486EC91F850}" destId="{15194163-ED6D-408C-BAA1-EB0CA357DA1A}" srcOrd="1" destOrd="0" parTransId="{7AC2AAB0-5920-43BF-A0DC-5AC2DA7F7958}" sibTransId="{70A4526B-2E92-4D02-AFDE-7C4434F063D9}"/>
    <dgm:cxn modelId="{726B02EC-23E6-4453-A61D-00A04C0E4516}" type="presOf" srcId="{2B062941-8616-41B7-9A8E-D9093C469668}" destId="{912A4C4E-8F52-4043-80A7-198E250A49D5}" srcOrd="0" destOrd="0" presId="urn:microsoft.com/office/officeart/2005/8/layout/list1"/>
    <dgm:cxn modelId="{A01DCBED-DAC3-417C-BE76-2A46EB0487DD}" srcId="{F675F427-DC58-42C0-906D-100FA8E29C34}" destId="{B19EC53E-2090-4CF1-8085-FC3F1F2454B5}" srcOrd="0" destOrd="0" parTransId="{E19DE936-7DEA-497A-87E4-E97FFCD087F7}" sibTransId="{CF210B90-688B-49FA-B768-F281F50A0945}"/>
    <dgm:cxn modelId="{FF29B9FA-BAFA-42E6-9A71-AC2E21C21FAE}" type="presOf" srcId="{F675F427-DC58-42C0-906D-100FA8E29C34}" destId="{5EEE5469-4532-490E-AECC-6458992C17F3}" srcOrd="1" destOrd="0" presId="urn:microsoft.com/office/officeart/2005/8/layout/list1"/>
    <dgm:cxn modelId="{50C1F3FB-E94A-4534-8682-A89FAFEF0A3C}" type="presOf" srcId="{DD65202E-6D36-421B-89C9-CF52978228EC}" destId="{0631D910-BBBD-492F-A8CB-B0ECD2E15640}" srcOrd="0" destOrd="0" presId="urn:microsoft.com/office/officeart/2005/8/layout/list1"/>
    <dgm:cxn modelId="{68D3DCFF-FA88-4313-9AD9-AEB41801B668}" type="presOf" srcId="{17D7A888-2099-42C4-87AC-82AEB483A054}" destId="{8B2480E9-7C89-4912-9779-3F3DAFDA7799}" srcOrd="0" destOrd="0" presId="urn:microsoft.com/office/officeart/2005/8/layout/list1"/>
    <dgm:cxn modelId="{2B296F99-5259-4120-8426-0375C71AF605}" type="presParOf" srcId="{98A6CD3D-9E85-4096-B16B-562E05AC1023}" destId="{D2F9BA9D-B2B8-4083-B208-257B88AFA487}" srcOrd="0" destOrd="0" presId="urn:microsoft.com/office/officeart/2005/8/layout/list1"/>
    <dgm:cxn modelId="{4E2B1BFB-1E89-493B-9CFB-DD39082D625F}" type="presParOf" srcId="{D2F9BA9D-B2B8-4083-B208-257B88AFA487}" destId="{8B2480E9-7C89-4912-9779-3F3DAFDA7799}" srcOrd="0" destOrd="0" presId="urn:microsoft.com/office/officeart/2005/8/layout/list1"/>
    <dgm:cxn modelId="{12FB44A1-88BE-4E68-943F-6A8419DD3175}" type="presParOf" srcId="{D2F9BA9D-B2B8-4083-B208-257B88AFA487}" destId="{8061897E-EE3C-49A0-80D6-E859A27A23D3}" srcOrd="1" destOrd="0" presId="urn:microsoft.com/office/officeart/2005/8/layout/list1"/>
    <dgm:cxn modelId="{B6032A75-4934-4D8E-8DF9-1E7B029F3E10}" type="presParOf" srcId="{98A6CD3D-9E85-4096-B16B-562E05AC1023}" destId="{1C0F8D34-057A-49D8-B365-8AA063616579}" srcOrd="1" destOrd="0" presId="urn:microsoft.com/office/officeart/2005/8/layout/list1"/>
    <dgm:cxn modelId="{D2960523-9FF1-4534-AA62-C545ACC599D2}" type="presParOf" srcId="{98A6CD3D-9E85-4096-B16B-562E05AC1023}" destId="{28E0CF1B-5115-4DA9-AB91-ECBB79D4427F}" srcOrd="2" destOrd="0" presId="urn:microsoft.com/office/officeart/2005/8/layout/list1"/>
    <dgm:cxn modelId="{6E50050F-52F0-4B44-B50C-C443A6A7D375}" type="presParOf" srcId="{98A6CD3D-9E85-4096-B16B-562E05AC1023}" destId="{A3BB0630-204D-48B2-973E-A862EAC8CA50}" srcOrd="3" destOrd="0" presId="urn:microsoft.com/office/officeart/2005/8/layout/list1"/>
    <dgm:cxn modelId="{31A77CCC-876F-4404-AECC-32229DB42D1D}" type="presParOf" srcId="{98A6CD3D-9E85-4096-B16B-562E05AC1023}" destId="{84966431-C8B6-4A0A-88FA-AEFDE8F7E9FD}" srcOrd="4" destOrd="0" presId="urn:microsoft.com/office/officeart/2005/8/layout/list1"/>
    <dgm:cxn modelId="{A9C4E4EC-CF61-4A5C-8676-62032CA0BBC0}" type="presParOf" srcId="{84966431-C8B6-4A0A-88FA-AEFDE8F7E9FD}" destId="{4544F968-9942-453B-8D9C-047316BE92A3}" srcOrd="0" destOrd="0" presId="urn:microsoft.com/office/officeart/2005/8/layout/list1"/>
    <dgm:cxn modelId="{886459E7-F687-4A54-81F6-2FC7208852A0}" type="presParOf" srcId="{84966431-C8B6-4A0A-88FA-AEFDE8F7E9FD}" destId="{32A3CAC6-C2DB-4B5C-AC42-944F1E35BFC6}" srcOrd="1" destOrd="0" presId="urn:microsoft.com/office/officeart/2005/8/layout/list1"/>
    <dgm:cxn modelId="{3C87181E-1A0D-48B8-ACAA-C2C8321CAD14}" type="presParOf" srcId="{98A6CD3D-9E85-4096-B16B-562E05AC1023}" destId="{225EF834-AC9A-4805-B2FC-3A4127D040C4}" srcOrd="5" destOrd="0" presId="urn:microsoft.com/office/officeart/2005/8/layout/list1"/>
    <dgm:cxn modelId="{AA88B4B6-245F-47DC-A5C9-D7A946FC5DBE}" type="presParOf" srcId="{98A6CD3D-9E85-4096-B16B-562E05AC1023}" destId="{373DB429-4FEA-40B8-9A69-C5727D369A76}" srcOrd="6" destOrd="0" presId="urn:microsoft.com/office/officeart/2005/8/layout/list1"/>
    <dgm:cxn modelId="{C6CD6436-6182-4A14-9EAB-1007632C1511}" type="presParOf" srcId="{98A6CD3D-9E85-4096-B16B-562E05AC1023}" destId="{FB425BC1-CFF7-41B3-80E5-B453606A6A50}" srcOrd="7" destOrd="0" presId="urn:microsoft.com/office/officeart/2005/8/layout/list1"/>
    <dgm:cxn modelId="{9ECF765F-2E82-4AF0-8A01-ED6EA334AB0E}" type="presParOf" srcId="{98A6CD3D-9E85-4096-B16B-562E05AC1023}" destId="{73113035-E132-412D-98AA-259B12403EE0}" srcOrd="8" destOrd="0" presId="urn:microsoft.com/office/officeart/2005/8/layout/list1"/>
    <dgm:cxn modelId="{A2D2D676-F250-4C98-ACB3-50CD3E6C1024}" type="presParOf" srcId="{73113035-E132-412D-98AA-259B12403EE0}" destId="{500F4D5F-D24B-41F8-A38B-5FFD5BFF6F6B}" srcOrd="0" destOrd="0" presId="urn:microsoft.com/office/officeart/2005/8/layout/list1"/>
    <dgm:cxn modelId="{7C5A6246-4C3A-4D69-8321-9C6343612E20}" type="presParOf" srcId="{73113035-E132-412D-98AA-259B12403EE0}" destId="{B9EB0584-1328-47A0-AB48-968CD2D6F2C1}" srcOrd="1" destOrd="0" presId="urn:microsoft.com/office/officeart/2005/8/layout/list1"/>
    <dgm:cxn modelId="{3C645293-5675-4472-8AD4-CD6418DD7A3B}" type="presParOf" srcId="{98A6CD3D-9E85-4096-B16B-562E05AC1023}" destId="{6166E2D2-84C5-4948-9E2A-89C0BABD2416}" srcOrd="9" destOrd="0" presId="urn:microsoft.com/office/officeart/2005/8/layout/list1"/>
    <dgm:cxn modelId="{16F1252C-A277-44EF-A1B5-593AF10FC79A}" type="presParOf" srcId="{98A6CD3D-9E85-4096-B16B-562E05AC1023}" destId="{B8E310D6-CAB8-4162-923F-9D2379B0C86E}" srcOrd="10" destOrd="0" presId="urn:microsoft.com/office/officeart/2005/8/layout/list1"/>
    <dgm:cxn modelId="{8E702F26-0C81-4B9D-9488-F25CDC2D9D52}" type="presParOf" srcId="{98A6CD3D-9E85-4096-B16B-562E05AC1023}" destId="{EBF0FA8A-5C6E-4A28-96AD-2A452AF6C2A6}" srcOrd="11" destOrd="0" presId="urn:microsoft.com/office/officeart/2005/8/layout/list1"/>
    <dgm:cxn modelId="{742BDA2B-110A-428D-81C0-5E0735F8036A}" type="presParOf" srcId="{98A6CD3D-9E85-4096-B16B-562E05AC1023}" destId="{787C8948-8770-49FF-9528-5F70EEDE1290}" srcOrd="12" destOrd="0" presId="urn:microsoft.com/office/officeart/2005/8/layout/list1"/>
    <dgm:cxn modelId="{3C949321-DDDE-4606-A776-12317CA86563}" type="presParOf" srcId="{787C8948-8770-49FF-9528-5F70EEDE1290}" destId="{0631D910-BBBD-492F-A8CB-B0ECD2E15640}" srcOrd="0" destOrd="0" presId="urn:microsoft.com/office/officeart/2005/8/layout/list1"/>
    <dgm:cxn modelId="{7C4013A0-976A-43C7-AF3C-4A469CCE1921}" type="presParOf" srcId="{787C8948-8770-49FF-9528-5F70EEDE1290}" destId="{9F981DE7-D84D-4EBC-A769-C3603FB5C385}" srcOrd="1" destOrd="0" presId="urn:microsoft.com/office/officeart/2005/8/layout/list1"/>
    <dgm:cxn modelId="{E5B8F475-26E3-4F3E-9540-FE99541C3775}" type="presParOf" srcId="{98A6CD3D-9E85-4096-B16B-562E05AC1023}" destId="{4420249F-3377-477C-B76F-6CB0EDCAD146}" srcOrd="13" destOrd="0" presId="urn:microsoft.com/office/officeart/2005/8/layout/list1"/>
    <dgm:cxn modelId="{4DB1E26B-04EB-41CA-84C4-165A5012BB8C}" type="presParOf" srcId="{98A6CD3D-9E85-4096-B16B-562E05AC1023}" destId="{C32DFDD0-D614-467C-A7F6-B9ACD59F0681}" srcOrd="14" destOrd="0" presId="urn:microsoft.com/office/officeart/2005/8/layout/list1"/>
    <dgm:cxn modelId="{A14418FC-B248-47B8-80F2-AAEA7C24F34D}" type="presParOf" srcId="{98A6CD3D-9E85-4096-B16B-562E05AC1023}" destId="{324F25D9-F43D-451B-9E30-FAD105724977}" srcOrd="15" destOrd="0" presId="urn:microsoft.com/office/officeart/2005/8/layout/list1"/>
    <dgm:cxn modelId="{C394D24E-6B34-454E-82DC-5F3C733D421F}" type="presParOf" srcId="{98A6CD3D-9E85-4096-B16B-562E05AC1023}" destId="{FBA26147-14B3-48EB-9EDC-BC488C7BA972}" srcOrd="16" destOrd="0" presId="urn:microsoft.com/office/officeart/2005/8/layout/list1"/>
    <dgm:cxn modelId="{861C24FD-485A-4712-905E-437CCA31F014}" type="presParOf" srcId="{FBA26147-14B3-48EB-9EDC-BC488C7BA972}" destId="{331A5BBB-8D65-471C-B8FA-9F1673D23C81}" srcOrd="0" destOrd="0" presId="urn:microsoft.com/office/officeart/2005/8/layout/list1"/>
    <dgm:cxn modelId="{293D980F-5CB8-4F15-B2E3-70DE6C45B0EB}" type="presParOf" srcId="{FBA26147-14B3-48EB-9EDC-BC488C7BA972}" destId="{5EEE5469-4532-490E-AECC-6458992C17F3}" srcOrd="1" destOrd="0" presId="urn:microsoft.com/office/officeart/2005/8/layout/list1"/>
    <dgm:cxn modelId="{657E2A6A-6C42-4DA4-B09B-B1AA3C160783}" type="presParOf" srcId="{98A6CD3D-9E85-4096-B16B-562E05AC1023}" destId="{3A4C4F68-EAF2-4758-9709-F0D12C72457B}" srcOrd="17" destOrd="0" presId="urn:microsoft.com/office/officeart/2005/8/layout/list1"/>
    <dgm:cxn modelId="{6AD2FC9A-784C-4592-88C4-FFE714781F92}" type="presParOf" srcId="{98A6CD3D-9E85-4096-B16B-562E05AC1023}" destId="{7CDA40B7-7CB9-4CF0-A335-9534076F679D}" srcOrd="18" destOrd="0" presId="urn:microsoft.com/office/officeart/2005/8/layout/list1"/>
    <dgm:cxn modelId="{DD16A043-7C72-4508-9DAE-3793A8DC660B}" type="presParOf" srcId="{98A6CD3D-9E85-4096-B16B-562E05AC1023}" destId="{2FFE170F-75AF-44F5-8D30-7350036E4839}" srcOrd="19" destOrd="0" presId="urn:microsoft.com/office/officeart/2005/8/layout/list1"/>
    <dgm:cxn modelId="{E1496D21-F239-44FD-8810-9602ECCD1937}" type="presParOf" srcId="{98A6CD3D-9E85-4096-B16B-562E05AC1023}" destId="{B286E2AD-9E8C-41B9-9ECF-120BE4E83841}" srcOrd="20" destOrd="0" presId="urn:microsoft.com/office/officeart/2005/8/layout/list1"/>
    <dgm:cxn modelId="{83D7922D-0A2E-4053-BFBC-324A24E1D5E0}" type="presParOf" srcId="{B286E2AD-9E8C-41B9-9ECF-120BE4E83841}" destId="{1C193FEA-6089-4C43-B584-EE7505E041ED}" srcOrd="0" destOrd="0" presId="urn:microsoft.com/office/officeart/2005/8/layout/list1"/>
    <dgm:cxn modelId="{C2356384-688A-4E3C-860E-0ABCC79A9D74}" type="presParOf" srcId="{B286E2AD-9E8C-41B9-9ECF-120BE4E83841}" destId="{21197E92-6604-4A22-A8AF-7B5E07A58AD7}" srcOrd="1" destOrd="0" presId="urn:microsoft.com/office/officeart/2005/8/layout/list1"/>
    <dgm:cxn modelId="{03A8BF4F-859B-4857-BF26-79D856EF8BE0}" type="presParOf" srcId="{98A6CD3D-9E85-4096-B16B-562E05AC1023}" destId="{60FD8663-C72A-41CF-AE9E-9E7A2B50C1DB}" srcOrd="21" destOrd="0" presId="urn:microsoft.com/office/officeart/2005/8/layout/list1"/>
    <dgm:cxn modelId="{C6A24FFD-7804-4E1F-B903-966C56823E78}" type="presParOf" srcId="{98A6CD3D-9E85-4096-B16B-562E05AC1023}" destId="{912A4C4E-8F52-4043-80A7-198E250A49D5}"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BE5CCA-21D2-4EEE-8291-B84A2C34B92E}" type="doc">
      <dgm:prSet loTypeId="urn:microsoft.com/office/officeart/2005/8/layout/list1" loCatId="list" qsTypeId="urn:microsoft.com/office/officeart/2005/8/quickstyle/simple3" qsCatId="simple" csTypeId="urn:microsoft.com/office/officeart/2005/8/colors/colorful4" csCatId="colorful" phldr="1"/>
      <dgm:spPr/>
      <dgm:t>
        <a:bodyPr/>
        <a:lstStyle/>
        <a:p>
          <a:endParaRPr lang="zh-CN" altLang="en-US"/>
        </a:p>
      </dgm:t>
    </dgm:pt>
    <dgm:pt modelId="{2196ADA9-06E3-471C-9448-56EBF0DEDDCA}">
      <dgm:prSet phldrT="[文本]"/>
      <dgm:spPr/>
      <dgm:t>
        <a:bodyPr/>
        <a:lstStyle/>
        <a:p>
          <a:pPr>
            <a:buNone/>
          </a:pPr>
          <a:r>
            <a:rPr lang="zh-CN" altLang="en-US"/>
            <a:t>步骤一：启用必要的模块</a:t>
          </a:r>
        </a:p>
      </dgm:t>
    </dgm:pt>
    <dgm:pt modelId="{A483EB50-0280-42CA-A8A7-0A00A38AF17A}" type="parTrans" cxnId="{7BA8F26D-1A7E-42EB-BC04-567E0F90092C}">
      <dgm:prSet/>
      <dgm:spPr/>
      <dgm:t>
        <a:bodyPr/>
        <a:lstStyle/>
        <a:p>
          <a:endParaRPr lang="zh-CN" altLang="en-US"/>
        </a:p>
      </dgm:t>
    </dgm:pt>
    <dgm:pt modelId="{F88C532B-3646-4C87-8781-1387DEFCD8FA}" type="sibTrans" cxnId="{7BA8F26D-1A7E-42EB-BC04-567E0F90092C}">
      <dgm:prSet/>
      <dgm:spPr/>
      <dgm:t>
        <a:bodyPr/>
        <a:lstStyle/>
        <a:p>
          <a:endParaRPr lang="zh-CN" altLang="en-US"/>
        </a:p>
      </dgm:t>
    </dgm:pt>
    <dgm:pt modelId="{E8D6403C-283D-441C-B0DC-4C94E84A284B}">
      <dgm:prSet phldrT="[文本]"/>
      <dgm:spPr/>
      <dgm:t>
        <a:bodyPr/>
        <a:lstStyle/>
        <a:p>
          <a:pPr>
            <a:buNone/>
          </a:pPr>
          <a:r>
            <a:rPr lang="zh-CN" altLang="en-US"/>
            <a:t>步骤二：编辑 </a:t>
          </a:r>
          <a:r>
            <a:rPr lang="en-US" altLang="zh-CN"/>
            <a:t>Apache </a:t>
          </a:r>
          <a:r>
            <a:rPr lang="zh-CN" altLang="en-US"/>
            <a:t>的虚拟主机配置文件</a:t>
          </a:r>
        </a:p>
      </dgm:t>
    </dgm:pt>
    <dgm:pt modelId="{1CF3718B-E67E-4152-8A88-D25103AC2A01}" type="parTrans" cxnId="{11C39EF8-34B6-4A58-82BC-05FC0E4BE8F1}">
      <dgm:prSet/>
      <dgm:spPr/>
      <dgm:t>
        <a:bodyPr/>
        <a:lstStyle/>
        <a:p>
          <a:endParaRPr lang="zh-CN" altLang="en-US"/>
        </a:p>
      </dgm:t>
    </dgm:pt>
    <dgm:pt modelId="{9916B40A-4003-4F85-AE44-E19989FA52DE}" type="sibTrans" cxnId="{11C39EF8-34B6-4A58-82BC-05FC0E4BE8F1}">
      <dgm:prSet/>
      <dgm:spPr/>
      <dgm:t>
        <a:bodyPr/>
        <a:lstStyle/>
        <a:p>
          <a:endParaRPr lang="zh-CN" altLang="en-US"/>
        </a:p>
      </dgm:t>
    </dgm:pt>
    <dgm:pt modelId="{600B1FC4-3EFB-4A0B-ACF7-8BB03F336C2D}">
      <dgm:prSet phldrT="[文本]"/>
      <dgm:spPr/>
      <dgm:t>
        <a:bodyPr/>
        <a:lstStyle/>
        <a:p>
          <a:pPr>
            <a:buNone/>
          </a:pPr>
          <a:r>
            <a:rPr lang="zh-CN" altLang="en-US"/>
            <a:t>步骤三：负载均衡扩展配置 </a:t>
          </a:r>
          <a:r>
            <a:rPr lang="en-US" altLang="zh-CN"/>
            <a:t>——</a:t>
          </a:r>
          <a:r>
            <a:rPr lang="zh-CN" altLang="en-US"/>
            <a:t>选做</a:t>
          </a:r>
        </a:p>
      </dgm:t>
    </dgm:pt>
    <dgm:pt modelId="{38A9BB95-3B69-4F24-AE7C-E46C3FF76E3F}" type="parTrans" cxnId="{A30B153F-4B38-41BB-AF62-F5B44FC16756}">
      <dgm:prSet/>
      <dgm:spPr/>
      <dgm:t>
        <a:bodyPr/>
        <a:lstStyle/>
        <a:p>
          <a:endParaRPr lang="zh-CN" altLang="en-US"/>
        </a:p>
      </dgm:t>
    </dgm:pt>
    <dgm:pt modelId="{78F749B6-E6A8-4BC2-8E9E-D705924E60A2}" type="sibTrans" cxnId="{A30B153F-4B38-41BB-AF62-F5B44FC16756}">
      <dgm:prSet/>
      <dgm:spPr/>
      <dgm:t>
        <a:bodyPr/>
        <a:lstStyle/>
        <a:p>
          <a:endParaRPr lang="zh-CN" altLang="en-US"/>
        </a:p>
      </dgm:t>
    </dgm:pt>
    <dgm:pt modelId="{1F37A1C2-7D8C-44CC-B67E-07E8ACD89133}" type="pres">
      <dgm:prSet presAssocID="{9BBE5CCA-21D2-4EEE-8291-B84A2C34B92E}" presName="linear" presStyleCnt="0">
        <dgm:presLayoutVars>
          <dgm:dir/>
          <dgm:animLvl val="lvl"/>
          <dgm:resizeHandles val="exact"/>
        </dgm:presLayoutVars>
      </dgm:prSet>
      <dgm:spPr/>
    </dgm:pt>
    <dgm:pt modelId="{3B530534-52F0-418D-A107-302760EE47E7}" type="pres">
      <dgm:prSet presAssocID="{2196ADA9-06E3-471C-9448-56EBF0DEDDCA}" presName="parentLin" presStyleCnt="0"/>
      <dgm:spPr/>
    </dgm:pt>
    <dgm:pt modelId="{7AC54EC3-5627-4AA8-9D60-658439E2B4A6}" type="pres">
      <dgm:prSet presAssocID="{2196ADA9-06E3-471C-9448-56EBF0DEDDCA}" presName="parentLeftMargin" presStyleLbl="node1" presStyleIdx="0" presStyleCnt="3"/>
      <dgm:spPr/>
    </dgm:pt>
    <dgm:pt modelId="{AB1E4AF9-9690-400B-A3A9-BC16B6183763}" type="pres">
      <dgm:prSet presAssocID="{2196ADA9-06E3-471C-9448-56EBF0DEDDCA}" presName="parentText" presStyleLbl="node1" presStyleIdx="0" presStyleCnt="3">
        <dgm:presLayoutVars>
          <dgm:chMax val="0"/>
          <dgm:bulletEnabled val="1"/>
        </dgm:presLayoutVars>
      </dgm:prSet>
      <dgm:spPr/>
    </dgm:pt>
    <dgm:pt modelId="{B47DEFD8-9A46-4D1D-9EDF-21377E3B0074}" type="pres">
      <dgm:prSet presAssocID="{2196ADA9-06E3-471C-9448-56EBF0DEDDCA}" presName="negativeSpace" presStyleCnt="0"/>
      <dgm:spPr/>
    </dgm:pt>
    <dgm:pt modelId="{1E1CC0CA-A6DC-4D48-AE23-62BEF04A23D7}" type="pres">
      <dgm:prSet presAssocID="{2196ADA9-06E3-471C-9448-56EBF0DEDDCA}" presName="childText" presStyleLbl="conFgAcc1" presStyleIdx="0" presStyleCnt="3">
        <dgm:presLayoutVars>
          <dgm:bulletEnabled val="1"/>
        </dgm:presLayoutVars>
      </dgm:prSet>
      <dgm:spPr/>
    </dgm:pt>
    <dgm:pt modelId="{792FB98F-BBAD-4C25-AE24-7C9EBF93B44B}" type="pres">
      <dgm:prSet presAssocID="{F88C532B-3646-4C87-8781-1387DEFCD8FA}" presName="spaceBetweenRectangles" presStyleCnt="0"/>
      <dgm:spPr/>
    </dgm:pt>
    <dgm:pt modelId="{6B9785CE-D804-4FEE-9CCC-40B9BCC2B648}" type="pres">
      <dgm:prSet presAssocID="{E8D6403C-283D-441C-B0DC-4C94E84A284B}" presName="parentLin" presStyleCnt="0"/>
      <dgm:spPr/>
    </dgm:pt>
    <dgm:pt modelId="{42585D70-C1A1-48E6-A4DC-2DF3C918A332}" type="pres">
      <dgm:prSet presAssocID="{E8D6403C-283D-441C-B0DC-4C94E84A284B}" presName="parentLeftMargin" presStyleLbl="node1" presStyleIdx="0" presStyleCnt="3"/>
      <dgm:spPr/>
    </dgm:pt>
    <dgm:pt modelId="{DBD7495E-8DCF-417F-B4BE-17924FBD69C6}" type="pres">
      <dgm:prSet presAssocID="{E8D6403C-283D-441C-B0DC-4C94E84A284B}" presName="parentText" presStyleLbl="node1" presStyleIdx="1" presStyleCnt="3">
        <dgm:presLayoutVars>
          <dgm:chMax val="0"/>
          <dgm:bulletEnabled val="1"/>
        </dgm:presLayoutVars>
      </dgm:prSet>
      <dgm:spPr/>
    </dgm:pt>
    <dgm:pt modelId="{C458C360-29B5-47EF-8483-937C5D02C672}" type="pres">
      <dgm:prSet presAssocID="{E8D6403C-283D-441C-B0DC-4C94E84A284B}" presName="negativeSpace" presStyleCnt="0"/>
      <dgm:spPr/>
    </dgm:pt>
    <dgm:pt modelId="{44F3271E-80C9-4436-968D-EC94A150F5E2}" type="pres">
      <dgm:prSet presAssocID="{E8D6403C-283D-441C-B0DC-4C94E84A284B}" presName="childText" presStyleLbl="conFgAcc1" presStyleIdx="1" presStyleCnt="3">
        <dgm:presLayoutVars>
          <dgm:bulletEnabled val="1"/>
        </dgm:presLayoutVars>
      </dgm:prSet>
      <dgm:spPr/>
    </dgm:pt>
    <dgm:pt modelId="{239D3936-84BA-4000-8FF0-2D9F12C02518}" type="pres">
      <dgm:prSet presAssocID="{9916B40A-4003-4F85-AE44-E19989FA52DE}" presName="spaceBetweenRectangles" presStyleCnt="0"/>
      <dgm:spPr/>
    </dgm:pt>
    <dgm:pt modelId="{4714A716-789D-4551-A0AE-B2FEF92677FA}" type="pres">
      <dgm:prSet presAssocID="{600B1FC4-3EFB-4A0B-ACF7-8BB03F336C2D}" presName="parentLin" presStyleCnt="0"/>
      <dgm:spPr/>
    </dgm:pt>
    <dgm:pt modelId="{929037B2-6A3A-4386-B6A2-5C1FCE78F36D}" type="pres">
      <dgm:prSet presAssocID="{600B1FC4-3EFB-4A0B-ACF7-8BB03F336C2D}" presName="parentLeftMargin" presStyleLbl="node1" presStyleIdx="1" presStyleCnt="3"/>
      <dgm:spPr/>
    </dgm:pt>
    <dgm:pt modelId="{20C36939-65F3-46DA-8EAF-BA13903DF4C9}" type="pres">
      <dgm:prSet presAssocID="{600B1FC4-3EFB-4A0B-ACF7-8BB03F336C2D}" presName="parentText" presStyleLbl="node1" presStyleIdx="2" presStyleCnt="3">
        <dgm:presLayoutVars>
          <dgm:chMax val="0"/>
          <dgm:bulletEnabled val="1"/>
        </dgm:presLayoutVars>
      </dgm:prSet>
      <dgm:spPr/>
    </dgm:pt>
    <dgm:pt modelId="{1DAF24C4-F81E-40C7-A704-465032C4CFA6}" type="pres">
      <dgm:prSet presAssocID="{600B1FC4-3EFB-4A0B-ACF7-8BB03F336C2D}" presName="negativeSpace" presStyleCnt="0"/>
      <dgm:spPr/>
    </dgm:pt>
    <dgm:pt modelId="{E5637D12-DFE0-4982-9BC7-5668D224AEF6}" type="pres">
      <dgm:prSet presAssocID="{600B1FC4-3EFB-4A0B-ACF7-8BB03F336C2D}" presName="childText" presStyleLbl="conFgAcc1" presStyleIdx="2" presStyleCnt="3">
        <dgm:presLayoutVars>
          <dgm:bulletEnabled val="1"/>
        </dgm:presLayoutVars>
      </dgm:prSet>
      <dgm:spPr/>
    </dgm:pt>
  </dgm:ptLst>
  <dgm:cxnLst>
    <dgm:cxn modelId="{F6481D02-2BCA-4839-86BD-1910A00BE9AF}" type="presOf" srcId="{2196ADA9-06E3-471C-9448-56EBF0DEDDCA}" destId="{7AC54EC3-5627-4AA8-9D60-658439E2B4A6}" srcOrd="0" destOrd="0" presId="urn:microsoft.com/office/officeart/2005/8/layout/list1"/>
    <dgm:cxn modelId="{3BBCF802-A20F-45F4-95B6-F0A9D777BA2C}" type="presOf" srcId="{E8D6403C-283D-441C-B0DC-4C94E84A284B}" destId="{42585D70-C1A1-48E6-A4DC-2DF3C918A332}" srcOrd="0" destOrd="0" presId="urn:microsoft.com/office/officeart/2005/8/layout/list1"/>
    <dgm:cxn modelId="{89CF5514-FE2A-44EE-8147-AD062195BF04}" type="presOf" srcId="{9BBE5CCA-21D2-4EEE-8291-B84A2C34B92E}" destId="{1F37A1C2-7D8C-44CC-B67E-07E8ACD89133}" srcOrd="0" destOrd="0" presId="urn:microsoft.com/office/officeart/2005/8/layout/list1"/>
    <dgm:cxn modelId="{7450D018-42FD-4E8D-B086-F6CE5BC1DD59}" type="presOf" srcId="{600B1FC4-3EFB-4A0B-ACF7-8BB03F336C2D}" destId="{929037B2-6A3A-4386-B6A2-5C1FCE78F36D}" srcOrd="0" destOrd="0" presId="urn:microsoft.com/office/officeart/2005/8/layout/list1"/>
    <dgm:cxn modelId="{A30B153F-4B38-41BB-AF62-F5B44FC16756}" srcId="{9BBE5CCA-21D2-4EEE-8291-B84A2C34B92E}" destId="{600B1FC4-3EFB-4A0B-ACF7-8BB03F336C2D}" srcOrd="2" destOrd="0" parTransId="{38A9BB95-3B69-4F24-AE7C-E46C3FF76E3F}" sibTransId="{78F749B6-E6A8-4BC2-8E9E-D705924E60A2}"/>
    <dgm:cxn modelId="{3F476244-4971-42FA-B80B-8B771892F076}" type="presOf" srcId="{2196ADA9-06E3-471C-9448-56EBF0DEDDCA}" destId="{AB1E4AF9-9690-400B-A3A9-BC16B6183763}" srcOrd="1" destOrd="0" presId="urn:microsoft.com/office/officeart/2005/8/layout/list1"/>
    <dgm:cxn modelId="{7BA8F26D-1A7E-42EB-BC04-567E0F90092C}" srcId="{9BBE5CCA-21D2-4EEE-8291-B84A2C34B92E}" destId="{2196ADA9-06E3-471C-9448-56EBF0DEDDCA}" srcOrd="0" destOrd="0" parTransId="{A483EB50-0280-42CA-A8A7-0A00A38AF17A}" sibTransId="{F88C532B-3646-4C87-8781-1387DEFCD8FA}"/>
    <dgm:cxn modelId="{CEBE8390-B8F0-4547-BB5C-B75F081B3B3C}" type="presOf" srcId="{E8D6403C-283D-441C-B0DC-4C94E84A284B}" destId="{DBD7495E-8DCF-417F-B4BE-17924FBD69C6}" srcOrd="1" destOrd="0" presId="urn:microsoft.com/office/officeart/2005/8/layout/list1"/>
    <dgm:cxn modelId="{6E3E5BA2-8A73-409F-B6F1-035D2165C4E4}" type="presOf" srcId="{600B1FC4-3EFB-4A0B-ACF7-8BB03F336C2D}" destId="{20C36939-65F3-46DA-8EAF-BA13903DF4C9}" srcOrd="1" destOrd="0" presId="urn:microsoft.com/office/officeart/2005/8/layout/list1"/>
    <dgm:cxn modelId="{11C39EF8-34B6-4A58-82BC-05FC0E4BE8F1}" srcId="{9BBE5CCA-21D2-4EEE-8291-B84A2C34B92E}" destId="{E8D6403C-283D-441C-B0DC-4C94E84A284B}" srcOrd="1" destOrd="0" parTransId="{1CF3718B-E67E-4152-8A88-D25103AC2A01}" sibTransId="{9916B40A-4003-4F85-AE44-E19989FA52DE}"/>
    <dgm:cxn modelId="{A4386B1F-3B59-41AD-AC35-C90192065177}" type="presParOf" srcId="{1F37A1C2-7D8C-44CC-B67E-07E8ACD89133}" destId="{3B530534-52F0-418D-A107-302760EE47E7}" srcOrd="0" destOrd="0" presId="urn:microsoft.com/office/officeart/2005/8/layout/list1"/>
    <dgm:cxn modelId="{B2A3D404-FBA2-4C0C-BF81-D4FA7895360B}" type="presParOf" srcId="{3B530534-52F0-418D-A107-302760EE47E7}" destId="{7AC54EC3-5627-4AA8-9D60-658439E2B4A6}" srcOrd="0" destOrd="0" presId="urn:microsoft.com/office/officeart/2005/8/layout/list1"/>
    <dgm:cxn modelId="{E9772816-83C0-43C4-BDD1-2D3F90B36E0A}" type="presParOf" srcId="{3B530534-52F0-418D-A107-302760EE47E7}" destId="{AB1E4AF9-9690-400B-A3A9-BC16B6183763}" srcOrd="1" destOrd="0" presId="urn:microsoft.com/office/officeart/2005/8/layout/list1"/>
    <dgm:cxn modelId="{B579700E-828B-4668-B307-9E398012864F}" type="presParOf" srcId="{1F37A1C2-7D8C-44CC-B67E-07E8ACD89133}" destId="{B47DEFD8-9A46-4D1D-9EDF-21377E3B0074}" srcOrd="1" destOrd="0" presId="urn:microsoft.com/office/officeart/2005/8/layout/list1"/>
    <dgm:cxn modelId="{DDF6A9CA-D0F3-418C-B510-8E4C1FD900C9}" type="presParOf" srcId="{1F37A1C2-7D8C-44CC-B67E-07E8ACD89133}" destId="{1E1CC0CA-A6DC-4D48-AE23-62BEF04A23D7}" srcOrd="2" destOrd="0" presId="urn:microsoft.com/office/officeart/2005/8/layout/list1"/>
    <dgm:cxn modelId="{8E68C959-26FB-4534-92AA-7E5455FA061C}" type="presParOf" srcId="{1F37A1C2-7D8C-44CC-B67E-07E8ACD89133}" destId="{792FB98F-BBAD-4C25-AE24-7C9EBF93B44B}" srcOrd="3" destOrd="0" presId="urn:microsoft.com/office/officeart/2005/8/layout/list1"/>
    <dgm:cxn modelId="{055B99F2-E8E1-41D6-9C22-CC40F9FDC7F3}" type="presParOf" srcId="{1F37A1C2-7D8C-44CC-B67E-07E8ACD89133}" destId="{6B9785CE-D804-4FEE-9CCC-40B9BCC2B648}" srcOrd="4" destOrd="0" presId="urn:microsoft.com/office/officeart/2005/8/layout/list1"/>
    <dgm:cxn modelId="{5A4BD1AE-3176-4102-9DB0-11370A32118F}" type="presParOf" srcId="{6B9785CE-D804-4FEE-9CCC-40B9BCC2B648}" destId="{42585D70-C1A1-48E6-A4DC-2DF3C918A332}" srcOrd="0" destOrd="0" presId="urn:microsoft.com/office/officeart/2005/8/layout/list1"/>
    <dgm:cxn modelId="{EDF80E19-D37F-4B49-8C83-9EB764B826A9}" type="presParOf" srcId="{6B9785CE-D804-4FEE-9CCC-40B9BCC2B648}" destId="{DBD7495E-8DCF-417F-B4BE-17924FBD69C6}" srcOrd="1" destOrd="0" presId="urn:microsoft.com/office/officeart/2005/8/layout/list1"/>
    <dgm:cxn modelId="{0B682FF5-5DC5-4083-A18F-EA39234918BC}" type="presParOf" srcId="{1F37A1C2-7D8C-44CC-B67E-07E8ACD89133}" destId="{C458C360-29B5-47EF-8483-937C5D02C672}" srcOrd="5" destOrd="0" presId="urn:microsoft.com/office/officeart/2005/8/layout/list1"/>
    <dgm:cxn modelId="{2DD1B270-A0EE-408B-BD4D-0DF66E8BFF29}" type="presParOf" srcId="{1F37A1C2-7D8C-44CC-B67E-07E8ACD89133}" destId="{44F3271E-80C9-4436-968D-EC94A150F5E2}" srcOrd="6" destOrd="0" presId="urn:microsoft.com/office/officeart/2005/8/layout/list1"/>
    <dgm:cxn modelId="{E2982972-A6EB-4B16-A721-462E61D2199F}" type="presParOf" srcId="{1F37A1C2-7D8C-44CC-B67E-07E8ACD89133}" destId="{239D3936-84BA-4000-8FF0-2D9F12C02518}" srcOrd="7" destOrd="0" presId="urn:microsoft.com/office/officeart/2005/8/layout/list1"/>
    <dgm:cxn modelId="{36621811-8C73-44EF-8085-AB0D6F42230A}" type="presParOf" srcId="{1F37A1C2-7D8C-44CC-B67E-07E8ACD89133}" destId="{4714A716-789D-4551-A0AE-B2FEF92677FA}" srcOrd="8" destOrd="0" presId="urn:microsoft.com/office/officeart/2005/8/layout/list1"/>
    <dgm:cxn modelId="{9F57A6C8-DE13-4C24-B270-91CCDE9FDA9E}" type="presParOf" srcId="{4714A716-789D-4551-A0AE-B2FEF92677FA}" destId="{929037B2-6A3A-4386-B6A2-5C1FCE78F36D}" srcOrd="0" destOrd="0" presId="urn:microsoft.com/office/officeart/2005/8/layout/list1"/>
    <dgm:cxn modelId="{D05FA807-C613-4C43-AB8E-D3FB2E1DC2F9}" type="presParOf" srcId="{4714A716-789D-4551-A0AE-B2FEF92677FA}" destId="{20C36939-65F3-46DA-8EAF-BA13903DF4C9}" srcOrd="1" destOrd="0" presId="urn:microsoft.com/office/officeart/2005/8/layout/list1"/>
    <dgm:cxn modelId="{3812B73E-4B8C-453B-A14D-EB6C9B5EA264}" type="presParOf" srcId="{1F37A1C2-7D8C-44CC-B67E-07E8ACD89133}" destId="{1DAF24C4-F81E-40C7-A704-465032C4CFA6}" srcOrd="9" destOrd="0" presId="urn:microsoft.com/office/officeart/2005/8/layout/list1"/>
    <dgm:cxn modelId="{184FA9EA-5EAD-45C1-AA99-E81CAD8456B8}" type="presParOf" srcId="{1F37A1C2-7D8C-44CC-B67E-07E8ACD89133}" destId="{E5637D12-DFE0-4982-9BC7-5668D224AEF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54DBD-9D55-4EC1-8EDF-7AF4B7FECD4A}">
      <dsp:nvSpPr>
        <dsp:cNvPr id="0" name=""/>
        <dsp:cNvSpPr/>
      </dsp:nvSpPr>
      <dsp:spPr>
        <a:xfrm>
          <a:off x="0" y="363398"/>
          <a:ext cx="11176000" cy="137655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95732" rIns="867382" bIns="135128" numCol="1" spcCol="1270" anchor="t" anchorCtr="0">
          <a:noAutofit/>
        </a:bodyPr>
        <a:lstStyle/>
        <a:p>
          <a:pPr marL="171450" lvl="1" indent="-171450" algn="l" defTabSz="844550">
            <a:lnSpc>
              <a:spcPct val="90000"/>
            </a:lnSpc>
            <a:spcBef>
              <a:spcPct val="0"/>
            </a:spcBef>
            <a:spcAft>
              <a:spcPct val="15000"/>
            </a:spcAft>
            <a:buChar char="•"/>
          </a:pPr>
          <a:r>
            <a:rPr lang="zh-CN" altLang="en-US" sz="1900" kern="1200"/>
            <a:t>反向代理的介绍</a:t>
          </a:r>
        </a:p>
        <a:p>
          <a:pPr marL="171450" lvl="1" indent="-171450" algn="l" defTabSz="844550">
            <a:lnSpc>
              <a:spcPct val="90000"/>
            </a:lnSpc>
            <a:spcBef>
              <a:spcPct val="0"/>
            </a:spcBef>
            <a:spcAft>
              <a:spcPct val="15000"/>
            </a:spcAft>
            <a:buChar char="•"/>
          </a:pPr>
          <a:r>
            <a:rPr lang="zh-CN" altLang="en-US" sz="1900" kern="1200"/>
            <a:t>统一入口和路径路由的实现</a:t>
          </a:r>
        </a:p>
      </dsp:txBody>
      <dsp:txXfrm>
        <a:off x="0" y="363398"/>
        <a:ext cx="11176000" cy="1376550"/>
      </dsp:txXfrm>
    </dsp:sp>
    <dsp:sp modelId="{34D684F9-B924-4E3B-AB88-E08F86FF92E8}">
      <dsp:nvSpPr>
        <dsp:cNvPr id="0" name=""/>
        <dsp:cNvSpPr/>
      </dsp:nvSpPr>
      <dsp:spPr>
        <a:xfrm>
          <a:off x="558800" y="82958"/>
          <a:ext cx="7823200" cy="5608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44550">
            <a:lnSpc>
              <a:spcPct val="90000"/>
            </a:lnSpc>
            <a:spcBef>
              <a:spcPct val="0"/>
            </a:spcBef>
            <a:spcAft>
              <a:spcPct val="35000"/>
            </a:spcAft>
            <a:buNone/>
          </a:pPr>
          <a:r>
            <a:rPr lang="zh-CN" altLang="en-US" sz="1900" kern="1200"/>
            <a:t>反向代理的实现</a:t>
          </a:r>
        </a:p>
      </dsp:txBody>
      <dsp:txXfrm>
        <a:off x="586180" y="110338"/>
        <a:ext cx="7768440" cy="506120"/>
      </dsp:txXfrm>
    </dsp:sp>
    <dsp:sp modelId="{42BC0CD6-97A6-47A5-88EF-E7017ADD1360}">
      <dsp:nvSpPr>
        <dsp:cNvPr id="0" name=""/>
        <dsp:cNvSpPr/>
      </dsp:nvSpPr>
      <dsp:spPr>
        <a:xfrm>
          <a:off x="0" y="2122988"/>
          <a:ext cx="11176000" cy="1376550"/>
        </a:xfrm>
        <a:prstGeom prst="rect">
          <a:avLst/>
        </a:prstGeom>
        <a:solidFill>
          <a:schemeClr val="lt1">
            <a:alpha val="90000"/>
            <a:hueOff val="0"/>
            <a:satOff val="0"/>
            <a:lumOff val="0"/>
            <a:alphaOff val="0"/>
          </a:schemeClr>
        </a:solidFill>
        <a:ln w="12700" cap="flat" cmpd="sng" algn="ctr">
          <a:solidFill>
            <a:schemeClr val="accent4">
              <a:hueOff val="-3144288"/>
              <a:satOff val="19298"/>
              <a:lumOff val="-29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95732" rIns="867382" bIns="135128" numCol="1" spcCol="1270" anchor="t" anchorCtr="0">
          <a:noAutofit/>
        </a:bodyPr>
        <a:lstStyle/>
        <a:p>
          <a:pPr marL="171450" lvl="1" indent="-171450" algn="l" defTabSz="844550">
            <a:lnSpc>
              <a:spcPct val="90000"/>
            </a:lnSpc>
            <a:spcBef>
              <a:spcPct val="0"/>
            </a:spcBef>
            <a:spcAft>
              <a:spcPct val="15000"/>
            </a:spcAft>
            <a:buChar char="•"/>
          </a:pPr>
          <a:r>
            <a:rPr lang="zh-CN" altLang="en-US" sz="1900" kern="1200"/>
            <a:t>内部重定向 </a:t>
          </a:r>
          <a:r>
            <a:rPr lang="en-US" altLang="zh-CN" sz="1900" kern="1200"/>
            <a:t>VS </a:t>
          </a:r>
          <a:r>
            <a:rPr lang="zh-CN" altLang="en-US" sz="1900" kern="1200"/>
            <a:t>外部重定向</a:t>
          </a:r>
        </a:p>
        <a:p>
          <a:pPr marL="171450" lvl="1" indent="-171450" algn="l" defTabSz="844550">
            <a:lnSpc>
              <a:spcPct val="90000"/>
            </a:lnSpc>
            <a:spcBef>
              <a:spcPct val="0"/>
            </a:spcBef>
            <a:spcAft>
              <a:spcPct val="15000"/>
            </a:spcAft>
            <a:buChar char="•"/>
          </a:pPr>
          <a:r>
            <a:rPr lang="zh-CN" altLang="en-US" sz="1900" kern="1200"/>
            <a:t>内部重定向的实现</a:t>
          </a:r>
        </a:p>
      </dsp:txBody>
      <dsp:txXfrm>
        <a:off x="0" y="2122988"/>
        <a:ext cx="11176000" cy="1376550"/>
      </dsp:txXfrm>
    </dsp:sp>
    <dsp:sp modelId="{6C8D4B81-053F-4AA9-A103-2C3FB2C983B0}">
      <dsp:nvSpPr>
        <dsp:cNvPr id="0" name=""/>
        <dsp:cNvSpPr/>
      </dsp:nvSpPr>
      <dsp:spPr>
        <a:xfrm>
          <a:off x="558800" y="1842548"/>
          <a:ext cx="7823200" cy="560880"/>
        </a:xfrm>
        <a:prstGeom prst="roundRect">
          <a:avLst/>
        </a:prstGeom>
        <a:solidFill>
          <a:schemeClr val="accent4">
            <a:hueOff val="-3144288"/>
            <a:satOff val="19298"/>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44550">
            <a:lnSpc>
              <a:spcPct val="90000"/>
            </a:lnSpc>
            <a:spcBef>
              <a:spcPct val="0"/>
            </a:spcBef>
            <a:spcAft>
              <a:spcPct val="35000"/>
            </a:spcAft>
            <a:buNone/>
          </a:pPr>
          <a:r>
            <a:rPr lang="zh-CN" altLang="en-US" sz="1900" kern="1200"/>
            <a:t>内部重定向处理</a:t>
          </a:r>
        </a:p>
      </dsp:txBody>
      <dsp:txXfrm>
        <a:off x="586180" y="1869928"/>
        <a:ext cx="7768440" cy="506120"/>
      </dsp:txXfrm>
    </dsp:sp>
    <dsp:sp modelId="{5C6F585E-F3BA-4DB1-976F-070E86B98FD1}">
      <dsp:nvSpPr>
        <dsp:cNvPr id="0" name=""/>
        <dsp:cNvSpPr/>
      </dsp:nvSpPr>
      <dsp:spPr>
        <a:xfrm>
          <a:off x="0" y="3882578"/>
          <a:ext cx="11176000" cy="1795500"/>
        </a:xfrm>
        <a:prstGeom prst="rect">
          <a:avLst/>
        </a:prstGeom>
        <a:solidFill>
          <a:schemeClr val="lt1">
            <a:alpha val="90000"/>
            <a:hueOff val="0"/>
            <a:satOff val="0"/>
            <a:lumOff val="0"/>
            <a:alphaOff val="0"/>
          </a:schemeClr>
        </a:solidFill>
        <a:ln w="12700" cap="flat" cmpd="sng" algn="ctr">
          <a:solidFill>
            <a:schemeClr val="accent4">
              <a:hueOff val="-6288576"/>
              <a:satOff val="38596"/>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95732" rIns="867382" bIns="135128" numCol="1" spcCol="1270" anchor="t" anchorCtr="0">
          <a:noAutofit/>
        </a:bodyPr>
        <a:lstStyle/>
        <a:p>
          <a:pPr marL="171450" lvl="1" indent="-171450" algn="l" defTabSz="844550">
            <a:lnSpc>
              <a:spcPct val="90000"/>
            </a:lnSpc>
            <a:spcBef>
              <a:spcPct val="0"/>
            </a:spcBef>
            <a:spcAft>
              <a:spcPct val="15000"/>
            </a:spcAft>
            <a:buChar char="•"/>
          </a:pPr>
          <a:r>
            <a:rPr lang="zh-CN" altLang="en-US" sz="1900" kern="1200"/>
            <a:t>什么是路由分发</a:t>
          </a:r>
        </a:p>
        <a:p>
          <a:pPr marL="171450" lvl="1" indent="-171450" algn="l" defTabSz="844550">
            <a:lnSpc>
              <a:spcPct val="90000"/>
            </a:lnSpc>
            <a:spcBef>
              <a:spcPct val="0"/>
            </a:spcBef>
            <a:spcAft>
              <a:spcPct val="15000"/>
            </a:spcAft>
            <a:buChar char="•"/>
          </a:pPr>
          <a:r>
            <a:rPr lang="zh-CN" altLang="en-US" sz="1900" kern="1200"/>
            <a:t>路由分发的核心设计</a:t>
          </a:r>
        </a:p>
        <a:p>
          <a:pPr marL="171450" lvl="1" indent="-171450" algn="l" defTabSz="844550">
            <a:lnSpc>
              <a:spcPct val="90000"/>
            </a:lnSpc>
            <a:spcBef>
              <a:spcPct val="0"/>
            </a:spcBef>
            <a:spcAft>
              <a:spcPct val="15000"/>
            </a:spcAft>
            <a:buChar char="•"/>
          </a:pPr>
          <a:r>
            <a:rPr lang="zh-CN" altLang="en-US" sz="1900" kern="1200"/>
            <a:t>路由分发与反向代理的协作</a:t>
          </a:r>
        </a:p>
      </dsp:txBody>
      <dsp:txXfrm>
        <a:off x="0" y="3882578"/>
        <a:ext cx="11176000" cy="1795500"/>
      </dsp:txXfrm>
    </dsp:sp>
    <dsp:sp modelId="{59DCD501-0D97-4AD7-8172-1E636D6E1613}">
      <dsp:nvSpPr>
        <dsp:cNvPr id="0" name=""/>
        <dsp:cNvSpPr/>
      </dsp:nvSpPr>
      <dsp:spPr>
        <a:xfrm>
          <a:off x="558800" y="3602138"/>
          <a:ext cx="7823200" cy="560880"/>
        </a:xfrm>
        <a:prstGeom prst="roundRect">
          <a:avLst/>
        </a:prstGeom>
        <a:solidFill>
          <a:schemeClr val="accent4">
            <a:hueOff val="-6288576"/>
            <a:satOff val="38596"/>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44550">
            <a:lnSpc>
              <a:spcPct val="90000"/>
            </a:lnSpc>
            <a:spcBef>
              <a:spcPct val="0"/>
            </a:spcBef>
            <a:spcAft>
              <a:spcPct val="35000"/>
            </a:spcAft>
            <a:buNone/>
          </a:pPr>
          <a:r>
            <a:rPr lang="zh-CN" altLang="en-US" sz="1900" kern="1200"/>
            <a:t>路由分发的简单实现</a:t>
          </a:r>
        </a:p>
      </dsp:txBody>
      <dsp:txXfrm>
        <a:off x="586180" y="3629518"/>
        <a:ext cx="7768440"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E0CF1B-5115-4DA9-AB91-ECBB79D4427F}">
      <dsp:nvSpPr>
        <dsp:cNvPr id="0" name=""/>
        <dsp:cNvSpPr/>
      </dsp:nvSpPr>
      <dsp:spPr>
        <a:xfrm>
          <a:off x="0" y="227588"/>
          <a:ext cx="11176000" cy="6835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91592" rIns="867382" bIns="99568" numCol="1" spcCol="1270" anchor="t" anchorCtr="0">
          <a:noAutofit/>
        </a:bodyPr>
        <a:lstStyle/>
        <a:p>
          <a:pPr marL="114300" lvl="1" indent="-114300" algn="l" defTabSz="622300">
            <a:lnSpc>
              <a:spcPct val="90000"/>
            </a:lnSpc>
            <a:spcBef>
              <a:spcPct val="0"/>
            </a:spcBef>
            <a:spcAft>
              <a:spcPct val="15000"/>
            </a:spcAft>
            <a:buNone/>
          </a:pPr>
          <a:r>
            <a:rPr lang="zh-CN" altLang="en-US" sz="1400" kern="1200"/>
            <a:t>将流量分发到多台后端服务器，提升系统整体处理能力和可用性</a:t>
          </a:r>
        </a:p>
      </dsp:txBody>
      <dsp:txXfrm>
        <a:off x="0" y="227588"/>
        <a:ext cx="11176000" cy="683550"/>
      </dsp:txXfrm>
    </dsp:sp>
    <dsp:sp modelId="{8061897E-EE3C-49A0-80D6-E859A27A23D3}">
      <dsp:nvSpPr>
        <dsp:cNvPr id="0" name=""/>
        <dsp:cNvSpPr/>
      </dsp:nvSpPr>
      <dsp:spPr>
        <a:xfrm>
          <a:off x="558800" y="20948"/>
          <a:ext cx="782320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400" kern="1200"/>
            <a:t>负载均衡</a:t>
          </a:r>
        </a:p>
      </dsp:txBody>
      <dsp:txXfrm>
        <a:off x="578975" y="41123"/>
        <a:ext cx="7782850" cy="372930"/>
      </dsp:txXfrm>
    </dsp:sp>
    <dsp:sp modelId="{373DB429-4FEA-40B8-9A69-C5727D369A76}">
      <dsp:nvSpPr>
        <dsp:cNvPr id="0" name=""/>
        <dsp:cNvSpPr/>
      </dsp:nvSpPr>
      <dsp:spPr>
        <a:xfrm>
          <a:off x="0" y="1193378"/>
          <a:ext cx="11176000" cy="6835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91592" rIns="867382" bIns="99568" numCol="1" spcCol="1270" anchor="t" anchorCtr="0">
          <a:noAutofit/>
        </a:bodyPr>
        <a:lstStyle/>
        <a:p>
          <a:pPr marL="114300" lvl="1" indent="-114300" algn="l" defTabSz="622300">
            <a:lnSpc>
              <a:spcPct val="90000"/>
            </a:lnSpc>
            <a:spcBef>
              <a:spcPct val="0"/>
            </a:spcBef>
            <a:spcAft>
              <a:spcPct val="15000"/>
            </a:spcAft>
            <a:buNone/>
          </a:pPr>
          <a:r>
            <a:rPr lang="zh-CN" altLang="en-US" sz="1400" kern="1200"/>
            <a:t>将不同服务（如前端、多个后端 </a:t>
          </a:r>
          <a:r>
            <a:rPr lang="en-US" altLang="zh-CN" sz="1400" kern="1200"/>
            <a:t>API</a:t>
          </a:r>
          <a:r>
            <a:rPr lang="zh-CN" altLang="en-US" sz="1400" kern="1200"/>
            <a:t>）合并到同一域名下，解决跨域问题 </a:t>
          </a:r>
        </a:p>
      </dsp:txBody>
      <dsp:txXfrm>
        <a:off x="0" y="1193378"/>
        <a:ext cx="11176000" cy="683550"/>
      </dsp:txXfrm>
    </dsp:sp>
    <dsp:sp modelId="{32A3CAC6-C2DB-4B5C-AC42-944F1E35BFC6}">
      <dsp:nvSpPr>
        <dsp:cNvPr id="0" name=""/>
        <dsp:cNvSpPr/>
      </dsp:nvSpPr>
      <dsp:spPr>
        <a:xfrm>
          <a:off x="558800" y="986738"/>
          <a:ext cx="782320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400" kern="1200"/>
            <a:t>统一入口</a:t>
          </a:r>
        </a:p>
      </dsp:txBody>
      <dsp:txXfrm>
        <a:off x="578975" y="1006913"/>
        <a:ext cx="7782850" cy="372930"/>
      </dsp:txXfrm>
    </dsp:sp>
    <dsp:sp modelId="{B8E310D6-CAB8-4162-923F-9D2379B0C86E}">
      <dsp:nvSpPr>
        <dsp:cNvPr id="0" name=""/>
        <dsp:cNvSpPr/>
      </dsp:nvSpPr>
      <dsp:spPr>
        <a:xfrm>
          <a:off x="0" y="2159168"/>
          <a:ext cx="11176000" cy="6835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91592" rIns="867382" bIns="99568" numCol="1" spcCol="1270" anchor="t" anchorCtr="0">
          <a:noAutofit/>
        </a:bodyPr>
        <a:lstStyle/>
        <a:p>
          <a:pPr marL="114300" lvl="1" indent="-114300" algn="l" defTabSz="622300">
            <a:lnSpc>
              <a:spcPct val="90000"/>
            </a:lnSpc>
            <a:spcBef>
              <a:spcPct val="0"/>
            </a:spcBef>
            <a:spcAft>
              <a:spcPct val="15000"/>
            </a:spcAft>
            <a:buNone/>
          </a:pPr>
          <a:r>
            <a:rPr lang="zh-CN" altLang="en-US" sz="1400" kern="1200"/>
            <a:t>根据请求的 </a:t>
          </a:r>
          <a:r>
            <a:rPr lang="en-US" altLang="zh-CN" sz="1400" kern="1200"/>
            <a:t>URL </a:t>
          </a:r>
          <a:r>
            <a:rPr lang="zh-CN" altLang="en-US" sz="1400" kern="1200"/>
            <a:t>路径，将请求分发到不同的后端服务</a:t>
          </a:r>
        </a:p>
      </dsp:txBody>
      <dsp:txXfrm>
        <a:off x="0" y="2159168"/>
        <a:ext cx="11176000" cy="683550"/>
      </dsp:txXfrm>
    </dsp:sp>
    <dsp:sp modelId="{B9EB0584-1328-47A0-AB48-968CD2D6F2C1}">
      <dsp:nvSpPr>
        <dsp:cNvPr id="0" name=""/>
        <dsp:cNvSpPr/>
      </dsp:nvSpPr>
      <dsp:spPr>
        <a:xfrm>
          <a:off x="558800" y="1952528"/>
          <a:ext cx="782320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400" kern="1200"/>
            <a:t>路径路由</a:t>
          </a:r>
        </a:p>
      </dsp:txBody>
      <dsp:txXfrm>
        <a:off x="578975" y="1972703"/>
        <a:ext cx="7782850" cy="372930"/>
      </dsp:txXfrm>
    </dsp:sp>
    <dsp:sp modelId="{C32DFDD0-D614-467C-A7F6-B9ACD59F0681}">
      <dsp:nvSpPr>
        <dsp:cNvPr id="0" name=""/>
        <dsp:cNvSpPr/>
      </dsp:nvSpPr>
      <dsp:spPr>
        <a:xfrm>
          <a:off x="0" y="3124958"/>
          <a:ext cx="11176000" cy="6835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91592" rIns="867382" bIns="99568" numCol="1" spcCol="1270" anchor="t" anchorCtr="0">
          <a:noAutofit/>
        </a:bodyPr>
        <a:lstStyle/>
        <a:p>
          <a:pPr marL="114300" lvl="1" indent="-114300" algn="l" defTabSz="622300">
            <a:lnSpc>
              <a:spcPct val="90000"/>
            </a:lnSpc>
            <a:spcBef>
              <a:spcPct val="0"/>
            </a:spcBef>
            <a:spcAft>
              <a:spcPct val="15000"/>
            </a:spcAft>
            <a:buNone/>
          </a:pPr>
          <a:r>
            <a:rPr lang="zh-CN" altLang="en-US" sz="1400" kern="1200"/>
            <a:t>隐藏后端服务器真实 </a:t>
          </a:r>
          <a:r>
            <a:rPr lang="en-US" altLang="zh-CN" sz="1400" kern="1200"/>
            <a:t>IP </a:t>
          </a:r>
          <a:r>
            <a:rPr lang="zh-CN" altLang="en-US" sz="1400" kern="1200"/>
            <a:t>和架构，可作为 </a:t>
          </a:r>
          <a:r>
            <a:rPr lang="en-US" altLang="zh-CN" sz="1400" kern="1200"/>
            <a:t>SSL </a:t>
          </a:r>
          <a:r>
            <a:rPr lang="zh-CN" altLang="en-US" sz="1400" kern="1200"/>
            <a:t>终点集中管理证书</a:t>
          </a:r>
        </a:p>
      </dsp:txBody>
      <dsp:txXfrm>
        <a:off x="0" y="3124958"/>
        <a:ext cx="11176000" cy="683550"/>
      </dsp:txXfrm>
    </dsp:sp>
    <dsp:sp modelId="{9F981DE7-D84D-4EBC-A769-C3603FB5C385}">
      <dsp:nvSpPr>
        <dsp:cNvPr id="0" name=""/>
        <dsp:cNvSpPr/>
      </dsp:nvSpPr>
      <dsp:spPr>
        <a:xfrm>
          <a:off x="558800" y="2918318"/>
          <a:ext cx="782320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400" kern="1200"/>
            <a:t>安全防护</a:t>
          </a:r>
        </a:p>
      </dsp:txBody>
      <dsp:txXfrm>
        <a:off x="578975" y="2938493"/>
        <a:ext cx="7782850" cy="372930"/>
      </dsp:txXfrm>
    </dsp:sp>
    <dsp:sp modelId="{7CDA40B7-7CB9-4CF0-A335-9534076F679D}">
      <dsp:nvSpPr>
        <dsp:cNvPr id="0" name=""/>
        <dsp:cNvSpPr/>
      </dsp:nvSpPr>
      <dsp:spPr>
        <a:xfrm>
          <a:off x="0" y="4090748"/>
          <a:ext cx="11176000" cy="6835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91592" rIns="867382" bIns="99568" numCol="1" spcCol="1270" anchor="t" anchorCtr="0">
          <a:noAutofit/>
        </a:bodyPr>
        <a:lstStyle/>
        <a:p>
          <a:pPr marL="114300" lvl="1" indent="-114300" algn="l" defTabSz="622300">
            <a:lnSpc>
              <a:spcPct val="90000"/>
            </a:lnSpc>
            <a:spcBef>
              <a:spcPct val="0"/>
            </a:spcBef>
            <a:spcAft>
              <a:spcPct val="15000"/>
            </a:spcAft>
            <a:buNone/>
          </a:pPr>
          <a:r>
            <a:rPr lang="zh-CN" altLang="en-US" sz="1400" kern="1200"/>
            <a:t>缓存后端服务器的响应，减少重复请求对后端的压力</a:t>
          </a:r>
        </a:p>
      </dsp:txBody>
      <dsp:txXfrm>
        <a:off x="0" y="4090748"/>
        <a:ext cx="11176000" cy="683550"/>
      </dsp:txXfrm>
    </dsp:sp>
    <dsp:sp modelId="{5EEE5469-4532-490E-AECC-6458992C17F3}">
      <dsp:nvSpPr>
        <dsp:cNvPr id="0" name=""/>
        <dsp:cNvSpPr/>
      </dsp:nvSpPr>
      <dsp:spPr>
        <a:xfrm>
          <a:off x="558800" y="3884108"/>
          <a:ext cx="782320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400" kern="1200"/>
            <a:t>缓存加速</a:t>
          </a:r>
        </a:p>
      </dsp:txBody>
      <dsp:txXfrm>
        <a:off x="578975" y="3904283"/>
        <a:ext cx="7782850" cy="372930"/>
      </dsp:txXfrm>
    </dsp:sp>
    <dsp:sp modelId="{912A4C4E-8F52-4043-80A7-198E250A49D5}">
      <dsp:nvSpPr>
        <dsp:cNvPr id="0" name=""/>
        <dsp:cNvSpPr/>
      </dsp:nvSpPr>
      <dsp:spPr>
        <a:xfrm>
          <a:off x="0" y="5056538"/>
          <a:ext cx="11176000" cy="6835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91592" rIns="867382" bIns="99568" numCol="1" spcCol="1270" anchor="t" anchorCtr="0">
          <a:noAutofit/>
        </a:bodyPr>
        <a:lstStyle/>
        <a:p>
          <a:pPr marL="114300" lvl="1" indent="-114300" algn="l" defTabSz="622300">
            <a:lnSpc>
              <a:spcPct val="90000"/>
            </a:lnSpc>
            <a:spcBef>
              <a:spcPct val="0"/>
            </a:spcBef>
            <a:spcAft>
              <a:spcPct val="15000"/>
            </a:spcAft>
            <a:buNone/>
          </a:pPr>
          <a:r>
            <a:rPr lang="zh-CN" altLang="en-US" sz="1400" kern="1200"/>
            <a:t>在客户端与后端之间转换通信协议（如将外部 </a:t>
          </a:r>
          <a:r>
            <a:rPr lang="en-US" altLang="zh-CN" sz="1400" kern="1200"/>
            <a:t>HTTPS </a:t>
          </a:r>
          <a:r>
            <a:rPr lang="zh-CN" altLang="en-US" sz="1400" kern="1200"/>
            <a:t>转为内 部 </a:t>
          </a:r>
          <a:r>
            <a:rPr lang="en-US" altLang="zh-CN" sz="1400" kern="1200"/>
            <a:t>HTTP</a:t>
          </a:r>
          <a:r>
            <a:rPr lang="zh-CN" altLang="en-US" sz="1400" kern="1200"/>
            <a:t>） </a:t>
          </a:r>
        </a:p>
      </dsp:txBody>
      <dsp:txXfrm>
        <a:off x="0" y="5056538"/>
        <a:ext cx="11176000" cy="683550"/>
      </dsp:txXfrm>
    </dsp:sp>
    <dsp:sp modelId="{21197E92-6604-4A22-A8AF-7B5E07A58AD7}">
      <dsp:nvSpPr>
        <dsp:cNvPr id="0" name=""/>
        <dsp:cNvSpPr/>
      </dsp:nvSpPr>
      <dsp:spPr>
        <a:xfrm>
          <a:off x="558800" y="4849898"/>
          <a:ext cx="7823200" cy="41328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400" kern="1200"/>
            <a:t>协议转换</a:t>
          </a:r>
        </a:p>
      </dsp:txBody>
      <dsp:txXfrm>
        <a:off x="578975" y="4870073"/>
        <a:ext cx="7782850" cy="372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CC0CA-A6DC-4D48-AE23-62BEF04A23D7}">
      <dsp:nvSpPr>
        <dsp:cNvPr id="0" name=""/>
        <dsp:cNvSpPr/>
      </dsp:nvSpPr>
      <dsp:spPr>
        <a:xfrm>
          <a:off x="0" y="1413698"/>
          <a:ext cx="11176000" cy="7308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AB1E4AF9-9690-400B-A3A9-BC16B6183763}">
      <dsp:nvSpPr>
        <dsp:cNvPr id="0" name=""/>
        <dsp:cNvSpPr/>
      </dsp:nvSpPr>
      <dsp:spPr>
        <a:xfrm>
          <a:off x="558800" y="985658"/>
          <a:ext cx="7823200" cy="85608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1289050">
            <a:lnSpc>
              <a:spcPct val="90000"/>
            </a:lnSpc>
            <a:spcBef>
              <a:spcPct val="0"/>
            </a:spcBef>
            <a:spcAft>
              <a:spcPct val="35000"/>
            </a:spcAft>
            <a:buNone/>
          </a:pPr>
          <a:r>
            <a:rPr lang="zh-CN" altLang="en-US" sz="2900" kern="1200"/>
            <a:t>步骤一：启用必要的模块</a:t>
          </a:r>
        </a:p>
      </dsp:txBody>
      <dsp:txXfrm>
        <a:off x="600590" y="1027448"/>
        <a:ext cx="7739620" cy="772500"/>
      </dsp:txXfrm>
    </dsp:sp>
    <dsp:sp modelId="{44F3271E-80C9-4436-968D-EC94A150F5E2}">
      <dsp:nvSpPr>
        <dsp:cNvPr id="0" name=""/>
        <dsp:cNvSpPr/>
      </dsp:nvSpPr>
      <dsp:spPr>
        <a:xfrm>
          <a:off x="0" y="2729138"/>
          <a:ext cx="11176000" cy="730800"/>
        </a:xfrm>
        <a:prstGeom prst="rect">
          <a:avLst/>
        </a:prstGeom>
        <a:solidFill>
          <a:schemeClr val="lt1">
            <a:alpha val="90000"/>
            <a:hueOff val="0"/>
            <a:satOff val="0"/>
            <a:lumOff val="0"/>
            <a:alphaOff val="0"/>
          </a:schemeClr>
        </a:solidFill>
        <a:ln w="6350" cap="flat" cmpd="sng" algn="ctr">
          <a:solidFill>
            <a:schemeClr val="accent4">
              <a:hueOff val="-3144288"/>
              <a:satOff val="19298"/>
              <a:lumOff val="-2941"/>
              <a:alphaOff val="0"/>
            </a:schemeClr>
          </a:solidFill>
          <a:prstDash val="solid"/>
          <a:miter lim="800000"/>
        </a:ln>
        <a:effectLst/>
      </dsp:spPr>
      <dsp:style>
        <a:lnRef idx="1">
          <a:scrgbClr r="0" g="0" b="0"/>
        </a:lnRef>
        <a:fillRef idx="1">
          <a:scrgbClr r="0" g="0" b="0"/>
        </a:fillRef>
        <a:effectRef idx="0">
          <a:scrgbClr r="0" g="0" b="0"/>
        </a:effectRef>
        <a:fontRef idx="minor"/>
      </dsp:style>
    </dsp:sp>
    <dsp:sp modelId="{DBD7495E-8DCF-417F-B4BE-17924FBD69C6}">
      <dsp:nvSpPr>
        <dsp:cNvPr id="0" name=""/>
        <dsp:cNvSpPr/>
      </dsp:nvSpPr>
      <dsp:spPr>
        <a:xfrm>
          <a:off x="558800" y="2301098"/>
          <a:ext cx="7823200" cy="856080"/>
        </a:xfrm>
        <a:prstGeom prst="roundRect">
          <a:avLst/>
        </a:prstGeom>
        <a:gradFill rotWithShape="0">
          <a:gsLst>
            <a:gs pos="0">
              <a:schemeClr val="accent4">
                <a:hueOff val="-3144288"/>
                <a:satOff val="19298"/>
                <a:lumOff val="-2941"/>
                <a:alphaOff val="0"/>
                <a:lumMod val="110000"/>
                <a:satMod val="105000"/>
                <a:tint val="67000"/>
              </a:schemeClr>
            </a:gs>
            <a:gs pos="50000">
              <a:schemeClr val="accent4">
                <a:hueOff val="-3144288"/>
                <a:satOff val="19298"/>
                <a:lumOff val="-2941"/>
                <a:alphaOff val="0"/>
                <a:lumMod val="105000"/>
                <a:satMod val="103000"/>
                <a:tint val="73000"/>
              </a:schemeClr>
            </a:gs>
            <a:gs pos="100000">
              <a:schemeClr val="accent4">
                <a:hueOff val="-3144288"/>
                <a:satOff val="19298"/>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1289050">
            <a:lnSpc>
              <a:spcPct val="90000"/>
            </a:lnSpc>
            <a:spcBef>
              <a:spcPct val="0"/>
            </a:spcBef>
            <a:spcAft>
              <a:spcPct val="35000"/>
            </a:spcAft>
            <a:buNone/>
          </a:pPr>
          <a:r>
            <a:rPr lang="zh-CN" altLang="en-US" sz="2900" kern="1200"/>
            <a:t>步骤二：编辑 </a:t>
          </a:r>
          <a:r>
            <a:rPr lang="en-US" altLang="zh-CN" sz="2900" kern="1200"/>
            <a:t>Apache </a:t>
          </a:r>
          <a:r>
            <a:rPr lang="zh-CN" altLang="en-US" sz="2900" kern="1200"/>
            <a:t>的虚拟主机配置文件</a:t>
          </a:r>
        </a:p>
      </dsp:txBody>
      <dsp:txXfrm>
        <a:off x="600590" y="2342888"/>
        <a:ext cx="7739620" cy="772500"/>
      </dsp:txXfrm>
    </dsp:sp>
    <dsp:sp modelId="{E5637D12-DFE0-4982-9BC7-5668D224AEF6}">
      <dsp:nvSpPr>
        <dsp:cNvPr id="0" name=""/>
        <dsp:cNvSpPr/>
      </dsp:nvSpPr>
      <dsp:spPr>
        <a:xfrm>
          <a:off x="0" y="4044578"/>
          <a:ext cx="11176000" cy="730800"/>
        </a:xfrm>
        <a:prstGeom prst="rect">
          <a:avLst/>
        </a:prstGeom>
        <a:solidFill>
          <a:schemeClr val="lt1">
            <a:alpha val="90000"/>
            <a:hueOff val="0"/>
            <a:satOff val="0"/>
            <a:lumOff val="0"/>
            <a:alphaOff val="0"/>
          </a:schemeClr>
        </a:solidFill>
        <a:ln w="6350" cap="flat" cmpd="sng" algn="ctr">
          <a:solidFill>
            <a:schemeClr val="accent4">
              <a:hueOff val="-6288576"/>
              <a:satOff val="38596"/>
              <a:lumOff val="-5882"/>
              <a:alphaOff val="0"/>
            </a:schemeClr>
          </a:solidFill>
          <a:prstDash val="solid"/>
          <a:miter lim="800000"/>
        </a:ln>
        <a:effectLst/>
      </dsp:spPr>
      <dsp:style>
        <a:lnRef idx="1">
          <a:scrgbClr r="0" g="0" b="0"/>
        </a:lnRef>
        <a:fillRef idx="1">
          <a:scrgbClr r="0" g="0" b="0"/>
        </a:fillRef>
        <a:effectRef idx="0">
          <a:scrgbClr r="0" g="0" b="0"/>
        </a:effectRef>
        <a:fontRef idx="minor"/>
      </dsp:style>
    </dsp:sp>
    <dsp:sp modelId="{20C36939-65F3-46DA-8EAF-BA13903DF4C9}">
      <dsp:nvSpPr>
        <dsp:cNvPr id="0" name=""/>
        <dsp:cNvSpPr/>
      </dsp:nvSpPr>
      <dsp:spPr>
        <a:xfrm>
          <a:off x="558800" y="3616538"/>
          <a:ext cx="7823200" cy="856080"/>
        </a:xfrm>
        <a:prstGeom prst="roundRect">
          <a:avLst/>
        </a:prstGeom>
        <a:gradFill rotWithShape="0">
          <a:gsLst>
            <a:gs pos="0">
              <a:schemeClr val="accent4">
                <a:hueOff val="-6288576"/>
                <a:satOff val="38596"/>
                <a:lumOff val="-5882"/>
                <a:alphaOff val="0"/>
                <a:lumMod val="110000"/>
                <a:satMod val="105000"/>
                <a:tint val="67000"/>
              </a:schemeClr>
            </a:gs>
            <a:gs pos="50000">
              <a:schemeClr val="accent4">
                <a:hueOff val="-6288576"/>
                <a:satOff val="38596"/>
                <a:lumOff val="-5882"/>
                <a:alphaOff val="0"/>
                <a:lumMod val="105000"/>
                <a:satMod val="103000"/>
                <a:tint val="73000"/>
              </a:schemeClr>
            </a:gs>
            <a:gs pos="100000">
              <a:schemeClr val="accent4">
                <a:hueOff val="-6288576"/>
                <a:satOff val="38596"/>
                <a:lumOff val="-588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1289050">
            <a:lnSpc>
              <a:spcPct val="90000"/>
            </a:lnSpc>
            <a:spcBef>
              <a:spcPct val="0"/>
            </a:spcBef>
            <a:spcAft>
              <a:spcPct val="35000"/>
            </a:spcAft>
            <a:buNone/>
          </a:pPr>
          <a:r>
            <a:rPr lang="zh-CN" altLang="en-US" sz="2900" kern="1200"/>
            <a:t>步骤三：负载均衡扩展配置 </a:t>
          </a:r>
          <a:r>
            <a:rPr lang="en-US" altLang="zh-CN" sz="2900" kern="1200"/>
            <a:t>——</a:t>
          </a:r>
          <a:r>
            <a:rPr lang="zh-CN" altLang="en-US" sz="2900" kern="1200"/>
            <a:t>选做</a:t>
          </a:r>
        </a:p>
      </dsp:txBody>
      <dsp:txXfrm>
        <a:off x="600590" y="3658328"/>
        <a:ext cx="7739620" cy="7725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2026/6/2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5</a:t>
            </a:fld>
            <a:endParaRPr lang="zh-CN" altLang="en-US"/>
          </a:p>
        </p:txBody>
      </p:sp>
    </p:spTree>
    <p:extLst>
      <p:ext uri="{BB962C8B-B14F-4D97-AF65-F5344CB8AC3E}">
        <p14:creationId xmlns:p14="http://schemas.microsoft.com/office/powerpoint/2010/main" val="2654785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30</a:t>
            </a:fld>
            <a:endParaRPr lang="zh-CN" altLang="en-US"/>
          </a:p>
        </p:txBody>
      </p:sp>
    </p:spTree>
    <p:extLst>
      <p:ext uri="{BB962C8B-B14F-4D97-AF65-F5344CB8AC3E}">
        <p14:creationId xmlns:p14="http://schemas.microsoft.com/office/powerpoint/2010/main" val="1126418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34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2026/6/2</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7.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5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2026/6/2</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0.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4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zh-CN" altLang="en-US"/>
              <a:t>路由分发功能的实现</a:t>
            </a:r>
            <a:r>
              <a:rPr lang="en-US" altLang="zh-CN"/>
              <a:t>1</a:t>
            </a:r>
            <a:endParaRPr lang="zh-CN" altLang="en-US"/>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2026-5-31</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2843611167"/>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C77AE5E-55A9-F679-21B5-79BB8B3754A7}"/>
              </a:ext>
            </a:extLst>
          </p:cNvPr>
          <p:cNvSpPr>
            <a:spLocks noGrp="1"/>
          </p:cNvSpPr>
          <p:nvPr>
            <p:ph type="body" sz="quarter" idx="10"/>
          </p:nvPr>
        </p:nvSpPr>
        <p:spPr/>
        <p:txBody>
          <a:bodyPr/>
          <a:lstStyle/>
          <a:p>
            <a:pPr lvl="0"/>
            <a:r>
              <a:rPr lang="zh-CN" altLang="en-US"/>
              <a:t>反向代理的介绍</a:t>
            </a:r>
          </a:p>
          <a:p>
            <a:pPr lvl="0"/>
            <a:r>
              <a:rPr lang="zh-CN" altLang="en-US"/>
              <a:t>统一入口和路径路由的实现</a:t>
            </a:r>
          </a:p>
          <a:p>
            <a:endParaRPr lang="zh-CN" altLang="en-US"/>
          </a:p>
        </p:txBody>
      </p:sp>
      <p:sp>
        <p:nvSpPr>
          <p:cNvPr id="3" name="文本占位符 2">
            <a:extLst>
              <a:ext uri="{FF2B5EF4-FFF2-40B4-BE49-F238E27FC236}">
                <a16:creationId xmlns:a16="http://schemas.microsoft.com/office/drawing/2014/main" id="{C61845B1-F364-3755-ACFC-D1F6A7CEEE79}"/>
              </a:ext>
            </a:extLst>
          </p:cNvPr>
          <p:cNvSpPr>
            <a:spLocks noGrp="1"/>
          </p:cNvSpPr>
          <p:nvPr>
            <p:ph type="body" sz="quarter" idx="12"/>
          </p:nvPr>
        </p:nvSpPr>
        <p:spPr/>
        <p:txBody>
          <a:bodyPr/>
          <a:lstStyle/>
          <a:p>
            <a:pPr lvl="0"/>
            <a:r>
              <a:rPr lang="zh-CN" altLang="en-US"/>
              <a:t>反向代理的实现</a:t>
            </a:r>
          </a:p>
        </p:txBody>
      </p:sp>
    </p:spTree>
    <p:extLst>
      <p:ext uri="{BB962C8B-B14F-4D97-AF65-F5344CB8AC3E}">
        <p14:creationId xmlns:p14="http://schemas.microsoft.com/office/powerpoint/2010/main" val="1474552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E804DEA-793C-B960-7ABF-3BFE8FA2A1F8}"/>
              </a:ext>
            </a:extLst>
          </p:cNvPr>
          <p:cNvSpPr>
            <a:spLocks noGrp="1"/>
          </p:cNvSpPr>
          <p:nvPr>
            <p:ph type="body" sz="quarter" idx="18"/>
          </p:nvPr>
        </p:nvSpPr>
        <p:spPr/>
        <p:txBody>
          <a:bodyPr/>
          <a:lstStyle/>
          <a:p>
            <a:r>
              <a:rPr lang="zh-CN" altLang="en-US"/>
              <a:t>反向代理 </a:t>
            </a:r>
            <a:r>
              <a:rPr lang="en-US" altLang="zh-CN"/>
              <a:t>VS </a:t>
            </a:r>
            <a:r>
              <a:rPr lang="zh-CN" altLang="en-US"/>
              <a:t>正向代理</a:t>
            </a:r>
          </a:p>
          <a:p>
            <a:endParaRPr lang="zh-CN" altLang="en-US"/>
          </a:p>
        </p:txBody>
      </p:sp>
      <p:pic>
        <p:nvPicPr>
          <p:cNvPr id="10" name="内容占位符 9">
            <a:extLst>
              <a:ext uri="{FF2B5EF4-FFF2-40B4-BE49-F238E27FC236}">
                <a16:creationId xmlns:a16="http://schemas.microsoft.com/office/drawing/2014/main" id="{F272E4B6-8B39-9E02-16D8-E7B335C17894}"/>
              </a:ext>
            </a:extLst>
          </p:cNvPr>
          <p:cNvPicPr>
            <a:picLocks noGrp="1" noChangeAspect="1"/>
          </p:cNvPicPr>
          <p:nvPr>
            <p:ph sz="quarter" idx="19"/>
          </p:nvPr>
        </p:nvPicPr>
        <p:blipFill>
          <a:blip r:embed="rId2"/>
          <a:stretch>
            <a:fillRect/>
          </a:stretch>
        </p:blipFill>
        <p:spPr>
          <a:xfrm>
            <a:off x="508000" y="2237667"/>
            <a:ext cx="11176000" cy="1421225"/>
          </a:xfrm>
          <a:prstGeom prst="rect">
            <a:avLst/>
          </a:prstGeom>
          <a:ln>
            <a:solidFill>
              <a:schemeClr val="accent1"/>
            </a:solidFill>
          </a:ln>
        </p:spPr>
      </p:pic>
      <p:pic>
        <p:nvPicPr>
          <p:cNvPr id="8" name="内容占位符 4">
            <a:extLst>
              <a:ext uri="{FF2B5EF4-FFF2-40B4-BE49-F238E27FC236}">
                <a16:creationId xmlns:a16="http://schemas.microsoft.com/office/drawing/2014/main" id="{83AC87A4-EDF7-3791-C0B4-395488D74442}"/>
              </a:ext>
            </a:extLst>
          </p:cNvPr>
          <p:cNvPicPr>
            <a:picLocks noChangeAspect="1"/>
          </p:cNvPicPr>
          <p:nvPr/>
        </p:nvPicPr>
        <p:blipFill>
          <a:blip r:embed="rId3"/>
          <a:stretch>
            <a:fillRect/>
          </a:stretch>
        </p:blipFill>
        <p:spPr>
          <a:xfrm>
            <a:off x="508000" y="1118822"/>
            <a:ext cx="11176000" cy="1052811"/>
          </a:xfrm>
          <a:prstGeom prst="rect">
            <a:avLst/>
          </a:prstGeom>
          <a:ln>
            <a:solidFill>
              <a:schemeClr val="accent1"/>
            </a:solidFill>
          </a:ln>
        </p:spPr>
      </p:pic>
      <p:pic>
        <p:nvPicPr>
          <p:cNvPr id="13" name="图片 12">
            <a:extLst>
              <a:ext uri="{FF2B5EF4-FFF2-40B4-BE49-F238E27FC236}">
                <a16:creationId xmlns:a16="http://schemas.microsoft.com/office/drawing/2014/main" id="{455B25BB-2A21-04D9-7345-BE9192E4011B}"/>
              </a:ext>
            </a:extLst>
          </p:cNvPr>
          <p:cNvPicPr>
            <a:picLocks noChangeAspect="1"/>
          </p:cNvPicPr>
          <p:nvPr/>
        </p:nvPicPr>
        <p:blipFill>
          <a:blip r:embed="rId4"/>
          <a:stretch>
            <a:fillRect/>
          </a:stretch>
        </p:blipFill>
        <p:spPr>
          <a:xfrm>
            <a:off x="1496078" y="3724926"/>
            <a:ext cx="9066667" cy="2533333"/>
          </a:xfrm>
          <a:prstGeom prst="rect">
            <a:avLst/>
          </a:prstGeom>
        </p:spPr>
      </p:pic>
    </p:spTree>
    <p:extLst>
      <p:ext uri="{BB962C8B-B14F-4D97-AF65-F5344CB8AC3E}">
        <p14:creationId xmlns:p14="http://schemas.microsoft.com/office/powerpoint/2010/main" val="271456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1338302-B324-C697-6EEA-419F157EE085}"/>
              </a:ext>
            </a:extLst>
          </p:cNvPr>
          <p:cNvSpPr>
            <a:spLocks noGrp="1"/>
          </p:cNvSpPr>
          <p:nvPr>
            <p:ph type="body" sz="quarter" idx="18"/>
          </p:nvPr>
        </p:nvSpPr>
        <p:spPr/>
        <p:txBody>
          <a:bodyPr/>
          <a:lstStyle/>
          <a:p>
            <a:r>
              <a:rPr lang="zh-CN" altLang="en-US"/>
              <a:t>反向代理？</a:t>
            </a:r>
            <a:r>
              <a:rPr lang="en-US" altLang="zh-CN"/>
              <a:t>or  </a:t>
            </a:r>
            <a:r>
              <a:rPr lang="zh-CN" altLang="en-US"/>
              <a:t>正向代理？</a:t>
            </a:r>
          </a:p>
        </p:txBody>
      </p:sp>
      <p:pic>
        <p:nvPicPr>
          <p:cNvPr id="8" name="内容占位符 4">
            <a:extLst>
              <a:ext uri="{FF2B5EF4-FFF2-40B4-BE49-F238E27FC236}">
                <a16:creationId xmlns:a16="http://schemas.microsoft.com/office/drawing/2014/main" id="{025AF63A-69BC-B9B8-E55C-4EDDA1B4433E}"/>
              </a:ext>
            </a:extLst>
          </p:cNvPr>
          <p:cNvPicPr>
            <a:picLocks noChangeAspect="1"/>
          </p:cNvPicPr>
          <p:nvPr/>
        </p:nvPicPr>
        <p:blipFill>
          <a:blip r:embed="rId3"/>
          <a:srcRect t="32652" b="17110"/>
          <a:stretch>
            <a:fillRect/>
          </a:stretch>
        </p:blipFill>
        <p:spPr>
          <a:xfrm>
            <a:off x="225138" y="1024544"/>
            <a:ext cx="6704762" cy="602848"/>
          </a:xfrm>
          <a:prstGeom prst="rect">
            <a:avLst/>
          </a:prstGeom>
        </p:spPr>
      </p:pic>
      <p:pic>
        <p:nvPicPr>
          <p:cNvPr id="13" name="内容占位符 9">
            <a:extLst>
              <a:ext uri="{FF2B5EF4-FFF2-40B4-BE49-F238E27FC236}">
                <a16:creationId xmlns:a16="http://schemas.microsoft.com/office/drawing/2014/main" id="{3626AF7D-2F19-28F0-8186-6D76CF6A2EAA}"/>
              </a:ext>
            </a:extLst>
          </p:cNvPr>
          <p:cNvPicPr>
            <a:picLocks noChangeAspect="1"/>
          </p:cNvPicPr>
          <p:nvPr/>
        </p:nvPicPr>
        <p:blipFill>
          <a:blip r:embed="rId4"/>
          <a:srcRect t="24382" b="18074"/>
          <a:stretch>
            <a:fillRect/>
          </a:stretch>
        </p:blipFill>
        <p:spPr>
          <a:xfrm>
            <a:off x="364425" y="1627392"/>
            <a:ext cx="5428571" cy="602848"/>
          </a:xfrm>
          <a:prstGeom prst="rect">
            <a:avLst/>
          </a:prstGeom>
        </p:spPr>
      </p:pic>
      <p:pic>
        <p:nvPicPr>
          <p:cNvPr id="18" name="内容占位符 14">
            <a:extLst>
              <a:ext uri="{FF2B5EF4-FFF2-40B4-BE49-F238E27FC236}">
                <a16:creationId xmlns:a16="http://schemas.microsoft.com/office/drawing/2014/main" id="{A9B591A3-AA30-1760-CF7B-57C99EAEF27E}"/>
              </a:ext>
            </a:extLst>
          </p:cNvPr>
          <p:cNvPicPr>
            <a:picLocks noChangeAspect="1"/>
          </p:cNvPicPr>
          <p:nvPr/>
        </p:nvPicPr>
        <p:blipFill>
          <a:blip r:embed="rId5"/>
          <a:srcRect t="23243" b="24666"/>
          <a:stretch>
            <a:fillRect/>
          </a:stretch>
        </p:blipFill>
        <p:spPr>
          <a:xfrm>
            <a:off x="370907" y="2287383"/>
            <a:ext cx="6228571" cy="545705"/>
          </a:xfrm>
          <a:prstGeom prst="rect">
            <a:avLst/>
          </a:prstGeom>
        </p:spPr>
      </p:pic>
      <p:pic>
        <p:nvPicPr>
          <p:cNvPr id="23" name="内容占位符 19">
            <a:extLst>
              <a:ext uri="{FF2B5EF4-FFF2-40B4-BE49-F238E27FC236}">
                <a16:creationId xmlns:a16="http://schemas.microsoft.com/office/drawing/2014/main" id="{DF5CCBAE-F4BD-8A72-DF1D-1D9AB4BED752}"/>
              </a:ext>
            </a:extLst>
          </p:cNvPr>
          <p:cNvPicPr>
            <a:picLocks noChangeAspect="1"/>
          </p:cNvPicPr>
          <p:nvPr/>
        </p:nvPicPr>
        <p:blipFill>
          <a:blip r:embed="rId6"/>
          <a:srcRect t="28904" b="13765"/>
          <a:stretch>
            <a:fillRect/>
          </a:stretch>
        </p:blipFill>
        <p:spPr>
          <a:xfrm>
            <a:off x="881895" y="2916490"/>
            <a:ext cx="7085714" cy="644291"/>
          </a:xfrm>
          <a:prstGeom prst="rect">
            <a:avLst/>
          </a:prstGeom>
        </p:spPr>
      </p:pic>
      <p:pic>
        <p:nvPicPr>
          <p:cNvPr id="30" name="内容占位符 29">
            <a:extLst>
              <a:ext uri="{FF2B5EF4-FFF2-40B4-BE49-F238E27FC236}">
                <a16:creationId xmlns:a16="http://schemas.microsoft.com/office/drawing/2014/main" id="{BEDAB76E-70C6-50A8-9A3C-AF5B1916547C}"/>
              </a:ext>
            </a:extLst>
          </p:cNvPr>
          <p:cNvPicPr>
            <a:picLocks noGrp="1" noChangeAspect="1"/>
          </p:cNvPicPr>
          <p:nvPr>
            <p:ph sz="quarter" idx="19"/>
          </p:nvPr>
        </p:nvPicPr>
        <p:blipFill>
          <a:blip r:embed="rId7"/>
          <a:srcRect t="26125" b="11596"/>
          <a:stretch>
            <a:fillRect/>
          </a:stretch>
        </p:blipFill>
        <p:spPr>
          <a:xfrm>
            <a:off x="881895" y="3594953"/>
            <a:ext cx="7238095" cy="616860"/>
          </a:xfrm>
          <a:prstGeom prst="rect">
            <a:avLst/>
          </a:prstGeom>
        </p:spPr>
      </p:pic>
      <p:pic>
        <p:nvPicPr>
          <p:cNvPr id="28" name="内容占位符 24">
            <a:extLst>
              <a:ext uri="{FF2B5EF4-FFF2-40B4-BE49-F238E27FC236}">
                <a16:creationId xmlns:a16="http://schemas.microsoft.com/office/drawing/2014/main" id="{42FB8044-9155-2D91-F9B1-9781A4C53E01}"/>
              </a:ext>
            </a:extLst>
          </p:cNvPr>
          <p:cNvPicPr>
            <a:picLocks noChangeAspect="1"/>
          </p:cNvPicPr>
          <p:nvPr/>
        </p:nvPicPr>
        <p:blipFill>
          <a:blip r:embed="rId8"/>
          <a:stretch>
            <a:fillRect/>
          </a:stretch>
        </p:blipFill>
        <p:spPr>
          <a:xfrm>
            <a:off x="765585" y="4713047"/>
            <a:ext cx="6285714" cy="1161905"/>
          </a:xfrm>
          <a:prstGeom prst="rect">
            <a:avLst/>
          </a:prstGeom>
        </p:spPr>
      </p:pic>
      <p:pic>
        <p:nvPicPr>
          <p:cNvPr id="32" name="图片 31">
            <a:extLst>
              <a:ext uri="{FF2B5EF4-FFF2-40B4-BE49-F238E27FC236}">
                <a16:creationId xmlns:a16="http://schemas.microsoft.com/office/drawing/2014/main" id="{8CB10F4B-7A22-C458-D7B7-69370A1BCA4F}"/>
              </a:ext>
            </a:extLst>
          </p:cNvPr>
          <p:cNvPicPr>
            <a:picLocks noChangeAspect="1"/>
          </p:cNvPicPr>
          <p:nvPr/>
        </p:nvPicPr>
        <p:blipFill>
          <a:blip r:embed="rId9"/>
          <a:srcRect t="32087" b="14822"/>
          <a:stretch>
            <a:fillRect/>
          </a:stretch>
        </p:blipFill>
        <p:spPr>
          <a:xfrm>
            <a:off x="984092" y="4259699"/>
            <a:ext cx="6533333" cy="616861"/>
          </a:xfrm>
          <a:prstGeom prst="rect">
            <a:avLst/>
          </a:prstGeom>
        </p:spPr>
      </p:pic>
    </p:spTree>
    <p:extLst>
      <p:ext uri="{BB962C8B-B14F-4D97-AF65-F5344CB8AC3E}">
        <p14:creationId xmlns:p14="http://schemas.microsoft.com/office/powerpoint/2010/main" val="45234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ppt_x"/>
                                          </p:val>
                                        </p:tav>
                                        <p:tav tm="100000">
                                          <p:val>
                                            <p:strVal val="#ppt_x"/>
                                          </p:val>
                                        </p:tav>
                                      </p:tavLst>
                                    </p:anim>
                                    <p:anim calcmode="lin" valueType="num">
                                      <p:cBhvr additive="base">
                                        <p:cTn id="3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500" fill="hold"/>
                                        <p:tgtEl>
                                          <p:spTgt spid="28"/>
                                        </p:tgtEl>
                                        <p:attrNameLst>
                                          <p:attrName>ppt_x</p:attrName>
                                        </p:attrNameLst>
                                      </p:cBhvr>
                                      <p:tavLst>
                                        <p:tav tm="0">
                                          <p:val>
                                            <p:strVal val="#ppt_x"/>
                                          </p:val>
                                        </p:tav>
                                        <p:tav tm="100000">
                                          <p:val>
                                            <p:strVal val="#ppt_x"/>
                                          </p:val>
                                        </p:tav>
                                      </p:tavLst>
                                    </p:anim>
                                    <p:anim calcmode="lin" valueType="num">
                                      <p:cBhvr additive="base">
                                        <p:cTn id="4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F52A763-0914-83FD-B59C-BEA0600FD47F}"/>
              </a:ext>
            </a:extLst>
          </p:cNvPr>
          <p:cNvSpPr>
            <a:spLocks noGrp="1"/>
          </p:cNvSpPr>
          <p:nvPr>
            <p:ph type="body" sz="quarter" idx="18"/>
          </p:nvPr>
        </p:nvSpPr>
        <p:spPr/>
        <p:txBody>
          <a:bodyPr/>
          <a:lstStyle/>
          <a:p>
            <a:r>
              <a:rPr lang="zh-CN" altLang="en-US"/>
              <a:t>反向代理的工作流程</a:t>
            </a:r>
          </a:p>
        </p:txBody>
      </p:sp>
      <p:pic>
        <p:nvPicPr>
          <p:cNvPr id="7" name="内容占位符 6">
            <a:extLst>
              <a:ext uri="{FF2B5EF4-FFF2-40B4-BE49-F238E27FC236}">
                <a16:creationId xmlns:a16="http://schemas.microsoft.com/office/drawing/2014/main" id="{29C7CF89-1BCD-E47C-3BA1-20028D54EDF1}"/>
              </a:ext>
            </a:extLst>
          </p:cNvPr>
          <p:cNvPicPr>
            <a:picLocks noGrp="1" noChangeAspect="1"/>
          </p:cNvPicPr>
          <p:nvPr>
            <p:ph sz="quarter" idx="19"/>
          </p:nvPr>
        </p:nvPicPr>
        <p:blipFill>
          <a:blip r:embed="rId2"/>
          <a:stretch>
            <a:fillRect/>
          </a:stretch>
        </p:blipFill>
        <p:spPr>
          <a:xfrm>
            <a:off x="1165935" y="1292542"/>
            <a:ext cx="9161905" cy="2304762"/>
          </a:xfrm>
          <a:prstGeom prst="rect">
            <a:avLst/>
          </a:prstGeom>
        </p:spPr>
      </p:pic>
    </p:spTree>
    <p:extLst>
      <p:ext uri="{BB962C8B-B14F-4D97-AF65-F5344CB8AC3E}">
        <p14:creationId xmlns:p14="http://schemas.microsoft.com/office/powerpoint/2010/main" val="2808372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680C026-CBF1-3A1C-976A-B6C731F30F17}"/>
              </a:ext>
            </a:extLst>
          </p:cNvPr>
          <p:cNvSpPr>
            <a:spLocks noGrp="1"/>
          </p:cNvSpPr>
          <p:nvPr>
            <p:ph type="body" sz="quarter" idx="18"/>
          </p:nvPr>
        </p:nvSpPr>
        <p:spPr/>
        <p:txBody>
          <a:bodyPr/>
          <a:lstStyle/>
          <a:p>
            <a:r>
              <a:rPr lang="zh-CN" altLang="en-US"/>
              <a:t>反向代理的核心功能</a:t>
            </a:r>
          </a:p>
        </p:txBody>
      </p:sp>
      <p:graphicFrame>
        <p:nvGraphicFramePr>
          <p:cNvPr id="4" name="内容占位符 3">
            <a:extLst>
              <a:ext uri="{FF2B5EF4-FFF2-40B4-BE49-F238E27FC236}">
                <a16:creationId xmlns:a16="http://schemas.microsoft.com/office/drawing/2014/main" id="{BA581DDF-B348-39B5-40A4-37C4D9D5C0F8}"/>
              </a:ext>
            </a:extLst>
          </p:cNvPr>
          <p:cNvGraphicFramePr>
            <a:graphicFrameLocks noGrp="1"/>
          </p:cNvGraphicFramePr>
          <p:nvPr>
            <p:ph sz="quarter" idx="19"/>
            <p:extLst>
              <p:ext uri="{D42A27DB-BD31-4B8C-83A1-F6EECF244321}">
                <p14:modId xmlns:p14="http://schemas.microsoft.com/office/powerpoint/2010/main" val="2210727623"/>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1429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AE54B3C-5CA8-102B-2D03-1DEFE83D3F1F}"/>
              </a:ext>
            </a:extLst>
          </p:cNvPr>
          <p:cNvSpPr>
            <a:spLocks noGrp="1"/>
          </p:cNvSpPr>
          <p:nvPr>
            <p:ph type="body" sz="quarter" idx="18"/>
          </p:nvPr>
        </p:nvSpPr>
        <p:spPr/>
        <p:txBody>
          <a:bodyPr/>
          <a:lstStyle/>
          <a:p>
            <a:r>
              <a:rPr lang="zh-CN" altLang="en-US"/>
              <a:t>统一入口和路径路由的实现</a:t>
            </a:r>
          </a:p>
        </p:txBody>
      </p:sp>
      <p:sp>
        <p:nvSpPr>
          <p:cNvPr id="3" name="内容占位符 2">
            <a:extLst>
              <a:ext uri="{FF2B5EF4-FFF2-40B4-BE49-F238E27FC236}">
                <a16:creationId xmlns:a16="http://schemas.microsoft.com/office/drawing/2014/main" id="{72CA25F4-FB8E-FE19-2158-AC9698B2D633}"/>
              </a:ext>
            </a:extLst>
          </p:cNvPr>
          <p:cNvSpPr>
            <a:spLocks noGrp="1"/>
          </p:cNvSpPr>
          <p:nvPr>
            <p:ph sz="quarter" idx="19"/>
          </p:nvPr>
        </p:nvSpPr>
        <p:spPr/>
        <p:txBody>
          <a:bodyPr/>
          <a:lstStyle/>
          <a:p>
            <a:r>
              <a:rPr lang="zh-CN" altLang="en-US"/>
              <a:t>项目诉求</a:t>
            </a:r>
          </a:p>
        </p:txBody>
      </p:sp>
      <p:pic>
        <p:nvPicPr>
          <p:cNvPr id="5" name="图片 4">
            <a:extLst>
              <a:ext uri="{FF2B5EF4-FFF2-40B4-BE49-F238E27FC236}">
                <a16:creationId xmlns:a16="http://schemas.microsoft.com/office/drawing/2014/main" id="{1B76DD65-DD46-0106-F6DA-DDFAA593C0AD}"/>
              </a:ext>
            </a:extLst>
          </p:cNvPr>
          <p:cNvPicPr>
            <a:picLocks noChangeAspect="1"/>
          </p:cNvPicPr>
          <p:nvPr/>
        </p:nvPicPr>
        <p:blipFill>
          <a:blip r:embed="rId2"/>
          <a:stretch>
            <a:fillRect/>
          </a:stretch>
        </p:blipFill>
        <p:spPr>
          <a:xfrm>
            <a:off x="1272831" y="1941890"/>
            <a:ext cx="9219048" cy="2000000"/>
          </a:xfrm>
          <a:prstGeom prst="rect">
            <a:avLst/>
          </a:prstGeom>
        </p:spPr>
      </p:pic>
    </p:spTree>
    <p:extLst>
      <p:ext uri="{BB962C8B-B14F-4D97-AF65-F5344CB8AC3E}">
        <p14:creationId xmlns:p14="http://schemas.microsoft.com/office/powerpoint/2010/main" val="2778110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70EAE19-0E53-6241-E44D-8AB0A26709CF}"/>
              </a:ext>
            </a:extLst>
          </p:cNvPr>
          <p:cNvSpPr>
            <a:spLocks noGrp="1"/>
          </p:cNvSpPr>
          <p:nvPr>
            <p:ph type="body" sz="quarter" idx="18"/>
          </p:nvPr>
        </p:nvSpPr>
        <p:spPr/>
        <p:txBody>
          <a:bodyPr/>
          <a:lstStyle/>
          <a:p>
            <a:r>
              <a:rPr lang="zh-CN" altLang="en-US"/>
              <a:t>反向代理的部署实现的步骤</a:t>
            </a:r>
          </a:p>
        </p:txBody>
      </p:sp>
      <p:graphicFrame>
        <p:nvGraphicFramePr>
          <p:cNvPr id="4" name="内容占位符 3">
            <a:extLst>
              <a:ext uri="{FF2B5EF4-FFF2-40B4-BE49-F238E27FC236}">
                <a16:creationId xmlns:a16="http://schemas.microsoft.com/office/drawing/2014/main" id="{EA14988E-575A-A364-7375-EE270D0901ED}"/>
              </a:ext>
            </a:extLst>
          </p:cNvPr>
          <p:cNvGraphicFramePr>
            <a:graphicFrameLocks noGrp="1"/>
          </p:cNvGraphicFramePr>
          <p:nvPr>
            <p:ph sz="quarter" idx="19"/>
            <p:extLst>
              <p:ext uri="{D42A27DB-BD31-4B8C-83A1-F6EECF244321}">
                <p14:modId xmlns:p14="http://schemas.microsoft.com/office/powerpoint/2010/main" val="3711012370"/>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196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0D5C-B6BC-B649-5937-D4DC49B58118}"/>
              </a:ext>
            </a:extLst>
          </p:cNvPr>
          <p:cNvSpPr>
            <a:spLocks noGrp="1"/>
          </p:cNvSpPr>
          <p:nvPr>
            <p:ph type="body" sz="quarter" idx="18"/>
          </p:nvPr>
        </p:nvSpPr>
        <p:spPr/>
        <p:txBody>
          <a:bodyPr/>
          <a:lstStyle/>
          <a:p>
            <a:r>
              <a:rPr lang="zh-CN" altLang="en-US"/>
              <a:t>步骤一：启用必要的模块</a:t>
            </a:r>
            <a:r>
              <a:rPr lang="en-US" altLang="zh-CN"/>
              <a:t>——Windows </a:t>
            </a:r>
            <a:r>
              <a:rPr lang="zh-CN" altLang="en-US"/>
              <a:t>系统</a:t>
            </a:r>
          </a:p>
        </p:txBody>
      </p:sp>
      <p:pic>
        <p:nvPicPr>
          <p:cNvPr id="5" name="内容占位符 4">
            <a:extLst>
              <a:ext uri="{FF2B5EF4-FFF2-40B4-BE49-F238E27FC236}">
                <a16:creationId xmlns:a16="http://schemas.microsoft.com/office/drawing/2014/main" id="{007EC248-0F0D-8AD0-EA66-29884782F559}"/>
              </a:ext>
            </a:extLst>
          </p:cNvPr>
          <p:cNvPicPr>
            <a:picLocks noGrp="1" noChangeAspect="1"/>
          </p:cNvPicPr>
          <p:nvPr>
            <p:ph sz="quarter" idx="19"/>
          </p:nvPr>
        </p:nvPicPr>
        <p:blipFill>
          <a:blip r:embed="rId2"/>
          <a:stretch>
            <a:fillRect/>
          </a:stretch>
        </p:blipFill>
        <p:spPr>
          <a:xfrm>
            <a:off x="2086781" y="836613"/>
            <a:ext cx="8075588" cy="5761037"/>
          </a:xfrm>
          <a:prstGeom prst="rect">
            <a:avLst/>
          </a:prstGeom>
        </p:spPr>
      </p:pic>
    </p:spTree>
    <p:extLst>
      <p:ext uri="{BB962C8B-B14F-4D97-AF65-F5344CB8AC3E}">
        <p14:creationId xmlns:p14="http://schemas.microsoft.com/office/powerpoint/2010/main" val="3288317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07B6A44-7F86-8DB1-E5DE-3B889E37A0B8}"/>
              </a:ext>
            </a:extLst>
          </p:cNvPr>
          <p:cNvSpPr>
            <a:spLocks noGrp="1"/>
          </p:cNvSpPr>
          <p:nvPr>
            <p:ph type="body" sz="quarter" idx="18"/>
          </p:nvPr>
        </p:nvSpPr>
        <p:spPr/>
        <p:txBody>
          <a:bodyPr/>
          <a:lstStyle/>
          <a:p>
            <a:r>
              <a:rPr lang="zh-CN" altLang="en-US"/>
              <a:t>练习</a:t>
            </a:r>
            <a:r>
              <a:rPr lang="en-US" altLang="zh-CN"/>
              <a:t>1</a:t>
            </a:r>
            <a:endParaRPr lang="zh-CN" altLang="en-US"/>
          </a:p>
        </p:txBody>
      </p:sp>
      <p:sp>
        <p:nvSpPr>
          <p:cNvPr id="3" name="内容占位符 2">
            <a:extLst>
              <a:ext uri="{FF2B5EF4-FFF2-40B4-BE49-F238E27FC236}">
                <a16:creationId xmlns:a16="http://schemas.microsoft.com/office/drawing/2014/main" id="{710D1766-5E3D-7214-9F8D-3F2857B6F798}"/>
              </a:ext>
            </a:extLst>
          </p:cNvPr>
          <p:cNvSpPr>
            <a:spLocks noGrp="1"/>
          </p:cNvSpPr>
          <p:nvPr>
            <p:ph sz="quarter" idx="19"/>
          </p:nvPr>
        </p:nvSpPr>
        <p:spPr/>
        <p:txBody>
          <a:bodyPr/>
          <a:lstStyle/>
          <a:p>
            <a:r>
              <a:rPr lang="zh-CN" altLang="en-US"/>
              <a:t>请打开</a:t>
            </a:r>
            <a:r>
              <a:rPr lang="en-US" altLang="zh-CN"/>
              <a:t>httpd.conf</a:t>
            </a:r>
            <a:r>
              <a:rPr lang="zh-CN" altLang="en-US"/>
              <a:t>文件，把反向代理所需的模块打开，重启</a:t>
            </a:r>
            <a:r>
              <a:rPr lang="en-US" altLang="zh-CN"/>
              <a:t>Apache</a:t>
            </a:r>
            <a:r>
              <a:rPr lang="zh-CN" altLang="en-US"/>
              <a:t>服务。</a:t>
            </a:r>
          </a:p>
        </p:txBody>
      </p:sp>
      <p:pic>
        <p:nvPicPr>
          <p:cNvPr id="4" name="内容占位符 4">
            <a:extLst>
              <a:ext uri="{FF2B5EF4-FFF2-40B4-BE49-F238E27FC236}">
                <a16:creationId xmlns:a16="http://schemas.microsoft.com/office/drawing/2014/main" id="{D8B4CBEB-BB24-6731-9FAD-6438ADDDEA1F}"/>
              </a:ext>
            </a:extLst>
          </p:cNvPr>
          <p:cNvPicPr>
            <a:picLocks noChangeAspect="1"/>
          </p:cNvPicPr>
          <p:nvPr/>
        </p:nvPicPr>
        <p:blipFill>
          <a:blip r:embed="rId2"/>
          <a:stretch>
            <a:fillRect/>
          </a:stretch>
        </p:blipFill>
        <p:spPr>
          <a:xfrm>
            <a:off x="2924269" y="1460456"/>
            <a:ext cx="6766662" cy="4827263"/>
          </a:xfrm>
          <a:prstGeom prst="rect">
            <a:avLst/>
          </a:prstGeom>
        </p:spPr>
      </p:pic>
    </p:spTree>
    <p:extLst>
      <p:ext uri="{BB962C8B-B14F-4D97-AF65-F5344CB8AC3E}">
        <p14:creationId xmlns:p14="http://schemas.microsoft.com/office/powerpoint/2010/main" val="2538004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304AD9D-66AF-E98E-05B2-0BF3DCA48A1D}"/>
              </a:ext>
            </a:extLst>
          </p:cNvPr>
          <p:cNvSpPr>
            <a:spLocks noGrp="1"/>
          </p:cNvSpPr>
          <p:nvPr>
            <p:ph type="body" sz="quarter" idx="18"/>
          </p:nvPr>
        </p:nvSpPr>
        <p:spPr/>
        <p:txBody>
          <a:bodyPr/>
          <a:lstStyle/>
          <a:p>
            <a:r>
              <a:rPr lang="zh-CN" altLang="en-US"/>
              <a:t>步骤二：编辑 </a:t>
            </a:r>
            <a:r>
              <a:rPr lang="en-US" altLang="zh-CN"/>
              <a:t>Apache </a:t>
            </a:r>
            <a:r>
              <a:rPr lang="zh-CN" altLang="en-US"/>
              <a:t>的虚拟主机配置文件</a:t>
            </a:r>
          </a:p>
        </p:txBody>
      </p:sp>
      <p:sp>
        <p:nvSpPr>
          <p:cNvPr id="3" name="内容占位符 2">
            <a:extLst>
              <a:ext uri="{FF2B5EF4-FFF2-40B4-BE49-F238E27FC236}">
                <a16:creationId xmlns:a16="http://schemas.microsoft.com/office/drawing/2014/main" id="{D8E39CEC-D560-A182-0756-24C408748E95}"/>
              </a:ext>
            </a:extLst>
          </p:cNvPr>
          <p:cNvSpPr>
            <a:spLocks noGrp="1"/>
          </p:cNvSpPr>
          <p:nvPr>
            <p:ph sz="quarter" idx="19"/>
          </p:nvPr>
        </p:nvSpPr>
        <p:spPr>
          <a:xfrm>
            <a:off x="536575" y="3246941"/>
            <a:ext cx="11176000" cy="3350709"/>
          </a:xfrm>
        </p:spPr>
        <p:txBody>
          <a:bodyPr/>
          <a:lstStyle/>
          <a:p>
            <a:pPr marL="0" indent="0">
              <a:buNone/>
            </a:pPr>
            <a:r>
              <a:rPr lang="zh-CN" altLang="en-US"/>
              <a:t>高校教务管理系统的项目诉求：</a:t>
            </a:r>
            <a:endParaRPr lang="en-US" altLang="zh-CN"/>
          </a:p>
          <a:p>
            <a:pPr marL="514350" indent="-514350">
              <a:buFont typeface="+mj-lt"/>
              <a:buAutoNum type="arabicPeriod"/>
            </a:pPr>
            <a:r>
              <a:rPr lang="zh-CN" altLang="en-US" b="1">
                <a:highlight>
                  <a:srgbClr val="FFFF00"/>
                </a:highlight>
              </a:rPr>
              <a:t>前端站点：</a:t>
            </a:r>
            <a:r>
              <a:rPr lang="zh-CN" altLang="en-US"/>
              <a:t>前端静态文件直接服务（不转发） </a:t>
            </a:r>
            <a:r>
              <a:rPr lang="en-US" altLang="zh-CN"/>
              <a:t>——</a:t>
            </a:r>
            <a:r>
              <a:rPr lang="zh-CN" altLang="en-US"/>
              <a:t>下学期</a:t>
            </a:r>
            <a:r>
              <a:rPr lang="en-US" altLang="zh-CN"/>
              <a:t>vue</a:t>
            </a:r>
            <a:r>
              <a:rPr lang="zh-CN" altLang="en-US"/>
              <a:t>前端完善</a:t>
            </a:r>
            <a:endParaRPr lang="en-US" altLang="zh-CN"/>
          </a:p>
          <a:p>
            <a:pPr marL="514350" indent="-514350">
              <a:buFont typeface="+mj-lt"/>
              <a:buAutoNum type="arabicPeriod"/>
            </a:pPr>
            <a:r>
              <a:rPr lang="zh-CN" altLang="en-US" b="1">
                <a:highlight>
                  <a:srgbClr val="FFFF00"/>
                </a:highlight>
              </a:rPr>
              <a:t>后端 </a:t>
            </a:r>
            <a:r>
              <a:rPr lang="en-US" altLang="zh-CN" b="1">
                <a:highlight>
                  <a:srgbClr val="FFFF00"/>
                </a:highlight>
              </a:rPr>
              <a:t>V1 </a:t>
            </a:r>
            <a:r>
              <a:rPr lang="zh-CN" altLang="en-US" b="1">
                <a:highlight>
                  <a:srgbClr val="FFFF00"/>
                </a:highlight>
              </a:rPr>
              <a:t>站点：</a:t>
            </a:r>
            <a:r>
              <a:rPr lang="en-US" altLang="zh-CN" b="1">
                <a:highlight>
                  <a:srgbClr val="FFFF00"/>
                </a:highlight>
              </a:rPr>
              <a:t> </a:t>
            </a:r>
            <a:r>
              <a:rPr lang="en-US" altLang="zh-CN"/>
              <a:t>/[</a:t>
            </a:r>
            <a:r>
              <a:rPr lang="zh-CN" altLang="en-US"/>
              <a:t>姓名拼音</a:t>
            </a:r>
            <a:r>
              <a:rPr lang="en-US" altLang="zh-CN"/>
              <a:t>] v1/ </a:t>
            </a:r>
            <a:r>
              <a:rPr lang="zh-CN" altLang="en-US"/>
              <a:t>路径代理到 </a:t>
            </a:r>
            <a:r>
              <a:rPr lang="en-US" altLang="zh-CN"/>
              <a:t>PHP </a:t>
            </a:r>
            <a:r>
              <a:rPr lang="zh-CN" altLang="en-US"/>
              <a:t>服务</a:t>
            </a:r>
            <a:r>
              <a:rPr lang="en-US" altLang="zh-CN"/>
              <a:t>——</a:t>
            </a:r>
            <a:r>
              <a:rPr lang="zh-CN" altLang="en-US"/>
              <a:t>本学期</a:t>
            </a:r>
            <a:endParaRPr lang="en-US" altLang="zh-CN"/>
          </a:p>
          <a:p>
            <a:pPr marL="514350" indent="-514350">
              <a:buFont typeface="+mj-lt"/>
              <a:buAutoNum type="arabicPeriod"/>
            </a:pPr>
            <a:r>
              <a:rPr lang="zh-CN" altLang="en-US" b="1">
                <a:highlight>
                  <a:srgbClr val="FFFF00"/>
                </a:highlight>
              </a:rPr>
              <a:t>后端 </a:t>
            </a:r>
            <a:r>
              <a:rPr lang="en-US" altLang="zh-CN" b="1">
                <a:highlight>
                  <a:srgbClr val="FFFF00"/>
                </a:highlight>
              </a:rPr>
              <a:t>V2 </a:t>
            </a:r>
            <a:r>
              <a:rPr lang="zh-CN" altLang="en-US" b="1">
                <a:highlight>
                  <a:srgbClr val="FFFF00"/>
                </a:highlight>
              </a:rPr>
              <a:t>站点：</a:t>
            </a:r>
            <a:r>
              <a:rPr lang="en-US" altLang="zh-CN"/>
              <a:t>/[</a:t>
            </a:r>
            <a:r>
              <a:rPr lang="zh-CN" altLang="en-US"/>
              <a:t>姓名拼音</a:t>
            </a:r>
            <a:r>
              <a:rPr lang="en-US" altLang="zh-CN"/>
              <a:t>]v2/ </a:t>
            </a:r>
            <a:r>
              <a:rPr lang="zh-CN" altLang="en-US"/>
              <a:t>路径代理到</a:t>
            </a:r>
            <a:r>
              <a:rPr lang="en-US" altLang="zh-CN"/>
              <a:t>Thinkphp</a:t>
            </a:r>
            <a:r>
              <a:rPr lang="zh-CN" altLang="en-US"/>
              <a:t>服务</a:t>
            </a:r>
            <a:r>
              <a:rPr lang="en-US" altLang="zh-CN"/>
              <a:t>——</a:t>
            </a:r>
            <a:r>
              <a:rPr lang="zh-CN" altLang="en-US"/>
              <a:t>下学期框架开发</a:t>
            </a:r>
          </a:p>
        </p:txBody>
      </p:sp>
      <p:pic>
        <p:nvPicPr>
          <p:cNvPr id="4" name="图片 3">
            <a:extLst>
              <a:ext uri="{FF2B5EF4-FFF2-40B4-BE49-F238E27FC236}">
                <a16:creationId xmlns:a16="http://schemas.microsoft.com/office/drawing/2014/main" id="{E619D256-1B72-4A86-8B52-D69103166DAB}"/>
              </a:ext>
            </a:extLst>
          </p:cNvPr>
          <p:cNvPicPr>
            <a:picLocks noChangeAspect="1"/>
          </p:cNvPicPr>
          <p:nvPr/>
        </p:nvPicPr>
        <p:blipFill>
          <a:blip r:embed="rId2"/>
          <a:stretch>
            <a:fillRect/>
          </a:stretch>
        </p:blipFill>
        <p:spPr>
          <a:xfrm>
            <a:off x="956637" y="950578"/>
            <a:ext cx="9219048" cy="2000000"/>
          </a:xfrm>
          <a:prstGeom prst="rect">
            <a:avLst/>
          </a:prstGeom>
        </p:spPr>
      </p:pic>
    </p:spTree>
    <p:extLst>
      <p:ext uri="{BB962C8B-B14F-4D97-AF65-F5344CB8AC3E}">
        <p14:creationId xmlns:p14="http://schemas.microsoft.com/office/powerpoint/2010/main" val="3508991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内容占位符 11">
            <a:extLst>
              <a:ext uri="{FF2B5EF4-FFF2-40B4-BE49-F238E27FC236}">
                <a16:creationId xmlns:a16="http://schemas.microsoft.com/office/drawing/2014/main" id="{31D40F70-DD37-B337-3482-72980DB84034}"/>
              </a:ext>
            </a:extLst>
          </p:cNvPr>
          <p:cNvPicPr>
            <a:picLocks noGrp="1" noChangeAspect="1"/>
          </p:cNvPicPr>
          <p:nvPr>
            <p:ph sz="quarter" idx="19"/>
          </p:nvPr>
        </p:nvPicPr>
        <p:blipFill>
          <a:blip r:embed="rId2"/>
          <a:stretch>
            <a:fillRect/>
          </a:stretch>
        </p:blipFill>
        <p:spPr>
          <a:xfrm>
            <a:off x="3114345" y="768246"/>
            <a:ext cx="5490621" cy="5761037"/>
          </a:xfrm>
          <a:prstGeom prst="rect">
            <a:avLst/>
          </a:prstGeom>
          <a:ln>
            <a:solidFill>
              <a:schemeClr val="accent1"/>
            </a:solidFill>
          </a:ln>
        </p:spPr>
      </p:pic>
      <p:sp>
        <p:nvSpPr>
          <p:cNvPr id="2" name="文本占位符 1">
            <a:extLst>
              <a:ext uri="{FF2B5EF4-FFF2-40B4-BE49-F238E27FC236}">
                <a16:creationId xmlns:a16="http://schemas.microsoft.com/office/drawing/2014/main" id="{A027D4A7-FCB2-D9BF-245F-9FF74F9FB50C}"/>
              </a:ext>
            </a:extLst>
          </p:cNvPr>
          <p:cNvSpPr>
            <a:spLocks noGrp="1"/>
          </p:cNvSpPr>
          <p:nvPr>
            <p:ph type="body" sz="quarter" idx="18"/>
          </p:nvPr>
        </p:nvSpPr>
        <p:spPr/>
        <p:txBody>
          <a:bodyPr/>
          <a:lstStyle/>
          <a:p>
            <a:r>
              <a:rPr lang="zh-CN" altLang="en-US"/>
              <a:t>实施注意事项</a:t>
            </a:r>
            <a:r>
              <a:rPr lang="en-US" altLang="zh-CN"/>
              <a:t>——</a:t>
            </a:r>
            <a:r>
              <a:rPr lang="zh-CN" altLang="en-US"/>
              <a:t>统一入口和路由转发的编码顺序</a:t>
            </a:r>
          </a:p>
        </p:txBody>
      </p:sp>
      <p:sp>
        <p:nvSpPr>
          <p:cNvPr id="6" name="标注: 线形 5">
            <a:extLst>
              <a:ext uri="{FF2B5EF4-FFF2-40B4-BE49-F238E27FC236}">
                <a16:creationId xmlns:a16="http://schemas.microsoft.com/office/drawing/2014/main" id="{8EA73A6C-DAF5-DB6D-6EEF-446AA98D8A93}"/>
              </a:ext>
            </a:extLst>
          </p:cNvPr>
          <p:cNvSpPr/>
          <p:nvPr/>
        </p:nvSpPr>
        <p:spPr>
          <a:xfrm>
            <a:off x="3179036" y="940037"/>
            <a:ext cx="4529271" cy="2580829"/>
          </a:xfrm>
          <a:prstGeom prst="borderCallout1">
            <a:avLst>
              <a:gd name="adj1" fmla="val 18750"/>
              <a:gd name="adj2" fmla="val -8333"/>
              <a:gd name="adj3" fmla="val 36341"/>
              <a:gd name="adj4" fmla="val -24302"/>
            </a:avLst>
          </a:prstGeom>
          <a:solidFill>
            <a:srgbClr val="0BB86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ABC2D103-88D8-81F9-2C70-4A0A835AE5AC}"/>
              </a:ext>
            </a:extLst>
          </p:cNvPr>
          <p:cNvSpPr txBox="1"/>
          <p:nvPr/>
        </p:nvSpPr>
        <p:spPr>
          <a:xfrm>
            <a:off x="502065" y="1982302"/>
            <a:ext cx="2172769" cy="369332"/>
          </a:xfrm>
          <a:prstGeom prst="rect">
            <a:avLst/>
          </a:prstGeom>
          <a:noFill/>
        </p:spPr>
        <p:txBody>
          <a:bodyPr wrap="square">
            <a:spAutoFit/>
          </a:bodyPr>
          <a:lstStyle/>
          <a:p>
            <a:r>
              <a:rPr lang="zh-CN" altLang="en-US"/>
              <a:t>路由转发</a:t>
            </a:r>
          </a:p>
        </p:txBody>
      </p:sp>
      <p:sp>
        <p:nvSpPr>
          <p:cNvPr id="13" name="标注: 线形 12">
            <a:extLst>
              <a:ext uri="{FF2B5EF4-FFF2-40B4-BE49-F238E27FC236}">
                <a16:creationId xmlns:a16="http://schemas.microsoft.com/office/drawing/2014/main" id="{3E22C114-EF70-75E0-BB83-36CA2F192245}"/>
              </a:ext>
            </a:extLst>
          </p:cNvPr>
          <p:cNvSpPr/>
          <p:nvPr/>
        </p:nvSpPr>
        <p:spPr>
          <a:xfrm>
            <a:off x="3179036" y="3734660"/>
            <a:ext cx="5425930" cy="2794623"/>
          </a:xfrm>
          <a:prstGeom prst="borderCallout1">
            <a:avLst>
              <a:gd name="adj1" fmla="val 18750"/>
              <a:gd name="adj2" fmla="val -8333"/>
              <a:gd name="adj3" fmla="val 36341"/>
              <a:gd name="adj4" fmla="val -24302"/>
            </a:avLst>
          </a:prstGeom>
          <a:solidFill>
            <a:srgbClr val="7030A0">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E4D4394-9FCF-DC7C-CCFB-2BB6634A42FF}"/>
              </a:ext>
            </a:extLst>
          </p:cNvPr>
          <p:cNvSpPr txBox="1"/>
          <p:nvPr/>
        </p:nvSpPr>
        <p:spPr>
          <a:xfrm>
            <a:off x="577553" y="4655711"/>
            <a:ext cx="2172769" cy="369332"/>
          </a:xfrm>
          <a:prstGeom prst="rect">
            <a:avLst/>
          </a:prstGeom>
          <a:noFill/>
        </p:spPr>
        <p:txBody>
          <a:bodyPr wrap="square">
            <a:spAutoFit/>
          </a:bodyPr>
          <a:lstStyle/>
          <a:p>
            <a:r>
              <a:rPr lang="zh-CN" altLang="en-US"/>
              <a:t>默认站点</a:t>
            </a:r>
          </a:p>
        </p:txBody>
      </p:sp>
    </p:spTree>
    <p:extLst>
      <p:ext uri="{BB962C8B-B14F-4D97-AF65-F5344CB8AC3E}">
        <p14:creationId xmlns:p14="http://schemas.microsoft.com/office/powerpoint/2010/main" val="214392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500"/>
                            </p:stCondLst>
                            <p:childTnLst>
                              <p:par>
                                <p:cTn id="16" presetID="42"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par>
                          <p:cTn id="26" fill="hold">
                            <p:stCondLst>
                              <p:cond delay="500"/>
                            </p:stCondLst>
                            <p:childTnLst>
                              <p:par>
                                <p:cTn id="27" presetID="42"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0"/>
                                        <p:tgtEl>
                                          <p:spTgt spid="14"/>
                                        </p:tgtEl>
                                      </p:cBhvr>
                                    </p:animEffect>
                                    <p:anim calcmode="lin" valueType="num">
                                      <p:cBhvr>
                                        <p:cTn id="30" dur="1000" fill="hold"/>
                                        <p:tgtEl>
                                          <p:spTgt spid="14"/>
                                        </p:tgtEl>
                                        <p:attrNameLst>
                                          <p:attrName>ppt_x</p:attrName>
                                        </p:attrNameLst>
                                      </p:cBhvr>
                                      <p:tavLst>
                                        <p:tav tm="0">
                                          <p:val>
                                            <p:strVal val="#ppt_x"/>
                                          </p:val>
                                        </p:tav>
                                        <p:tav tm="100000">
                                          <p:val>
                                            <p:strVal val="#ppt_x"/>
                                          </p:val>
                                        </p:tav>
                                      </p:tavLst>
                                    </p:anim>
                                    <p:anim calcmode="lin" valueType="num">
                                      <p:cBhvr>
                                        <p:cTn id="3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13" grpId="0" animBg="1"/>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EA9FD0E-C839-9EFB-4380-9A219A03CAF1}"/>
              </a:ext>
            </a:extLst>
          </p:cNvPr>
          <p:cNvSpPr>
            <a:spLocks noGrp="1"/>
          </p:cNvSpPr>
          <p:nvPr>
            <p:ph type="body" sz="quarter" idx="18"/>
          </p:nvPr>
        </p:nvSpPr>
        <p:spPr/>
        <p:txBody>
          <a:bodyPr/>
          <a:lstStyle/>
          <a:p>
            <a:r>
              <a:rPr lang="zh-CN" altLang="en-US"/>
              <a:t>配置指令</a:t>
            </a:r>
          </a:p>
        </p:txBody>
      </p:sp>
      <p:pic>
        <p:nvPicPr>
          <p:cNvPr id="5" name="内容占位符 4">
            <a:extLst>
              <a:ext uri="{FF2B5EF4-FFF2-40B4-BE49-F238E27FC236}">
                <a16:creationId xmlns:a16="http://schemas.microsoft.com/office/drawing/2014/main" id="{89277BC6-ECD3-A284-7776-463954CE5393}"/>
              </a:ext>
            </a:extLst>
          </p:cNvPr>
          <p:cNvPicPr>
            <a:picLocks noGrp="1" noChangeAspect="1"/>
          </p:cNvPicPr>
          <p:nvPr>
            <p:ph sz="quarter" idx="19"/>
          </p:nvPr>
        </p:nvPicPr>
        <p:blipFill>
          <a:blip r:embed="rId2"/>
          <a:stretch>
            <a:fillRect/>
          </a:stretch>
        </p:blipFill>
        <p:spPr>
          <a:xfrm>
            <a:off x="1083668" y="836613"/>
            <a:ext cx="10081814" cy="5761037"/>
          </a:xfrm>
          <a:prstGeom prst="rect">
            <a:avLst/>
          </a:prstGeom>
        </p:spPr>
      </p:pic>
    </p:spTree>
    <p:extLst>
      <p:ext uri="{BB962C8B-B14F-4D97-AF65-F5344CB8AC3E}">
        <p14:creationId xmlns:p14="http://schemas.microsoft.com/office/powerpoint/2010/main" val="956801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171D4D5-593C-0499-7E00-486E6B8D46A3}"/>
              </a:ext>
            </a:extLst>
          </p:cNvPr>
          <p:cNvSpPr>
            <a:spLocks noGrp="1"/>
          </p:cNvSpPr>
          <p:nvPr>
            <p:ph type="body" sz="quarter" idx="18"/>
          </p:nvPr>
        </p:nvSpPr>
        <p:spPr/>
        <p:txBody>
          <a:bodyPr/>
          <a:lstStyle/>
          <a:p>
            <a:r>
              <a:rPr lang="zh-CN" altLang="en-US"/>
              <a:t>路径转发配置及对应虚拟目录的配置示范</a:t>
            </a:r>
          </a:p>
        </p:txBody>
      </p:sp>
      <p:pic>
        <p:nvPicPr>
          <p:cNvPr id="12" name="内容占位符 6">
            <a:extLst>
              <a:ext uri="{FF2B5EF4-FFF2-40B4-BE49-F238E27FC236}">
                <a16:creationId xmlns:a16="http://schemas.microsoft.com/office/drawing/2014/main" id="{E6C518A9-1F85-7746-3667-646650D41087}"/>
              </a:ext>
            </a:extLst>
          </p:cNvPr>
          <p:cNvPicPr>
            <a:picLocks noChangeAspect="1"/>
          </p:cNvPicPr>
          <p:nvPr/>
        </p:nvPicPr>
        <p:blipFill>
          <a:blip r:embed="rId2"/>
          <a:stretch>
            <a:fillRect/>
          </a:stretch>
        </p:blipFill>
        <p:spPr>
          <a:xfrm>
            <a:off x="1417324" y="2457263"/>
            <a:ext cx="8985706" cy="4157181"/>
          </a:xfrm>
          <a:prstGeom prst="rect">
            <a:avLst/>
          </a:prstGeom>
          <a:ln>
            <a:solidFill>
              <a:schemeClr val="accent1"/>
            </a:solidFill>
          </a:ln>
        </p:spPr>
      </p:pic>
      <p:pic>
        <p:nvPicPr>
          <p:cNvPr id="13" name="内容占位符 12">
            <a:extLst>
              <a:ext uri="{FF2B5EF4-FFF2-40B4-BE49-F238E27FC236}">
                <a16:creationId xmlns:a16="http://schemas.microsoft.com/office/drawing/2014/main" id="{C7AA3DF7-B999-3196-94A2-8690A1184B0D}"/>
              </a:ext>
            </a:extLst>
          </p:cNvPr>
          <p:cNvPicPr>
            <a:picLocks noGrp="1" noChangeAspect="1"/>
          </p:cNvPicPr>
          <p:nvPr>
            <p:ph sz="quarter" idx="19"/>
          </p:nvPr>
        </p:nvPicPr>
        <p:blipFill>
          <a:blip r:embed="rId3"/>
          <a:stretch>
            <a:fillRect/>
          </a:stretch>
        </p:blipFill>
        <p:spPr>
          <a:xfrm>
            <a:off x="1417324" y="908659"/>
            <a:ext cx="8963491" cy="1364521"/>
          </a:xfrm>
          <a:prstGeom prst="rect">
            <a:avLst/>
          </a:prstGeom>
          <a:ln>
            <a:solidFill>
              <a:schemeClr val="accent1"/>
            </a:solidFill>
          </a:ln>
        </p:spPr>
      </p:pic>
    </p:spTree>
    <p:extLst>
      <p:ext uri="{BB962C8B-B14F-4D97-AF65-F5344CB8AC3E}">
        <p14:creationId xmlns:p14="http://schemas.microsoft.com/office/powerpoint/2010/main" val="619681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64F2C4-63DC-5759-00AF-946D1388B864}"/>
              </a:ext>
            </a:extLst>
          </p:cNvPr>
          <p:cNvSpPr>
            <a:spLocks noGrp="1"/>
          </p:cNvSpPr>
          <p:nvPr>
            <p:ph type="body" sz="quarter" idx="18"/>
          </p:nvPr>
        </p:nvSpPr>
        <p:spPr/>
        <p:txBody>
          <a:bodyPr/>
          <a:lstStyle/>
          <a:p>
            <a:r>
              <a:rPr lang="en-US" altLang="zh-CN"/>
              <a:t>Apache</a:t>
            </a:r>
            <a:r>
              <a:rPr lang="zh-CN" altLang="en-US"/>
              <a:t>侦听端口的配置示范</a:t>
            </a:r>
          </a:p>
        </p:txBody>
      </p:sp>
      <p:pic>
        <p:nvPicPr>
          <p:cNvPr id="5" name="内容占位符 4">
            <a:extLst>
              <a:ext uri="{FF2B5EF4-FFF2-40B4-BE49-F238E27FC236}">
                <a16:creationId xmlns:a16="http://schemas.microsoft.com/office/drawing/2014/main" id="{6AD76C47-ED20-35E7-D9B3-0B4C417B9728}"/>
              </a:ext>
            </a:extLst>
          </p:cNvPr>
          <p:cNvPicPr>
            <a:picLocks noGrp="1" noChangeAspect="1"/>
          </p:cNvPicPr>
          <p:nvPr>
            <p:ph sz="quarter" idx="19"/>
          </p:nvPr>
        </p:nvPicPr>
        <p:blipFill>
          <a:blip r:embed="rId2"/>
          <a:stretch>
            <a:fillRect/>
          </a:stretch>
        </p:blipFill>
        <p:spPr>
          <a:xfrm>
            <a:off x="2527490" y="1763447"/>
            <a:ext cx="6477638" cy="2603453"/>
          </a:xfrm>
          <a:prstGeom prst="rect">
            <a:avLst/>
          </a:prstGeom>
          <a:ln>
            <a:solidFill>
              <a:schemeClr val="accent1"/>
            </a:solidFill>
          </a:ln>
        </p:spPr>
      </p:pic>
    </p:spTree>
    <p:extLst>
      <p:ext uri="{BB962C8B-B14F-4D97-AF65-F5344CB8AC3E}">
        <p14:creationId xmlns:p14="http://schemas.microsoft.com/office/powerpoint/2010/main" val="2704887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A2AE148-790C-C4F5-E819-C758BE643E10}"/>
              </a:ext>
            </a:extLst>
          </p:cNvPr>
          <p:cNvSpPr>
            <a:spLocks noGrp="1"/>
          </p:cNvSpPr>
          <p:nvPr>
            <p:ph type="body" sz="quarter" idx="18"/>
          </p:nvPr>
        </p:nvSpPr>
        <p:spPr/>
        <p:txBody>
          <a:bodyPr/>
          <a:lstStyle/>
          <a:p>
            <a:r>
              <a:rPr lang="zh-CN" altLang="en-US"/>
              <a:t>反向代理实施的工作流程</a:t>
            </a:r>
          </a:p>
        </p:txBody>
      </p:sp>
      <p:pic>
        <p:nvPicPr>
          <p:cNvPr id="5" name="内容占位符 4">
            <a:extLst>
              <a:ext uri="{FF2B5EF4-FFF2-40B4-BE49-F238E27FC236}">
                <a16:creationId xmlns:a16="http://schemas.microsoft.com/office/drawing/2014/main" id="{3A4CBA78-2388-4AD4-26A8-143B5A32C207}"/>
              </a:ext>
            </a:extLst>
          </p:cNvPr>
          <p:cNvPicPr>
            <a:picLocks noGrp="1" noChangeAspect="1"/>
          </p:cNvPicPr>
          <p:nvPr>
            <p:ph sz="quarter" idx="19"/>
          </p:nvPr>
        </p:nvPicPr>
        <p:blipFill>
          <a:blip r:embed="rId2"/>
          <a:stretch>
            <a:fillRect/>
          </a:stretch>
        </p:blipFill>
        <p:spPr>
          <a:xfrm>
            <a:off x="2561112" y="1661831"/>
            <a:ext cx="6803103" cy="3063993"/>
          </a:xfrm>
          <a:prstGeom prst="rect">
            <a:avLst/>
          </a:prstGeom>
        </p:spPr>
      </p:pic>
    </p:spTree>
    <p:extLst>
      <p:ext uri="{BB962C8B-B14F-4D97-AF65-F5344CB8AC3E}">
        <p14:creationId xmlns:p14="http://schemas.microsoft.com/office/powerpoint/2010/main" val="2948930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13FD076-623A-FA1F-6BF7-47AF8F1BCF66}"/>
              </a:ext>
            </a:extLst>
          </p:cNvPr>
          <p:cNvSpPr>
            <a:spLocks noGrp="1"/>
          </p:cNvSpPr>
          <p:nvPr>
            <p:ph type="body" sz="quarter" idx="18"/>
          </p:nvPr>
        </p:nvSpPr>
        <p:spPr/>
        <p:txBody>
          <a:bodyPr/>
          <a:lstStyle/>
          <a:p>
            <a:r>
              <a:rPr lang="zh-CN" altLang="en-US"/>
              <a:t>作业一</a:t>
            </a:r>
          </a:p>
        </p:txBody>
      </p:sp>
      <p:pic>
        <p:nvPicPr>
          <p:cNvPr id="10" name="内容占位符 9">
            <a:extLst>
              <a:ext uri="{FF2B5EF4-FFF2-40B4-BE49-F238E27FC236}">
                <a16:creationId xmlns:a16="http://schemas.microsoft.com/office/drawing/2014/main" id="{5B10C790-E648-6C97-E238-C725C6272A9F}"/>
              </a:ext>
            </a:extLst>
          </p:cNvPr>
          <p:cNvPicPr>
            <a:picLocks noGrp="1" noChangeAspect="1"/>
          </p:cNvPicPr>
          <p:nvPr>
            <p:ph sz="quarter" idx="19"/>
          </p:nvPr>
        </p:nvPicPr>
        <p:blipFill>
          <a:blip r:embed="rId2"/>
          <a:stretch>
            <a:fillRect/>
          </a:stretch>
        </p:blipFill>
        <p:spPr>
          <a:xfrm>
            <a:off x="4640295" y="981454"/>
            <a:ext cx="6967992" cy="5761037"/>
          </a:xfrm>
          <a:prstGeom prst="rect">
            <a:avLst/>
          </a:prstGeom>
        </p:spPr>
      </p:pic>
      <p:pic>
        <p:nvPicPr>
          <p:cNvPr id="8" name="内容占位符 4">
            <a:extLst>
              <a:ext uri="{FF2B5EF4-FFF2-40B4-BE49-F238E27FC236}">
                <a16:creationId xmlns:a16="http://schemas.microsoft.com/office/drawing/2014/main" id="{1C7E3A0C-2D54-8BB2-06DD-D101F7623283}"/>
              </a:ext>
            </a:extLst>
          </p:cNvPr>
          <p:cNvPicPr>
            <a:picLocks noChangeAspect="1"/>
          </p:cNvPicPr>
          <p:nvPr/>
        </p:nvPicPr>
        <p:blipFill>
          <a:blip r:embed="rId3"/>
          <a:stretch>
            <a:fillRect/>
          </a:stretch>
        </p:blipFill>
        <p:spPr>
          <a:xfrm>
            <a:off x="4554930" y="-376889"/>
            <a:ext cx="5888032" cy="1503597"/>
          </a:xfrm>
          <a:prstGeom prst="rect">
            <a:avLst/>
          </a:prstGeom>
        </p:spPr>
      </p:pic>
    </p:spTree>
    <p:extLst>
      <p:ext uri="{BB962C8B-B14F-4D97-AF65-F5344CB8AC3E}">
        <p14:creationId xmlns:p14="http://schemas.microsoft.com/office/powerpoint/2010/main" val="2859995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F990C85-B01E-803E-09E7-1BB91EB3A7D4}"/>
              </a:ext>
            </a:extLst>
          </p:cNvPr>
          <p:cNvSpPr>
            <a:spLocks noGrp="1"/>
          </p:cNvSpPr>
          <p:nvPr>
            <p:ph type="body" sz="quarter" idx="18"/>
          </p:nvPr>
        </p:nvSpPr>
        <p:spPr/>
        <p:txBody>
          <a:bodyPr/>
          <a:lstStyle/>
          <a:p>
            <a:r>
              <a:rPr lang="zh-CN" altLang="en-US"/>
              <a:t>课后：负载均衡参考代码</a:t>
            </a:r>
          </a:p>
        </p:txBody>
      </p:sp>
      <p:pic>
        <p:nvPicPr>
          <p:cNvPr id="5" name="内容占位符 4">
            <a:extLst>
              <a:ext uri="{FF2B5EF4-FFF2-40B4-BE49-F238E27FC236}">
                <a16:creationId xmlns:a16="http://schemas.microsoft.com/office/drawing/2014/main" id="{D14B5FC2-C23E-FF3E-6E15-5AB7EBE172F3}"/>
              </a:ext>
            </a:extLst>
          </p:cNvPr>
          <p:cNvPicPr>
            <a:picLocks noGrp="1" noChangeAspect="1"/>
          </p:cNvPicPr>
          <p:nvPr>
            <p:ph sz="quarter" idx="19"/>
          </p:nvPr>
        </p:nvPicPr>
        <p:blipFill>
          <a:blip r:embed="rId2"/>
          <a:stretch>
            <a:fillRect/>
          </a:stretch>
        </p:blipFill>
        <p:spPr>
          <a:xfrm>
            <a:off x="1534095" y="1543285"/>
            <a:ext cx="9123809" cy="3771429"/>
          </a:xfrm>
          <a:prstGeom prst="rect">
            <a:avLst/>
          </a:prstGeom>
          <a:ln>
            <a:solidFill>
              <a:schemeClr val="accent1"/>
            </a:solidFill>
          </a:ln>
        </p:spPr>
      </p:pic>
    </p:spTree>
    <p:extLst>
      <p:ext uri="{BB962C8B-B14F-4D97-AF65-F5344CB8AC3E}">
        <p14:creationId xmlns:p14="http://schemas.microsoft.com/office/powerpoint/2010/main" val="2496117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4FF52B9-6387-415B-7161-B9240105DCA7}"/>
              </a:ext>
            </a:extLst>
          </p:cNvPr>
          <p:cNvSpPr>
            <a:spLocks noGrp="1"/>
          </p:cNvSpPr>
          <p:nvPr>
            <p:ph type="body" sz="quarter" idx="10"/>
          </p:nvPr>
        </p:nvSpPr>
        <p:spPr/>
        <p:txBody>
          <a:bodyPr/>
          <a:lstStyle/>
          <a:p>
            <a:pPr lvl="0"/>
            <a:r>
              <a:rPr lang="zh-CN" altLang="en-US"/>
              <a:t>内部重定向 </a:t>
            </a:r>
            <a:r>
              <a:rPr lang="en-US" altLang="zh-CN"/>
              <a:t>VS </a:t>
            </a:r>
            <a:r>
              <a:rPr lang="zh-CN" altLang="en-US"/>
              <a:t>外部重定向</a:t>
            </a:r>
          </a:p>
          <a:p>
            <a:pPr lvl="0"/>
            <a:r>
              <a:rPr lang="zh-CN" altLang="en-US"/>
              <a:t>内部重定向的实现</a:t>
            </a:r>
          </a:p>
          <a:p>
            <a:endParaRPr lang="zh-CN" altLang="en-US"/>
          </a:p>
        </p:txBody>
      </p:sp>
      <p:sp>
        <p:nvSpPr>
          <p:cNvPr id="3" name="文本占位符 2">
            <a:extLst>
              <a:ext uri="{FF2B5EF4-FFF2-40B4-BE49-F238E27FC236}">
                <a16:creationId xmlns:a16="http://schemas.microsoft.com/office/drawing/2014/main" id="{3137D081-62B8-0E22-5711-D0A5A97AB9D7}"/>
              </a:ext>
            </a:extLst>
          </p:cNvPr>
          <p:cNvSpPr>
            <a:spLocks noGrp="1"/>
          </p:cNvSpPr>
          <p:nvPr>
            <p:ph type="body" sz="quarter" idx="12"/>
          </p:nvPr>
        </p:nvSpPr>
        <p:spPr/>
        <p:txBody>
          <a:bodyPr/>
          <a:lstStyle/>
          <a:p>
            <a:r>
              <a:rPr lang="zh-CN" altLang="en-US"/>
              <a:t>内部重定向处理</a:t>
            </a:r>
          </a:p>
        </p:txBody>
      </p:sp>
    </p:spTree>
    <p:extLst>
      <p:ext uri="{BB962C8B-B14F-4D97-AF65-F5344CB8AC3E}">
        <p14:creationId xmlns:p14="http://schemas.microsoft.com/office/powerpoint/2010/main" val="2929309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C333AB5-06FA-683F-ADBD-AE7F58814D75}"/>
              </a:ext>
            </a:extLst>
          </p:cNvPr>
          <p:cNvSpPr>
            <a:spLocks noGrp="1"/>
          </p:cNvSpPr>
          <p:nvPr>
            <p:ph type="body" sz="quarter" idx="18"/>
          </p:nvPr>
        </p:nvSpPr>
        <p:spPr/>
        <p:txBody>
          <a:bodyPr/>
          <a:lstStyle/>
          <a:p>
            <a:r>
              <a:rPr lang="zh-CN" altLang="en-US"/>
              <a:t>内部重定向 </a:t>
            </a:r>
            <a:r>
              <a:rPr lang="en-US" altLang="zh-CN"/>
              <a:t>VS </a:t>
            </a:r>
            <a:r>
              <a:rPr lang="zh-CN" altLang="en-US"/>
              <a:t>外部重定向</a:t>
            </a:r>
          </a:p>
        </p:txBody>
      </p:sp>
      <p:pic>
        <p:nvPicPr>
          <p:cNvPr id="15" name="内容占位符 11">
            <a:extLst>
              <a:ext uri="{FF2B5EF4-FFF2-40B4-BE49-F238E27FC236}">
                <a16:creationId xmlns:a16="http://schemas.microsoft.com/office/drawing/2014/main" id="{27AAB520-785D-FCC2-4E19-C2D75DC03D04}"/>
              </a:ext>
            </a:extLst>
          </p:cNvPr>
          <p:cNvPicPr>
            <a:picLocks noChangeAspect="1"/>
          </p:cNvPicPr>
          <p:nvPr/>
        </p:nvPicPr>
        <p:blipFill>
          <a:blip r:embed="rId2"/>
          <a:stretch>
            <a:fillRect/>
          </a:stretch>
        </p:blipFill>
        <p:spPr>
          <a:xfrm>
            <a:off x="753143" y="1429000"/>
            <a:ext cx="10685714" cy="2000000"/>
          </a:xfrm>
          <a:prstGeom prst="rect">
            <a:avLst/>
          </a:prstGeom>
          <a:ln>
            <a:solidFill>
              <a:schemeClr val="accent1"/>
            </a:solidFill>
          </a:ln>
        </p:spPr>
      </p:pic>
      <p:pic>
        <p:nvPicPr>
          <p:cNvPr id="20" name="内容占位符 16">
            <a:extLst>
              <a:ext uri="{FF2B5EF4-FFF2-40B4-BE49-F238E27FC236}">
                <a16:creationId xmlns:a16="http://schemas.microsoft.com/office/drawing/2014/main" id="{781DE83E-5B9D-2948-35BE-D1B8A1F6BD1B}"/>
              </a:ext>
            </a:extLst>
          </p:cNvPr>
          <p:cNvPicPr>
            <a:picLocks noChangeAspect="1"/>
          </p:cNvPicPr>
          <p:nvPr/>
        </p:nvPicPr>
        <p:blipFill>
          <a:blip r:embed="rId3"/>
          <a:stretch>
            <a:fillRect/>
          </a:stretch>
        </p:blipFill>
        <p:spPr>
          <a:xfrm>
            <a:off x="753143" y="3904996"/>
            <a:ext cx="10685714" cy="2000000"/>
          </a:xfrm>
          <a:prstGeom prst="rect">
            <a:avLst/>
          </a:prstGeom>
          <a:ln>
            <a:solidFill>
              <a:schemeClr val="accent1"/>
            </a:solidFill>
          </a:ln>
        </p:spPr>
      </p:pic>
    </p:spTree>
    <p:extLst>
      <p:ext uri="{BB962C8B-B14F-4D97-AF65-F5344CB8AC3E}">
        <p14:creationId xmlns:p14="http://schemas.microsoft.com/office/powerpoint/2010/main" val="420106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DA0D8F20-0201-6F04-FA21-3C7F32ADF81A}"/>
              </a:ext>
            </a:extLst>
          </p:cNvPr>
          <p:cNvPicPr>
            <a:picLocks noGrp="1" noChangeAspect="1"/>
          </p:cNvPicPr>
          <p:nvPr>
            <p:ph sz="quarter" idx="19"/>
          </p:nvPr>
        </p:nvPicPr>
        <p:blipFill>
          <a:blip r:embed="rId2"/>
          <a:stretch>
            <a:fillRect/>
          </a:stretch>
        </p:blipFill>
        <p:spPr>
          <a:xfrm>
            <a:off x="496404" y="800751"/>
            <a:ext cx="5461000" cy="4365321"/>
          </a:xfrm>
          <a:prstGeom prst="rect">
            <a:avLst/>
          </a:prstGeom>
          <a:ln>
            <a:solidFill>
              <a:schemeClr val="accent1"/>
            </a:solidFill>
          </a:ln>
        </p:spPr>
      </p:pic>
      <p:sp>
        <p:nvSpPr>
          <p:cNvPr id="4" name="文本占位符 3">
            <a:extLst>
              <a:ext uri="{FF2B5EF4-FFF2-40B4-BE49-F238E27FC236}">
                <a16:creationId xmlns:a16="http://schemas.microsoft.com/office/drawing/2014/main" id="{352A645C-8979-AB8D-A682-6C948CE09082}"/>
              </a:ext>
            </a:extLst>
          </p:cNvPr>
          <p:cNvSpPr>
            <a:spLocks noGrp="1"/>
          </p:cNvSpPr>
          <p:nvPr>
            <p:ph type="body" sz="quarter" idx="18"/>
          </p:nvPr>
        </p:nvSpPr>
        <p:spPr/>
        <p:txBody>
          <a:bodyPr/>
          <a:lstStyle/>
          <a:p>
            <a:r>
              <a:rPr lang="zh-CN" altLang="en-US"/>
              <a:t>内部重定向的实现</a:t>
            </a:r>
          </a:p>
        </p:txBody>
      </p:sp>
      <p:pic>
        <p:nvPicPr>
          <p:cNvPr id="14" name="内容占位符 9">
            <a:extLst>
              <a:ext uri="{FF2B5EF4-FFF2-40B4-BE49-F238E27FC236}">
                <a16:creationId xmlns:a16="http://schemas.microsoft.com/office/drawing/2014/main" id="{6AFD1D33-4889-F0F1-24F1-6444C833FBB8}"/>
              </a:ext>
            </a:extLst>
          </p:cNvPr>
          <p:cNvPicPr>
            <a:picLocks noGrp="1" noChangeAspect="1"/>
          </p:cNvPicPr>
          <p:nvPr>
            <p:ph sz="quarter" idx="20"/>
          </p:nvPr>
        </p:nvPicPr>
        <p:blipFill>
          <a:blip r:embed="rId3"/>
          <a:stretch>
            <a:fillRect/>
          </a:stretch>
        </p:blipFill>
        <p:spPr>
          <a:xfrm>
            <a:off x="6234598" y="958207"/>
            <a:ext cx="5461000" cy="2025204"/>
          </a:xfrm>
          <a:prstGeom prst="rect">
            <a:avLst/>
          </a:prstGeom>
        </p:spPr>
      </p:pic>
    </p:spTree>
    <p:extLst>
      <p:ext uri="{BB962C8B-B14F-4D97-AF65-F5344CB8AC3E}">
        <p14:creationId xmlns:p14="http://schemas.microsoft.com/office/powerpoint/2010/main" val="3141426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49D3AA7A-7D55-968F-15E0-548D7539765F}"/>
              </a:ext>
            </a:extLst>
          </p:cNvPr>
          <p:cNvSpPr>
            <a:spLocks noGrp="1"/>
          </p:cNvSpPr>
          <p:nvPr>
            <p:ph type="body" sz="quarter" idx="18"/>
          </p:nvPr>
        </p:nvSpPr>
        <p:spPr/>
        <p:txBody>
          <a:bodyPr/>
          <a:lstStyle/>
          <a:p>
            <a:r>
              <a:rPr lang="zh-CN" altLang="en-US"/>
              <a:t>反向代理的请求转发与内部重定向的工作流程 </a:t>
            </a:r>
          </a:p>
        </p:txBody>
      </p:sp>
      <p:pic>
        <p:nvPicPr>
          <p:cNvPr id="8" name="内容占位符 7">
            <a:extLst>
              <a:ext uri="{FF2B5EF4-FFF2-40B4-BE49-F238E27FC236}">
                <a16:creationId xmlns:a16="http://schemas.microsoft.com/office/drawing/2014/main" id="{AF2EBC6D-39F0-85D6-0AAB-A54F26F7740E}"/>
              </a:ext>
            </a:extLst>
          </p:cNvPr>
          <p:cNvPicPr>
            <a:picLocks noGrp="1" noChangeAspect="1"/>
          </p:cNvPicPr>
          <p:nvPr>
            <p:ph sz="quarter" idx="19"/>
          </p:nvPr>
        </p:nvPicPr>
        <p:blipFill>
          <a:blip r:embed="rId2"/>
          <a:stretch>
            <a:fillRect/>
          </a:stretch>
        </p:blipFill>
        <p:spPr>
          <a:xfrm>
            <a:off x="1301930" y="776793"/>
            <a:ext cx="5338209" cy="5761037"/>
          </a:xfrm>
          <a:prstGeom prst="rect">
            <a:avLst/>
          </a:prstGeom>
        </p:spPr>
      </p:pic>
      <p:sp>
        <p:nvSpPr>
          <p:cNvPr id="9" name="右中括号 8">
            <a:extLst>
              <a:ext uri="{FF2B5EF4-FFF2-40B4-BE49-F238E27FC236}">
                <a16:creationId xmlns:a16="http://schemas.microsoft.com/office/drawing/2014/main" id="{C14B20E7-AAB2-EE3A-759C-F47FB11758FD}"/>
              </a:ext>
            </a:extLst>
          </p:cNvPr>
          <p:cNvSpPr/>
          <p:nvPr/>
        </p:nvSpPr>
        <p:spPr>
          <a:xfrm>
            <a:off x="6238431" y="1136591"/>
            <a:ext cx="478564" cy="1845892"/>
          </a:xfrm>
          <a:prstGeom prst="rightBracket">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B1B3D5E-DC0E-CC8E-504D-A54A4824FDCA}"/>
              </a:ext>
            </a:extLst>
          </p:cNvPr>
          <p:cNvSpPr txBox="1"/>
          <p:nvPr/>
        </p:nvSpPr>
        <p:spPr>
          <a:xfrm>
            <a:off x="7268911" y="1874871"/>
            <a:ext cx="2172769" cy="369332"/>
          </a:xfrm>
          <a:prstGeom prst="rect">
            <a:avLst/>
          </a:prstGeom>
          <a:noFill/>
        </p:spPr>
        <p:txBody>
          <a:bodyPr wrap="square">
            <a:spAutoFit/>
          </a:bodyPr>
          <a:lstStyle/>
          <a:p>
            <a:r>
              <a:rPr lang="zh-CN" altLang="en-US"/>
              <a:t>反向代理</a:t>
            </a:r>
          </a:p>
        </p:txBody>
      </p:sp>
      <p:sp>
        <p:nvSpPr>
          <p:cNvPr id="11" name="右中括号 10">
            <a:extLst>
              <a:ext uri="{FF2B5EF4-FFF2-40B4-BE49-F238E27FC236}">
                <a16:creationId xmlns:a16="http://schemas.microsoft.com/office/drawing/2014/main" id="{A12E675C-3B4F-2D2C-D569-38FAAF2AD17B}"/>
              </a:ext>
            </a:extLst>
          </p:cNvPr>
          <p:cNvSpPr/>
          <p:nvPr/>
        </p:nvSpPr>
        <p:spPr>
          <a:xfrm>
            <a:off x="6279492" y="3105060"/>
            <a:ext cx="478564" cy="2697533"/>
          </a:xfrm>
          <a:prstGeom prst="rightBracket">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EBAD93B-AD92-FEBB-E86C-52E0B0E9E953}"/>
              </a:ext>
            </a:extLst>
          </p:cNvPr>
          <p:cNvSpPr txBox="1"/>
          <p:nvPr/>
        </p:nvSpPr>
        <p:spPr>
          <a:xfrm>
            <a:off x="7268911" y="4244466"/>
            <a:ext cx="2172769" cy="369332"/>
          </a:xfrm>
          <a:prstGeom prst="rect">
            <a:avLst/>
          </a:prstGeom>
          <a:noFill/>
        </p:spPr>
        <p:txBody>
          <a:bodyPr wrap="square">
            <a:spAutoFit/>
          </a:bodyPr>
          <a:lstStyle/>
          <a:p>
            <a:r>
              <a:rPr lang="zh-CN" altLang="en-US"/>
              <a:t>内部重定向</a:t>
            </a:r>
          </a:p>
        </p:txBody>
      </p:sp>
    </p:spTree>
    <p:extLst>
      <p:ext uri="{BB962C8B-B14F-4D97-AF65-F5344CB8AC3E}">
        <p14:creationId xmlns:p14="http://schemas.microsoft.com/office/powerpoint/2010/main" val="292670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up)">
                                      <p:cBhvr>
                                        <p:cTn id="18" dur="500"/>
                                        <p:tgtEl>
                                          <p:spTgt spid="11"/>
                                        </p:tgtEl>
                                      </p:cBhvr>
                                    </p:animEffect>
                                  </p:childTnLst>
                                </p:cTn>
                              </p:par>
                            </p:childTnLst>
                          </p:cTn>
                        </p:par>
                        <p:par>
                          <p:cTn id="19" fill="hold">
                            <p:stCondLst>
                              <p:cond delay="500"/>
                            </p:stCondLst>
                            <p:childTnLst>
                              <p:par>
                                <p:cTn id="20" presetID="42" presetClass="entr" presetSubtype="0"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EEE313B-5C1F-B63D-AE6F-A85D2E165578}"/>
              </a:ext>
            </a:extLst>
          </p:cNvPr>
          <p:cNvSpPr>
            <a:spLocks noGrp="1"/>
          </p:cNvSpPr>
          <p:nvPr>
            <p:ph type="body" sz="quarter" idx="18"/>
          </p:nvPr>
        </p:nvSpPr>
        <p:spPr/>
        <p:txBody>
          <a:bodyPr/>
          <a:lstStyle/>
          <a:p>
            <a:r>
              <a:rPr lang="zh-CN" altLang="en-US"/>
              <a:t>作业</a:t>
            </a:r>
            <a:r>
              <a:rPr lang="en-US" altLang="zh-CN"/>
              <a:t>2</a:t>
            </a:r>
            <a:endParaRPr lang="zh-CN" altLang="en-US"/>
          </a:p>
        </p:txBody>
      </p:sp>
      <p:pic>
        <p:nvPicPr>
          <p:cNvPr id="7" name="内容占位符 6">
            <a:extLst>
              <a:ext uri="{FF2B5EF4-FFF2-40B4-BE49-F238E27FC236}">
                <a16:creationId xmlns:a16="http://schemas.microsoft.com/office/drawing/2014/main" id="{92FD1905-9A2A-FF5F-D48C-969406183B6E}"/>
              </a:ext>
            </a:extLst>
          </p:cNvPr>
          <p:cNvPicPr>
            <a:picLocks noGrp="1" noChangeAspect="1"/>
          </p:cNvPicPr>
          <p:nvPr>
            <p:ph sz="quarter" idx="19"/>
          </p:nvPr>
        </p:nvPicPr>
        <p:blipFill>
          <a:blip r:embed="rId2"/>
          <a:stretch>
            <a:fillRect/>
          </a:stretch>
        </p:blipFill>
        <p:spPr>
          <a:xfrm>
            <a:off x="696003" y="1298084"/>
            <a:ext cx="10857143" cy="4838095"/>
          </a:xfrm>
          <a:prstGeom prst="rect">
            <a:avLst/>
          </a:prstGeom>
        </p:spPr>
      </p:pic>
    </p:spTree>
    <p:extLst>
      <p:ext uri="{BB962C8B-B14F-4D97-AF65-F5344CB8AC3E}">
        <p14:creationId xmlns:p14="http://schemas.microsoft.com/office/powerpoint/2010/main" val="2904782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8AF75BB-19A1-251B-B7F7-BAE3DEB11360}"/>
              </a:ext>
            </a:extLst>
          </p:cNvPr>
          <p:cNvSpPr>
            <a:spLocks noGrp="1"/>
          </p:cNvSpPr>
          <p:nvPr>
            <p:ph type="body" sz="quarter" idx="18"/>
          </p:nvPr>
        </p:nvSpPr>
        <p:spPr/>
        <p:txBody>
          <a:bodyPr/>
          <a:lstStyle/>
          <a:p>
            <a:r>
              <a:rPr lang="zh-CN" altLang="en-US"/>
              <a:t>建议：在</a:t>
            </a:r>
            <a:r>
              <a:rPr lang="en-US" altLang="zh-CN"/>
              <a:t>httpd-vhosts.conf</a:t>
            </a:r>
            <a:r>
              <a:rPr lang="zh-CN" altLang="en-US"/>
              <a:t>中实现内部重定向</a:t>
            </a:r>
          </a:p>
        </p:txBody>
      </p:sp>
      <p:pic>
        <p:nvPicPr>
          <p:cNvPr id="5" name="内容占位符 4">
            <a:extLst>
              <a:ext uri="{FF2B5EF4-FFF2-40B4-BE49-F238E27FC236}">
                <a16:creationId xmlns:a16="http://schemas.microsoft.com/office/drawing/2014/main" id="{52865745-8DCD-B897-F2C2-D9606B6D3585}"/>
              </a:ext>
            </a:extLst>
          </p:cNvPr>
          <p:cNvPicPr>
            <a:picLocks noGrp="1" noChangeAspect="1"/>
          </p:cNvPicPr>
          <p:nvPr>
            <p:ph sz="quarter" idx="19"/>
          </p:nvPr>
        </p:nvPicPr>
        <p:blipFill>
          <a:blip r:embed="rId2"/>
          <a:stretch>
            <a:fillRect/>
          </a:stretch>
        </p:blipFill>
        <p:spPr>
          <a:xfrm>
            <a:off x="2091207" y="1044900"/>
            <a:ext cx="7753547" cy="5241224"/>
          </a:xfrm>
          <a:prstGeom prst="rect">
            <a:avLst/>
          </a:prstGeom>
          <a:ln>
            <a:solidFill>
              <a:schemeClr val="accent1"/>
            </a:solidFill>
          </a:ln>
        </p:spPr>
      </p:pic>
    </p:spTree>
    <p:extLst>
      <p:ext uri="{BB962C8B-B14F-4D97-AF65-F5344CB8AC3E}">
        <p14:creationId xmlns:p14="http://schemas.microsoft.com/office/powerpoint/2010/main" val="861134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988B5F9-E804-DB0B-AC60-1CB300EDBB5E}"/>
              </a:ext>
            </a:extLst>
          </p:cNvPr>
          <p:cNvSpPr>
            <a:spLocks noGrp="1"/>
          </p:cNvSpPr>
          <p:nvPr>
            <p:ph type="body" sz="quarter" idx="10"/>
          </p:nvPr>
        </p:nvSpPr>
        <p:spPr/>
        <p:txBody>
          <a:bodyPr/>
          <a:lstStyle/>
          <a:p>
            <a:pPr lvl="0"/>
            <a:r>
              <a:rPr lang="zh-CN" altLang="en-US"/>
              <a:t>什么是路由分发</a:t>
            </a:r>
          </a:p>
          <a:p>
            <a:pPr lvl="0"/>
            <a:r>
              <a:rPr lang="zh-CN" altLang="en-US"/>
              <a:t>路由分发的核心设计</a:t>
            </a:r>
          </a:p>
          <a:p>
            <a:pPr lvl="0"/>
            <a:r>
              <a:rPr lang="zh-CN" altLang="en-US"/>
              <a:t>路由分发与反向代理的协作</a:t>
            </a:r>
          </a:p>
          <a:p>
            <a:endParaRPr lang="zh-CN" altLang="en-US"/>
          </a:p>
        </p:txBody>
      </p:sp>
      <p:sp>
        <p:nvSpPr>
          <p:cNvPr id="3" name="文本占位符 2">
            <a:extLst>
              <a:ext uri="{FF2B5EF4-FFF2-40B4-BE49-F238E27FC236}">
                <a16:creationId xmlns:a16="http://schemas.microsoft.com/office/drawing/2014/main" id="{901EDF86-EF3E-4CB7-71C4-21D024AC0E87}"/>
              </a:ext>
            </a:extLst>
          </p:cNvPr>
          <p:cNvSpPr>
            <a:spLocks noGrp="1"/>
          </p:cNvSpPr>
          <p:nvPr>
            <p:ph type="body" sz="quarter" idx="12"/>
          </p:nvPr>
        </p:nvSpPr>
        <p:spPr/>
        <p:txBody>
          <a:bodyPr/>
          <a:lstStyle/>
          <a:p>
            <a:r>
              <a:rPr lang="zh-CN" altLang="en-US"/>
              <a:t>路由分发的简单实现</a:t>
            </a:r>
          </a:p>
        </p:txBody>
      </p:sp>
    </p:spTree>
    <p:extLst>
      <p:ext uri="{BB962C8B-B14F-4D97-AF65-F5344CB8AC3E}">
        <p14:creationId xmlns:p14="http://schemas.microsoft.com/office/powerpoint/2010/main" val="2554013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A7324DEF-CECA-3B5C-1E02-EF1D6E104E10}"/>
              </a:ext>
            </a:extLst>
          </p:cNvPr>
          <p:cNvSpPr>
            <a:spLocks noGrp="1"/>
          </p:cNvSpPr>
          <p:nvPr>
            <p:ph type="body" sz="quarter" idx="18"/>
          </p:nvPr>
        </p:nvSpPr>
        <p:spPr/>
        <p:txBody>
          <a:bodyPr/>
          <a:lstStyle/>
          <a:p>
            <a:r>
              <a:rPr lang="zh-CN" altLang="en-US"/>
              <a:t>什么是路由分发</a:t>
            </a:r>
          </a:p>
          <a:p>
            <a:endParaRPr lang="zh-CN" altLang="en-US"/>
          </a:p>
        </p:txBody>
      </p:sp>
      <p:pic>
        <p:nvPicPr>
          <p:cNvPr id="7" name="内容占位符 6">
            <a:extLst>
              <a:ext uri="{FF2B5EF4-FFF2-40B4-BE49-F238E27FC236}">
                <a16:creationId xmlns:a16="http://schemas.microsoft.com/office/drawing/2014/main" id="{C48EDBA1-8433-BF00-37C5-D3CF0026593B}"/>
              </a:ext>
            </a:extLst>
          </p:cNvPr>
          <p:cNvPicPr>
            <a:picLocks noGrp="1" noChangeAspect="1"/>
          </p:cNvPicPr>
          <p:nvPr>
            <p:ph sz="quarter" idx="19"/>
          </p:nvPr>
        </p:nvPicPr>
        <p:blipFill>
          <a:blip r:embed="rId2"/>
          <a:stretch>
            <a:fillRect/>
          </a:stretch>
        </p:blipFill>
        <p:spPr>
          <a:xfrm>
            <a:off x="581793" y="918012"/>
            <a:ext cx="10895238" cy="1619048"/>
          </a:xfrm>
          <a:prstGeom prst="rect">
            <a:avLst/>
          </a:prstGeom>
        </p:spPr>
      </p:pic>
      <p:pic>
        <p:nvPicPr>
          <p:cNvPr id="9" name="图片 8">
            <a:extLst>
              <a:ext uri="{FF2B5EF4-FFF2-40B4-BE49-F238E27FC236}">
                <a16:creationId xmlns:a16="http://schemas.microsoft.com/office/drawing/2014/main" id="{85930095-DADD-3E78-BC1C-B6C5AEEED6B8}"/>
              </a:ext>
            </a:extLst>
          </p:cNvPr>
          <p:cNvPicPr>
            <a:picLocks noChangeAspect="1"/>
          </p:cNvPicPr>
          <p:nvPr/>
        </p:nvPicPr>
        <p:blipFill>
          <a:blip r:embed="rId3"/>
          <a:stretch>
            <a:fillRect/>
          </a:stretch>
        </p:blipFill>
        <p:spPr>
          <a:xfrm>
            <a:off x="1041022" y="2702200"/>
            <a:ext cx="10571428" cy="2438095"/>
          </a:xfrm>
          <a:prstGeom prst="rect">
            <a:avLst/>
          </a:prstGeom>
        </p:spPr>
      </p:pic>
      <p:sp>
        <p:nvSpPr>
          <p:cNvPr id="10" name="矩形 9">
            <a:extLst>
              <a:ext uri="{FF2B5EF4-FFF2-40B4-BE49-F238E27FC236}">
                <a16:creationId xmlns:a16="http://schemas.microsoft.com/office/drawing/2014/main" id="{29395278-950C-43AE-9CA4-8A0402C00FFC}"/>
              </a:ext>
            </a:extLst>
          </p:cNvPr>
          <p:cNvSpPr/>
          <p:nvPr/>
        </p:nvSpPr>
        <p:spPr>
          <a:xfrm>
            <a:off x="850256" y="4216965"/>
            <a:ext cx="564577" cy="923330"/>
          </a:xfrm>
          <a:prstGeom prst="rect">
            <a:avLst/>
          </a:prstGeom>
          <a:noFill/>
        </p:spPr>
        <p:txBody>
          <a:bodyPr wrap="none" lIns="91440" tIns="45720" rIns="91440" bIns="45720">
            <a:spAutoFit/>
          </a:bodyPr>
          <a:lstStyle/>
          <a:p>
            <a:pPr algn="ctr"/>
            <a:r>
              <a:rPr lang="zh-CN" altLang="en-US" sz="5400" b="1" cap="none" spc="0">
                <a:ln w="22225">
                  <a:solidFill>
                    <a:schemeClr val="accent2"/>
                  </a:solidFill>
                  <a:prstDash val="solid"/>
                </a:ln>
                <a:solidFill>
                  <a:schemeClr val="accent2">
                    <a:lumMod val="40000"/>
                    <a:lumOff val="60000"/>
                  </a:schemeClr>
                </a:solidFill>
                <a:effectLst/>
              </a:rPr>
              <a:t>√</a:t>
            </a:r>
          </a:p>
        </p:txBody>
      </p:sp>
    </p:spTree>
    <p:extLst>
      <p:ext uri="{BB962C8B-B14F-4D97-AF65-F5344CB8AC3E}">
        <p14:creationId xmlns:p14="http://schemas.microsoft.com/office/powerpoint/2010/main" val="360964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505EEA3-4C03-0616-0C82-1046B302E5FE}"/>
              </a:ext>
            </a:extLst>
          </p:cNvPr>
          <p:cNvSpPr>
            <a:spLocks noGrp="1"/>
          </p:cNvSpPr>
          <p:nvPr>
            <p:ph type="body" sz="quarter" idx="18"/>
          </p:nvPr>
        </p:nvSpPr>
        <p:spPr/>
        <p:txBody>
          <a:bodyPr/>
          <a:lstStyle/>
          <a:p>
            <a:r>
              <a:rPr lang="zh-CN" altLang="en-US"/>
              <a:t>路由分发的核心设计</a:t>
            </a:r>
          </a:p>
        </p:txBody>
      </p:sp>
      <p:pic>
        <p:nvPicPr>
          <p:cNvPr id="5" name="内容占位符 4">
            <a:extLst>
              <a:ext uri="{FF2B5EF4-FFF2-40B4-BE49-F238E27FC236}">
                <a16:creationId xmlns:a16="http://schemas.microsoft.com/office/drawing/2014/main" id="{7B69B134-CB97-07CD-38BC-FE8B9C98F750}"/>
              </a:ext>
            </a:extLst>
          </p:cNvPr>
          <p:cNvPicPr>
            <a:picLocks noGrp="1" noChangeAspect="1"/>
          </p:cNvPicPr>
          <p:nvPr>
            <p:ph sz="quarter" idx="19"/>
          </p:nvPr>
        </p:nvPicPr>
        <p:blipFill>
          <a:blip r:embed="rId2"/>
          <a:stretch>
            <a:fillRect/>
          </a:stretch>
        </p:blipFill>
        <p:spPr>
          <a:xfrm>
            <a:off x="715047" y="1514293"/>
            <a:ext cx="10761905" cy="3123809"/>
          </a:xfrm>
          <a:prstGeom prst="rect">
            <a:avLst/>
          </a:prstGeom>
        </p:spPr>
      </p:pic>
    </p:spTree>
    <p:extLst>
      <p:ext uri="{BB962C8B-B14F-4D97-AF65-F5344CB8AC3E}">
        <p14:creationId xmlns:p14="http://schemas.microsoft.com/office/powerpoint/2010/main" val="358048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2560485-1C47-20A0-85C6-3D94F2BEF794}"/>
              </a:ext>
            </a:extLst>
          </p:cNvPr>
          <p:cNvSpPr>
            <a:spLocks noGrp="1"/>
          </p:cNvSpPr>
          <p:nvPr>
            <p:ph type="body" sz="quarter" idx="18"/>
          </p:nvPr>
        </p:nvSpPr>
        <p:spPr/>
        <p:txBody>
          <a:bodyPr/>
          <a:lstStyle/>
          <a:p>
            <a:r>
              <a:rPr lang="en-US" altLang="zh-CN"/>
              <a:t>Route </a:t>
            </a:r>
            <a:r>
              <a:rPr lang="zh-CN" altLang="en-US"/>
              <a:t>类的完整工作流程</a:t>
            </a:r>
          </a:p>
        </p:txBody>
      </p:sp>
      <p:pic>
        <p:nvPicPr>
          <p:cNvPr id="7" name="内容占位符 6">
            <a:extLst>
              <a:ext uri="{FF2B5EF4-FFF2-40B4-BE49-F238E27FC236}">
                <a16:creationId xmlns:a16="http://schemas.microsoft.com/office/drawing/2014/main" id="{42C310C5-68B7-AAA8-71D4-36033A9C0816}"/>
              </a:ext>
            </a:extLst>
          </p:cNvPr>
          <p:cNvPicPr>
            <a:picLocks noGrp="1" noChangeAspect="1"/>
          </p:cNvPicPr>
          <p:nvPr>
            <p:ph sz="quarter" idx="19"/>
          </p:nvPr>
        </p:nvPicPr>
        <p:blipFill>
          <a:blip r:embed="rId2"/>
          <a:stretch>
            <a:fillRect/>
          </a:stretch>
        </p:blipFill>
        <p:spPr>
          <a:xfrm>
            <a:off x="3077338" y="836613"/>
            <a:ext cx="6094474" cy="5761037"/>
          </a:xfrm>
          <a:prstGeom prst="rect">
            <a:avLst/>
          </a:prstGeom>
        </p:spPr>
      </p:pic>
    </p:spTree>
    <p:extLst>
      <p:ext uri="{BB962C8B-B14F-4D97-AF65-F5344CB8AC3E}">
        <p14:creationId xmlns:p14="http://schemas.microsoft.com/office/powerpoint/2010/main" val="4180537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F229351-F215-1DE7-932F-F43224B8065D}"/>
              </a:ext>
            </a:extLst>
          </p:cNvPr>
          <p:cNvSpPr>
            <a:spLocks noGrp="1"/>
          </p:cNvSpPr>
          <p:nvPr>
            <p:ph type="body" sz="quarter" idx="18"/>
          </p:nvPr>
        </p:nvSpPr>
        <p:spPr/>
        <p:txBody>
          <a:bodyPr/>
          <a:lstStyle/>
          <a:p>
            <a:r>
              <a:rPr lang="en-US" altLang="zh-CN"/>
              <a:t>Router</a:t>
            </a:r>
            <a:r>
              <a:rPr lang="zh-CN" altLang="en-US"/>
              <a:t>类的简单实现</a:t>
            </a:r>
          </a:p>
        </p:txBody>
      </p:sp>
      <p:pic>
        <p:nvPicPr>
          <p:cNvPr id="12" name="内容占位符 3">
            <a:extLst>
              <a:ext uri="{FF2B5EF4-FFF2-40B4-BE49-F238E27FC236}">
                <a16:creationId xmlns:a16="http://schemas.microsoft.com/office/drawing/2014/main" id="{508375E2-42E3-C271-3F66-8A3F224B90F5}"/>
              </a:ext>
            </a:extLst>
          </p:cNvPr>
          <p:cNvPicPr>
            <a:picLocks noGrp="1" noChangeAspect="1"/>
          </p:cNvPicPr>
          <p:nvPr>
            <p:ph sz="quarter" idx="19"/>
          </p:nvPr>
        </p:nvPicPr>
        <p:blipFill>
          <a:blip r:embed="rId3"/>
          <a:stretch>
            <a:fillRect/>
          </a:stretch>
        </p:blipFill>
        <p:spPr>
          <a:xfrm>
            <a:off x="3089190" y="836613"/>
            <a:ext cx="6070769" cy="5761037"/>
          </a:xfrm>
          <a:prstGeom prst="rect">
            <a:avLst/>
          </a:prstGeom>
          <a:ln>
            <a:solidFill>
              <a:srgbClr val="00B050"/>
            </a:solidFill>
          </a:ln>
        </p:spPr>
      </p:pic>
    </p:spTree>
    <p:extLst>
      <p:ext uri="{BB962C8B-B14F-4D97-AF65-F5344CB8AC3E}">
        <p14:creationId xmlns:p14="http://schemas.microsoft.com/office/powerpoint/2010/main" val="2385932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4869CD10-805F-7116-80B1-138B3F9A2347}"/>
              </a:ext>
            </a:extLst>
          </p:cNvPr>
          <p:cNvPicPr>
            <a:picLocks noGrp="1" noChangeAspect="1"/>
          </p:cNvPicPr>
          <p:nvPr>
            <p:ph sz="quarter" idx="19"/>
          </p:nvPr>
        </p:nvPicPr>
        <p:blipFill>
          <a:blip r:embed="rId2"/>
          <a:stretch>
            <a:fillRect/>
          </a:stretch>
        </p:blipFill>
        <p:spPr>
          <a:xfrm>
            <a:off x="974457" y="1052513"/>
            <a:ext cx="5213885" cy="5329237"/>
          </a:xfrm>
          <a:prstGeom prst="rect">
            <a:avLst/>
          </a:prstGeom>
          <a:ln>
            <a:solidFill>
              <a:srgbClr val="00B050"/>
            </a:solidFill>
          </a:ln>
        </p:spPr>
      </p:pic>
      <p:sp>
        <p:nvSpPr>
          <p:cNvPr id="5" name="内容占位符 4">
            <a:extLst>
              <a:ext uri="{FF2B5EF4-FFF2-40B4-BE49-F238E27FC236}">
                <a16:creationId xmlns:a16="http://schemas.microsoft.com/office/drawing/2014/main" id="{7765DF7A-F366-B3DF-679F-7BFFD47A720D}"/>
              </a:ext>
            </a:extLst>
          </p:cNvPr>
          <p:cNvSpPr>
            <a:spLocks noGrp="1"/>
          </p:cNvSpPr>
          <p:nvPr>
            <p:ph sz="quarter" idx="20"/>
          </p:nvPr>
        </p:nvSpPr>
        <p:spPr/>
        <p:txBody>
          <a:bodyPr/>
          <a:lstStyle/>
          <a:p>
            <a:r>
              <a:rPr lang="zh-CN" altLang="en-US"/>
              <a:t>无需实现</a:t>
            </a:r>
            <a:r>
              <a:rPr lang="en-US" altLang="zh-CN"/>
              <a:t>setMethod</a:t>
            </a:r>
            <a:r>
              <a:rPr lang="zh-CN" altLang="en-US"/>
              <a:t>和</a:t>
            </a:r>
            <a:r>
              <a:rPr lang="en-US" altLang="zh-CN"/>
              <a:t>setResource</a:t>
            </a:r>
            <a:r>
              <a:rPr lang="zh-CN" altLang="en-US"/>
              <a:t>方法</a:t>
            </a:r>
            <a:endParaRPr lang="en-US" altLang="zh-CN"/>
          </a:p>
          <a:p>
            <a:r>
              <a:rPr lang="zh-CN" altLang="en-US"/>
              <a:t>仅在</a:t>
            </a:r>
            <a:r>
              <a:rPr lang="en-US" altLang="zh-CN"/>
              <a:t>Run</a:t>
            </a:r>
            <a:r>
              <a:rPr lang="zh-CN" altLang="en-US"/>
              <a:t>里检查版本号后的第一个路由标识</a:t>
            </a:r>
            <a:endParaRPr lang="en-US" altLang="zh-CN"/>
          </a:p>
          <a:p>
            <a:pPr lvl="1"/>
            <a:r>
              <a:rPr lang="en-US" altLang="zh-CN"/>
              <a:t>sessions——</a:t>
            </a:r>
            <a:r>
              <a:rPr lang="zh-CN" altLang="en-US"/>
              <a:t>打印登录模块</a:t>
            </a:r>
            <a:endParaRPr lang="en-US" altLang="zh-CN"/>
          </a:p>
          <a:p>
            <a:pPr lvl="1"/>
            <a:r>
              <a:rPr lang="en-US" altLang="zh-CN"/>
              <a:t>users——</a:t>
            </a:r>
            <a:r>
              <a:rPr lang="zh-CN" altLang="en-US"/>
              <a:t>打印用户模块</a:t>
            </a:r>
            <a:endParaRPr lang="en-US" altLang="zh-CN"/>
          </a:p>
          <a:p>
            <a:pPr lvl="1"/>
            <a:r>
              <a:rPr lang="en-US" altLang="zh-CN"/>
              <a:t>tasks——</a:t>
            </a:r>
            <a:r>
              <a:rPr lang="zh-CN" altLang="en-US"/>
              <a:t>打印教学任务模块</a:t>
            </a:r>
            <a:endParaRPr lang="en-US" altLang="zh-CN"/>
          </a:p>
          <a:p>
            <a:pPr lvl="1"/>
            <a:r>
              <a:rPr lang="en-US" altLang="zh-CN"/>
              <a:t>scores——</a:t>
            </a:r>
            <a:r>
              <a:rPr lang="zh-CN" altLang="en-US"/>
              <a:t>打印成绩模块</a:t>
            </a:r>
            <a:endParaRPr lang="en-US" altLang="zh-CN"/>
          </a:p>
          <a:p>
            <a:pPr lvl="1"/>
            <a:endParaRPr lang="zh-CN" altLang="en-US" sz="2800" b="1">
              <a:highlight>
                <a:srgbClr val="FFFF00"/>
              </a:highlight>
            </a:endParaRPr>
          </a:p>
        </p:txBody>
      </p:sp>
      <p:sp>
        <p:nvSpPr>
          <p:cNvPr id="2" name="文本占位符 1">
            <a:extLst>
              <a:ext uri="{FF2B5EF4-FFF2-40B4-BE49-F238E27FC236}">
                <a16:creationId xmlns:a16="http://schemas.microsoft.com/office/drawing/2014/main" id="{00623F7C-CBDF-2AF3-27B3-79439E01267F}"/>
              </a:ext>
            </a:extLst>
          </p:cNvPr>
          <p:cNvSpPr>
            <a:spLocks noGrp="1"/>
          </p:cNvSpPr>
          <p:nvPr>
            <p:ph type="body" sz="quarter" idx="18"/>
          </p:nvPr>
        </p:nvSpPr>
        <p:spPr/>
        <p:txBody>
          <a:bodyPr/>
          <a:lstStyle/>
          <a:p>
            <a:r>
              <a:rPr lang="en-US" altLang="zh-CN"/>
              <a:t>Router</a:t>
            </a:r>
            <a:r>
              <a:rPr lang="zh-CN" altLang="en-US"/>
              <a:t>类的简单实现</a:t>
            </a:r>
          </a:p>
        </p:txBody>
      </p:sp>
    </p:spTree>
    <p:extLst>
      <p:ext uri="{BB962C8B-B14F-4D97-AF65-F5344CB8AC3E}">
        <p14:creationId xmlns:p14="http://schemas.microsoft.com/office/powerpoint/2010/main" val="7700696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A77D88E-3FEE-CC71-15F5-F207771944A3}"/>
              </a:ext>
            </a:extLst>
          </p:cNvPr>
          <p:cNvSpPr>
            <a:spLocks noGrp="1"/>
          </p:cNvSpPr>
          <p:nvPr>
            <p:ph type="body" sz="quarter" idx="18"/>
          </p:nvPr>
        </p:nvSpPr>
        <p:spPr/>
        <p:txBody>
          <a:bodyPr/>
          <a:lstStyle/>
          <a:p>
            <a:r>
              <a:rPr lang="zh-CN" altLang="en-US"/>
              <a:t>检查版本号后的第一个路由标识</a:t>
            </a:r>
          </a:p>
        </p:txBody>
      </p:sp>
      <p:pic>
        <p:nvPicPr>
          <p:cNvPr id="5" name="内容占位符 4">
            <a:extLst>
              <a:ext uri="{FF2B5EF4-FFF2-40B4-BE49-F238E27FC236}">
                <a16:creationId xmlns:a16="http://schemas.microsoft.com/office/drawing/2014/main" id="{BE532DED-845F-FADE-B456-C20009FAC0EF}"/>
              </a:ext>
            </a:extLst>
          </p:cNvPr>
          <p:cNvPicPr>
            <a:picLocks noGrp="1" noChangeAspect="1"/>
          </p:cNvPicPr>
          <p:nvPr>
            <p:ph sz="quarter" idx="19"/>
          </p:nvPr>
        </p:nvPicPr>
        <p:blipFill>
          <a:blip r:embed="rId2"/>
          <a:stretch>
            <a:fillRect/>
          </a:stretch>
        </p:blipFill>
        <p:spPr>
          <a:xfrm>
            <a:off x="1086665" y="1141979"/>
            <a:ext cx="10018669" cy="4130775"/>
          </a:xfrm>
          <a:prstGeom prst="rect">
            <a:avLst/>
          </a:prstGeom>
          <a:ln>
            <a:solidFill>
              <a:srgbClr val="92D050"/>
            </a:solidFill>
          </a:ln>
        </p:spPr>
      </p:pic>
    </p:spTree>
    <p:extLst>
      <p:ext uri="{BB962C8B-B14F-4D97-AF65-F5344CB8AC3E}">
        <p14:creationId xmlns:p14="http://schemas.microsoft.com/office/powerpoint/2010/main" val="15271857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E7F01B1-FCB2-E909-B61D-FA7783317F16}"/>
              </a:ext>
            </a:extLst>
          </p:cNvPr>
          <p:cNvSpPr>
            <a:spLocks noGrp="1"/>
          </p:cNvSpPr>
          <p:nvPr>
            <p:ph type="body" sz="quarter" idx="18"/>
          </p:nvPr>
        </p:nvSpPr>
        <p:spPr/>
        <p:txBody>
          <a:bodyPr/>
          <a:lstStyle/>
          <a:p>
            <a:r>
              <a:rPr lang="zh-CN" altLang="en-US"/>
              <a:t>作业</a:t>
            </a:r>
            <a:r>
              <a:rPr lang="en-US" altLang="zh-CN"/>
              <a:t>3</a:t>
            </a:r>
            <a:endParaRPr lang="zh-CN" altLang="en-US"/>
          </a:p>
        </p:txBody>
      </p:sp>
      <p:sp>
        <p:nvSpPr>
          <p:cNvPr id="3" name="内容占位符 2">
            <a:extLst>
              <a:ext uri="{FF2B5EF4-FFF2-40B4-BE49-F238E27FC236}">
                <a16:creationId xmlns:a16="http://schemas.microsoft.com/office/drawing/2014/main" id="{2D8E452F-13A7-2237-AA63-63D70300EC85}"/>
              </a:ext>
            </a:extLst>
          </p:cNvPr>
          <p:cNvSpPr>
            <a:spLocks noGrp="1"/>
          </p:cNvSpPr>
          <p:nvPr>
            <p:ph sz="quarter" idx="19"/>
          </p:nvPr>
        </p:nvSpPr>
        <p:spPr/>
        <p:txBody>
          <a:bodyPr/>
          <a:lstStyle/>
          <a:p>
            <a:r>
              <a:rPr lang="zh-CN" altLang="en-US"/>
              <a:t>完成用于路由分发的</a:t>
            </a:r>
            <a:r>
              <a:rPr lang="en-US" altLang="zh-CN"/>
              <a:t>Router</a:t>
            </a:r>
            <a:r>
              <a:rPr lang="zh-CN" altLang="en-US"/>
              <a:t>类的属性和</a:t>
            </a:r>
            <a:r>
              <a:rPr lang="en-US" altLang="zh-CN"/>
              <a:t>run</a:t>
            </a:r>
            <a:r>
              <a:rPr lang="zh-CN" altLang="en-US"/>
              <a:t>方法定义；</a:t>
            </a:r>
            <a:endParaRPr lang="en-US" altLang="zh-CN"/>
          </a:p>
          <a:p>
            <a:r>
              <a:rPr lang="zh-CN" altLang="en-US"/>
              <a:t>在入口文件</a:t>
            </a:r>
            <a:r>
              <a:rPr lang="en-US" altLang="zh-CN"/>
              <a:t>index.php</a:t>
            </a:r>
            <a:r>
              <a:rPr lang="zh-CN" altLang="en-US"/>
              <a:t>中实例化</a:t>
            </a:r>
            <a:r>
              <a:rPr lang="en-US" altLang="zh-CN"/>
              <a:t>Route</a:t>
            </a:r>
            <a:r>
              <a:rPr lang="zh-CN" altLang="en-US"/>
              <a:t>并运行</a:t>
            </a:r>
            <a:r>
              <a:rPr lang="en-US" altLang="zh-CN"/>
              <a:t>run</a:t>
            </a:r>
            <a:r>
              <a:rPr lang="zh-CN" altLang="en-US"/>
              <a:t>方法；</a:t>
            </a:r>
            <a:endParaRPr lang="en-US" altLang="zh-CN"/>
          </a:p>
          <a:p>
            <a:r>
              <a:rPr lang="zh-CN" altLang="en-US"/>
              <a:t>在</a:t>
            </a:r>
            <a:r>
              <a:rPr lang="en-US" altLang="zh-CN"/>
              <a:t>apifox</a:t>
            </a:r>
            <a:r>
              <a:rPr lang="zh-CN" altLang="en-US"/>
              <a:t>中配置开发环境的前置</a:t>
            </a:r>
            <a:r>
              <a:rPr lang="en-US" altLang="zh-CN"/>
              <a:t>URL</a:t>
            </a:r>
            <a:r>
              <a:rPr lang="zh-CN" altLang="en-US"/>
              <a:t>，测试已开发功能。</a:t>
            </a:r>
            <a:endParaRPr lang="en-US" altLang="zh-CN"/>
          </a:p>
        </p:txBody>
      </p:sp>
      <p:pic>
        <p:nvPicPr>
          <p:cNvPr id="5" name="图片 4">
            <a:extLst>
              <a:ext uri="{FF2B5EF4-FFF2-40B4-BE49-F238E27FC236}">
                <a16:creationId xmlns:a16="http://schemas.microsoft.com/office/drawing/2014/main" id="{2C774EC4-1958-9690-DC8C-4EE67BD8D186}"/>
              </a:ext>
            </a:extLst>
          </p:cNvPr>
          <p:cNvPicPr>
            <a:picLocks noChangeAspect="1"/>
          </p:cNvPicPr>
          <p:nvPr/>
        </p:nvPicPr>
        <p:blipFill>
          <a:blip r:embed="rId2"/>
          <a:stretch>
            <a:fillRect/>
          </a:stretch>
        </p:blipFill>
        <p:spPr>
          <a:xfrm>
            <a:off x="1861113" y="2526687"/>
            <a:ext cx="8526924" cy="3757048"/>
          </a:xfrm>
          <a:prstGeom prst="rect">
            <a:avLst/>
          </a:prstGeom>
          <a:ln>
            <a:solidFill>
              <a:srgbClr val="92D050"/>
            </a:solidFill>
          </a:ln>
        </p:spPr>
      </p:pic>
    </p:spTree>
    <p:extLst>
      <p:ext uri="{BB962C8B-B14F-4D97-AF65-F5344CB8AC3E}">
        <p14:creationId xmlns:p14="http://schemas.microsoft.com/office/powerpoint/2010/main" val="6180416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a:t>
            </a:r>
            <a:r>
              <a:rPr lang="en-US" altLang="zh-CN"/>
              <a:t>~</a:t>
            </a:r>
            <a:r>
              <a:rPr lang="zh-CN" altLang="en-US"/>
              <a:t>三的提交要求（第十四次课）</a:t>
            </a:r>
          </a:p>
        </p:txBody>
      </p:sp>
      <p:grpSp>
        <p:nvGrpSpPr>
          <p:cNvPr id="5" name="组合 4"/>
          <p:cNvGrpSpPr/>
          <p:nvPr/>
        </p:nvGrpSpPr>
        <p:grpSpPr>
          <a:xfrm>
            <a:off x="817563" y="1710901"/>
            <a:ext cx="10871200" cy="5092379"/>
            <a:chOff x="817563" y="1710901"/>
            <a:chExt cx="10871200" cy="5092379"/>
          </a:xfrm>
        </p:grpSpPr>
        <p:sp>
          <p:nvSpPr>
            <p:cNvPr id="6" name="任意多边形 5"/>
            <p:cNvSpPr/>
            <p:nvPr/>
          </p:nvSpPr>
          <p:spPr>
            <a:xfrm>
              <a:off x="817563" y="1991341"/>
              <a:ext cx="10871200" cy="3776776"/>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作业一 配置文件</a:t>
              </a:r>
              <a:r>
                <a:rPr lang="en-US" altLang="zh-CN" sz="1600"/>
                <a:t>httpd-vhosts.conf</a:t>
              </a:r>
              <a:r>
                <a:rPr lang="zh-CN" altLang="en-US" sz="1600"/>
                <a:t>的完整代码截图（版本号前必须有自己的姓名拼音）；</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a:t>
              </a:r>
              <a:r>
                <a:rPr lang="en-US" altLang="zh-CN" sz="1600"/>
                <a:t>.htaccess</a:t>
              </a:r>
              <a:r>
                <a:rPr lang="zh-CN" altLang="en-US" sz="1600"/>
                <a:t>的代码截图</a:t>
              </a:r>
              <a:r>
                <a:rPr lang="zh-CN" altLang="en-US" sz="1600">
                  <a:highlight>
                    <a:srgbClr val="FFFF00"/>
                  </a:highlight>
                </a:rPr>
                <a:t>（若在</a:t>
              </a:r>
              <a:r>
                <a:rPr lang="en-US" altLang="zh-CN" sz="1600">
                  <a:highlight>
                    <a:srgbClr val="FFFF00"/>
                  </a:highlight>
                </a:rPr>
                <a:t>httpd-vhosts.conf</a:t>
              </a:r>
              <a:r>
                <a:rPr lang="zh-CN" altLang="en-US" sz="1600">
                  <a:highlight>
                    <a:srgbClr val="FFFF00"/>
                  </a:highlight>
                </a:rPr>
                <a:t>实现内部重定向，可以与作业一合并截图）</a:t>
              </a:r>
              <a:r>
                <a:rPr lang="zh-CN" altLang="en-US" sz="1600"/>
                <a:t>；</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a:t>
              </a:r>
              <a:r>
                <a:rPr lang="en-US" altLang="zh-CN" sz="1600"/>
                <a:t>Route</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在</a:t>
              </a:r>
              <a:r>
                <a:rPr lang="en-US" altLang="zh-CN" sz="1600"/>
                <a:t>apifox</a:t>
              </a:r>
              <a:r>
                <a:rPr lang="zh-CN" altLang="en-US" sz="1600"/>
                <a:t>测试</a:t>
              </a:r>
              <a:r>
                <a:rPr lang="en-US" altLang="zh-CN" sz="1600"/>
                <a:t>POST http://</a:t>
              </a:r>
              <a:r>
                <a:rPr lang="zh-CN" altLang="en-US" sz="1600"/>
                <a:t>域名</a:t>
              </a:r>
              <a:r>
                <a:rPr lang="en-US" altLang="zh-CN" sz="1600"/>
                <a:t>/[</a:t>
              </a:r>
              <a:r>
                <a:rPr lang="zh-CN" altLang="en-US" sz="1600"/>
                <a:t>姓名拼音</a:t>
              </a:r>
              <a:r>
                <a:rPr lang="en-US" altLang="zh-CN" sz="1600"/>
                <a:t>]v1/sessions</a:t>
              </a:r>
              <a:r>
                <a:rPr lang="zh-CN" altLang="en-US" sz="1600"/>
                <a:t>的预览截图（含地址栏和响应结果）；</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在</a:t>
              </a:r>
              <a:r>
                <a:rPr lang="en-US" altLang="zh-CN" sz="1600"/>
                <a:t>apifox</a:t>
              </a:r>
              <a:r>
                <a:rPr lang="zh-CN" altLang="en-US" sz="1600"/>
                <a:t>测试</a:t>
              </a:r>
              <a:r>
                <a:rPr lang="en-US" altLang="zh-CN" sz="1600"/>
                <a:t>DELETE http://</a:t>
              </a:r>
              <a:r>
                <a:rPr lang="zh-CN" altLang="en-US" sz="1600"/>
                <a:t>域名</a:t>
              </a:r>
              <a:r>
                <a:rPr lang="en-US" altLang="zh-CN" sz="1600"/>
                <a:t>/[</a:t>
              </a:r>
              <a:r>
                <a:rPr lang="zh-CN" altLang="en-US" sz="1600"/>
                <a:t>姓名拼音</a:t>
              </a:r>
              <a:r>
                <a:rPr lang="en-US" altLang="zh-CN" sz="1600"/>
                <a:t>]v1/sessions</a:t>
              </a:r>
              <a:r>
                <a:rPr lang="zh-CN" altLang="en-US" sz="1600"/>
                <a:t>的预览截图（含地址栏和响应结果）；</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在</a:t>
              </a:r>
              <a:r>
                <a:rPr lang="en-US" altLang="zh-CN" sz="1600"/>
                <a:t>apifox</a:t>
              </a:r>
              <a:r>
                <a:rPr lang="zh-CN" altLang="en-US" sz="1600"/>
                <a:t>测试</a:t>
              </a:r>
              <a:r>
                <a:rPr lang="en-US" altLang="zh-CN" sz="1600"/>
                <a:t>PATCH http://</a:t>
              </a:r>
              <a:r>
                <a:rPr lang="zh-CN" altLang="en-US" sz="1600"/>
                <a:t>域名</a:t>
              </a:r>
              <a:r>
                <a:rPr lang="en-US" altLang="zh-CN" sz="1600"/>
                <a:t>/[</a:t>
              </a:r>
              <a:r>
                <a:rPr lang="zh-CN" altLang="en-US" sz="1600"/>
                <a:t>姓名拼音</a:t>
              </a:r>
              <a:r>
                <a:rPr lang="en-US" altLang="zh-CN" sz="1600"/>
                <a:t>]v1/users</a:t>
              </a:r>
              <a:r>
                <a:rPr lang="zh-CN" altLang="en-US" sz="1600"/>
                <a:t>的预览截图（含地址栏和响应结果）；</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在</a:t>
              </a:r>
              <a:r>
                <a:rPr lang="en-US" altLang="zh-CN" sz="1600"/>
                <a:t>apifox</a:t>
              </a:r>
              <a:r>
                <a:rPr lang="zh-CN" altLang="en-US" sz="1600"/>
                <a:t>测试</a:t>
              </a:r>
              <a:r>
                <a:rPr lang="en-US" altLang="zh-CN" sz="1600"/>
                <a:t>GET http://</a:t>
              </a:r>
              <a:r>
                <a:rPr lang="zh-CN" altLang="en-US" sz="1600"/>
                <a:t>域名</a:t>
              </a:r>
              <a:r>
                <a:rPr lang="en-US" altLang="zh-CN" sz="1600"/>
                <a:t>/[</a:t>
              </a:r>
              <a:r>
                <a:rPr lang="zh-CN" altLang="en-US" sz="1600"/>
                <a:t>姓名拼音</a:t>
              </a:r>
              <a:r>
                <a:rPr lang="en-US" altLang="zh-CN" sz="1600"/>
                <a:t>]v1/tasks</a:t>
              </a:r>
              <a:r>
                <a:rPr lang="zh-CN" altLang="en-US" sz="1600"/>
                <a:t>的预览截图（含地址栏和响应结果）。</a:t>
              </a: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a:t>7</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6035703"/>
              <a:ext cx="10871200" cy="767577"/>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768117"/>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2674</TotalTime>
  <Words>823</Words>
  <Application>Microsoft Office PowerPoint</Application>
  <PresentationFormat>宽屏</PresentationFormat>
  <Paragraphs>104</Paragraphs>
  <Slides>35</Slides>
  <Notes>3</Notes>
  <HiddenSlides>0</HiddenSlides>
  <MMClips>0</MMClips>
  <ScaleCrop>false</ScaleCrop>
  <HeadingPairs>
    <vt:vector size="6" baseType="variant">
      <vt:variant>
        <vt:lpstr>已用的字体</vt:lpstr>
      </vt:variant>
      <vt:variant>
        <vt:i4>4</vt:i4>
      </vt:variant>
      <vt:variant>
        <vt:lpstr>主题</vt:lpstr>
      </vt:variant>
      <vt:variant>
        <vt:i4>7</vt:i4>
      </vt:variant>
      <vt:variant>
        <vt:lpstr>幻灯片标题</vt:lpstr>
      </vt:variant>
      <vt:variant>
        <vt:i4>35</vt:i4>
      </vt:variant>
    </vt:vector>
  </HeadingPairs>
  <TitlesOfParts>
    <vt:vector size="46" baseType="lpstr">
      <vt:lpstr>等线</vt:lpstr>
      <vt:lpstr>等线 Light</vt:lpstr>
      <vt:lpstr>Arial</vt:lpstr>
      <vt:lpstr>Calibri</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作业一~三的提交要求（第十四次课）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707</cp:revision>
  <dcterms:created xsi:type="dcterms:W3CDTF">2026-03-27T11:24:42Z</dcterms:created>
  <dcterms:modified xsi:type="dcterms:W3CDTF">2026-06-02T14:51:50Z</dcterms:modified>
</cp:coreProperties>
</file>