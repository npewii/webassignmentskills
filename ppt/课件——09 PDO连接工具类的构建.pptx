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9" r:id="rId2"/>
    <p:sldMasterId id="2147483689" r:id="rId3"/>
    <p:sldMasterId id="2147483701" r:id="rId4"/>
    <p:sldMasterId id="2147483720" r:id="rId5"/>
    <p:sldMasterId id="2147483732" r:id="rId6"/>
    <p:sldMasterId id="2147483746" r:id="rId7"/>
  </p:sldMasterIdLst>
  <p:notesMasterIdLst>
    <p:notesMasterId r:id="rId35"/>
  </p:notesMasterIdLst>
  <p:sldIdLst>
    <p:sldId id="1235" r:id="rId8"/>
    <p:sldId id="1299" r:id="rId9"/>
    <p:sldId id="1408" r:id="rId10"/>
    <p:sldId id="1399" r:id="rId11"/>
    <p:sldId id="1400" r:id="rId12"/>
    <p:sldId id="1433" r:id="rId13"/>
    <p:sldId id="1445" r:id="rId14"/>
    <p:sldId id="1401" r:id="rId15"/>
    <p:sldId id="1435" r:id="rId16"/>
    <p:sldId id="1443" r:id="rId17"/>
    <p:sldId id="1444" r:id="rId18"/>
    <p:sldId id="1436" r:id="rId19"/>
    <p:sldId id="1434" r:id="rId20"/>
    <p:sldId id="1437" r:id="rId21"/>
    <p:sldId id="1449" r:id="rId22"/>
    <p:sldId id="1448" r:id="rId23"/>
    <p:sldId id="1438" r:id="rId24"/>
    <p:sldId id="1446" r:id="rId25"/>
    <p:sldId id="1439" r:id="rId26"/>
    <p:sldId id="1440" r:id="rId27"/>
    <p:sldId id="1447" r:id="rId28"/>
    <p:sldId id="1403" r:id="rId29"/>
    <p:sldId id="1386" r:id="rId30"/>
    <p:sldId id="1441" r:id="rId31"/>
    <p:sldId id="1442" r:id="rId32"/>
    <p:sldId id="463" r:id="rId33"/>
    <p:sldId id="1338"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B863"/>
    <a:srgbClr val="FFC300"/>
    <a:srgbClr val="91D300"/>
    <a:srgbClr val="10A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91" autoAdjust="0"/>
    <p:restoredTop sz="94023" autoAdjust="0"/>
  </p:normalViewPr>
  <p:slideViewPr>
    <p:cSldViewPr snapToGrid="0">
      <p:cViewPr varScale="1">
        <p:scale>
          <a:sx n="90" d="100"/>
          <a:sy n="90" d="100"/>
        </p:scale>
        <p:origin x="189" y="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tableStyles" Target="tableStyles.xml"/><Relationship Id="rId21" Type="http://schemas.openxmlformats.org/officeDocument/2006/relationships/slide" Target="slides/slide14.xml"/><Relationship Id="rId34" Type="http://schemas.openxmlformats.org/officeDocument/2006/relationships/slide" Target="slides/slide27.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notesMaster" Target="notesMasters/notesMaster1.xml"/><Relationship Id="rId8" Type="http://schemas.openxmlformats.org/officeDocument/2006/relationships/slide" Target="slides/slide1.xml"/><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5D8971-ACB2-4236-B6E6-139E5A972C1D}"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zh-CN" altLang="en-US"/>
        </a:p>
      </dgm:t>
    </dgm:pt>
    <dgm:pt modelId="{0CD59371-3804-449A-9B47-0B19CBE36247}">
      <dgm:prSet phldrT="[文本]" phldr="0"/>
      <dgm:spPr/>
      <dgm:t>
        <a:bodyPr/>
        <a:lstStyle/>
        <a:p>
          <a:r>
            <a:rPr lang="zh-CN" altLang="en-US"/>
            <a:t>项目数据库连接需求分析</a:t>
          </a:r>
        </a:p>
      </dgm:t>
    </dgm:pt>
    <dgm:pt modelId="{B87CE1A8-C5C5-488A-98DA-0AA4CED43805}" type="parTrans" cxnId="{054B20C2-E799-4169-AE2A-F507F94598DF}">
      <dgm:prSet/>
      <dgm:spPr/>
      <dgm:t>
        <a:bodyPr/>
        <a:lstStyle/>
        <a:p>
          <a:endParaRPr lang="zh-CN" altLang="en-US"/>
        </a:p>
      </dgm:t>
    </dgm:pt>
    <dgm:pt modelId="{A0318E7E-A049-4BD8-8325-54A09C602630}" type="sibTrans" cxnId="{054B20C2-E799-4169-AE2A-F507F94598DF}">
      <dgm:prSet/>
      <dgm:spPr/>
      <dgm:t>
        <a:bodyPr/>
        <a:lstStyle/>
        <a:p>
          <a:endParaRPr lang="zh-CN" altLang="en-US"/>
        </a:p>
      </dgm:t>
    </dgm:pt>
    <dgm:pt modelId="{94E6CE77-9DE9-41C1-9DB6-9FBC8D1E6328}">
      <dgm:prSet phldrT="[文本]" phldr="0"/>
      <dgm:spPr/>
      <dgm:t>
        <a:bodyPr/>
        <a:lstStyle/>
        <a:p>
          <a:r>
            <a:rPr lang="zh-CN" altLang="en-US"/>
            <a:t>作业一、二</a:t>
          </a:r>
        </a:p>
      </dgm:t>
    </dgm:pt>
    <dgm:pt modelId="{BFC672D8-F31B-46A4-823B-C1DB3DA6C004}" type="parTrans" cxnId="{700D7E43-C9A4-4CBE-9B9B-C46F4DF9AFBE}">
      <dgm:prSet/>
      <dgm:spPr/>
      <dgm:t>
        <a:bodyPr/>
        <a:lstStyle/>
        <a:p>
          <a:endParaRPr lang="zh-CN" altLang="en-US"/>
        </a:p>
      </dgm:t>
    </dgm:pt>
    <dgm:pt modelId="{751284CF-CC69-4926-9122-E1A1157C50E0}" type="sibTrans" cxnId="{700D7E43-C9A4-4CBE-9B9B-C46F4DF9AFBE}">
      <dgm:prSet/>
      <dgm:spPr/>
      <dgm:t>
        <a:bodyPr/>
        <a:lstStyle/>
        <a:p>
          <a:endParaRPr lang="zh-CN" altLang="en-US"/>
        </a:p>
      </dgm:t>
    </dgm:pt>
    <dgm:pt modelId="{6FFA027B-6581-4638-A349-7C16903D137A}">
      <dgm:prSet phldrT="[文本]" phldr="0"/>
      <dgm:spPr/>
      <dgm:t>
        <a:bodyPr/>
        <a:lstStyle/>
        <a:p>
          <a:r>
            <a:rPr lang="en-US" altLang="zh-CN"/>
            <a:t>PDO</a:t>
          </a:r>
          <a:r>
            <a:rPr lang="zh-CN" altLang="en-US"/>
            <a:t>连接工具类的设计</a:t>
          </a:r>
        </a:p>
      </dgm:t>
    </dgm:pt>
    <dgm:pt modelId="{E43EAABD-ED8F-4F8C-95E5-786D660AE359}" type="parTrans" cxnId="{071BE6C8-EAB6-43FD-8E07-5D78291B5509}">
      <dgm:prSet/>
      <dgm:spPr/>
      <dgm:t>
        <a:bodyPr/>
        <a:lstStyle/>
        <a:p>
          <a:endParaRPr lang="zh-CN" altLang="en-US"/>
        </a:p>
      </dgm:t>
    </dgm:pt>
    <dgm:pt modelId="{B0D4EEB6-40E2-4145-B9BF-90DB0B3DD2B0}" type="sibTrans" cxnId="{071BE6C8-EAB6-43FD-8E07-5D78291B5509}">
      <dgm:prSet/>
      <dgm:spPr/>
      <dgm:t>
        <a:bodyPr/>
        <a:lstStyle/>
        <a:p>
          <a:endParaRPr lang="zh-CN" altLang="en-US"/>
        </a:p>
      </dgm:t>
    </dgm:pt>
    <dgm:pt modelId="{2C5B945A-0AF0-4E44-B6DA-0796784A1540}">
      <dgm:prSet phldrT="[文本]" phldr="0"/>
      <dgm:spPr/>
      <dgm:t>
        <a:bodyPr/>
        <a:lstStyle/>
        <a:p>
          <a:r>
            <a:rPr lang="en-US" altLang="zh-CN"/>
            <a:t>PDO</a:t>
          </a:r>
          <a:r>
            <a:rPr lang="zh-CN" altLang="en-US"/>
            <a:t>连接工具类的代码编写</a:t>
          </a:r>
        </a:p>
      </dgm:t>
    </dgm:pt>
    <dgm:pt modelId="{CCF1F980-9F92-45E8-B44E-C277D0AE7969}" type="parTrans" cxnId="{DCDCAE49-57A7-40F2-9AD9-61E5CC52DB08}">
      <dgm:prSet/>
      <dgm:spPr/>
      <dgm:t>
        <a:bodyPr/>
        <a:lstStyle/>
        <a:p>
          <a:endParaRPr lang="zh-CN" altLang="en-US"/>
        </a:p>
      </dgm:t>
    </dgm:pt>
    <dgm:pt modelId="{1B946CBB-61DD-4C31-B185-7A8074069D88}" type="sibTrans" cxnId="{DCDCAE49-57A7-40F2-9AD9-61E5CC52DB08}">
      <dgm:prSet/>
      <dgm:spPr/>
      <dgm:t>
        <a:bodyPr/>
        <a:lstStyle/>
        <a:p>
          <a:endParaRPr lang="zh-CN" altLang="en-US"/>
        </a:p>
      </dgm:t>
    </dgm:pt>
    <dgm:pt modelId="{4F2DF2AC-C524-4327-9513-ABC3B56A3E87}">
      <dgm:prSet phldrT="[文本]" phldr="0"/>
      <dgm:spPr/>
      <dgm:t>
        <a:bodyPr/>
        <a:lstStyle/>
        <a:p>
          <a:r>
            <a:rPr lang="en-US" altLang="zh-CN"/>
            <a:t>PDO</a:t>
          </a:r>
          <a:r>
            <a:rPr lang="zh-CN" altLang="en-US"/>
            <a:t>连接工具类的实现</a:t>
          </a:r>
        </a:p>
      </dgm:t>
    </dgm:pt>
    <dgm:pt modelId="{F18A4C28-7436-4CDF-9580-215CAD0C0390}" type="parTrans" cxnId="{216219FC-976A-4264-A0DE-EBE19DF0DEB5}">
      <dgm:prSet/>
      <dgm:spPr/>
      <dgm:t>
        <a:bodyPr/>
        <a:lstStyle/>
        <a:p>
          <a:endParaRPr lang="zh-CN" altLang="en-US"/>
        </a:p>
      </dgm:t>
    </dgm:pt>
    <dgm:pt modelId="{8411AF9C-223F-489E-9B93-7D3D197AF8DB}" type="sibTrans" cxnId="{216219FC-976A-4264-A0DE-EBE19DF0DEB5}">
      <dgm:prSet/>
      <dgm:spPr/>
      <dgm:t>
        <a:bodyPr/>
        <a:lstStyle/>
        <a:p>
          <a:endParaRPr lang="zh-CN" altLang="en-US"/>
        </a:p>
      </dgm:t>
    </dgm:pt>
    <dgm:pt modelId="{A72232D4-1CD0-49EC-82B9-99E0C49EC541}" type="pres">
      <dgm:prSet presAssocID="{D55D8971-ACB2-4236-B6E6-139E5A972C1D}" presName="linear" presStyleCnt="0">
        <dgm:presLayoutVars>
          <dgm:dir/>
          <dgm:animLvl val="lvl"/>
          <dgm:resizeHandles val="exact"/>
        </dgm:presLayoutVars>
      </dgm:prSet>
      <dgm:spPr/>
    </dgm:pt>
    <dgm:pt modelId="{FDA8F0CA-906D-4F76-BEB6-48739CFB9228}" type="pres">
      <dgm:prSet presAssocID="{4F2DF2AC-C524-4327-9513-ABC3B56A3E87}" presName="parentLin" presStyleCnt="0"/>
      <dgm:spPr/>
    </dgm:pt>
    <dgm:pt modelId="{DE9E5534-A4F0-468C-BB31-C78DA4FAB13C}" type="pres">
      <dgm:prSet presAssocID="{4F2DF2AC-C524-4327-9513-ABC3B56A3E87}" presName="parentLeftMargin" presStyleLbl="node1" presStyleIdx="0" presStyleCnt="1"/>
      <dgm:spPr/>
    </dgm:pt>
    <dgm:pt modelId="{E5FDA08B-FD1B-4804-B124-C383399EEC9F}" type="pres">
      <dgm:prSet presAssocID="{4F2DF2AC-C524-4327-9513-ABC3B56A3E87}" presName="parentText" presStyleLbl="node1" presStyleIdx="0" presStyleCnt="1">
        <dgm:presLayoutVars>
          <dgm:chMax val="0"/>
          <dgm:bulletEnabled val="1"/>
        </dgm:presLayoutVars>
      </dgm:prSet>
      <dgm:spPr/>
    </dgm:pt>
    <dgm:pt modelId="{4620EB95-DBBE-46CA-8C66-43D7B0EDA864}" type="pres">
      <dgm:prSet presAssocID="{4F2DF2AC-C524-4327-9513-ABC3B56A3E87}" presName="negativeSpace" presStyleCnt="0"/>
      <dgm:spPr/>
    </dgm:pt>
    <dgm:pt modelId="{1D2EAECA-E627-472D-9A32-3108FFA79EA9}" type="pres">
      <dgm:prSet presAssocID="{4F2DF2AC-C524-4327-9513-ABC3B56A3E87}" presName="childText" presStyleLbl="conFgAcc1" presStyleIdx="0" presStyleCnt="1">
        <dgm:presLayoutVars>
          <dgm:bulletEnabled val="1"/>
        </dgm:presLayoutVars>
      </dgm:prSet>
      <dgm:spPr/>
    </dgm:pt>
  </dgm:ptLst>
  <dgm:cxnLst>
    <dgm:cxn modelId="{38E27307-3D3A-4FB7-BBAA-AB9C8E3BB763}" type="presOf" srcId="{D55D8971-ACB2-4236-B6E6-139E5A972C1D}" destId="{A72232D4-1CD0-49EC-82B9-99E0C49EC541}" srcOrd="0" destOrd="0" presId="urn:microsoft.com/office/officeart/2005/8/layout/list1"/>
    <dgm:cxn modelId="{260CAB31-350F-484A-9B62-90B38A936B6F}" type="presOf" srcId="{4F2DF2AC-C524-4327-9513-ABC3B56A3E87}" destId="{E5FDA08B-FD1B-4804-B124-C383399EEC9F}" srcOrd="1" destOrd="0" presId="urn:microsoft.com/office/officeart/2005/8/layout/list1"/>
    <dgm:cxn modelId="{EE4E4841-2871-49E5-988E-4150CA9539A9}" type="presOf" srcId="{0CD59371-3804-449A-9B47-0B19CBE36247}" destId="{1D2EAECA-E627-472D-9A32-3108FFA79EA9}" srcOrd="0" destOrd="0" presId="urn:microsoft.com/office/officeart/2005/8/layout/list1"/>
    <dgm:cxn modelId="{D31C7A61-7B2A-4082-A259-1B42676D7B3C}" type="presOf" srcId="{6FFA027B-6581-4638-A349-7C16903D137A}" destId="{1D2EAECA-E627-472D-9A32-3108FFA79EA9}" srcOrd="0" destOrd="1" presId="urn:microsoft.com/office/officeart/2005/8/layout/list1"/>
    <dgm:cxn modelId="{700D7E43-C9A4-4CBE-9B9B-C46F4DF9AFBE}" srcId="{4F2DF2AC-C524-4327-9513-ABC3B56A3E87}" destId="{94E6CE77-9DE9-41C1-9DB6-9FBC8D1E6328}" srcOrd="3" destOrd="0" parTransId="{BFC672D8-F31B-46A4-823B-C1DB3DA6C004}" sibTransId="{751284CF-CC69-4926-9122-E1A1157C50E0}"/>
    <dgm:cxn modelId="{DCDCAE49-57A7-40F2-9AD9-61E5CC52DB08}" srcId="{4F2DF2AC-C524-4327-9513-ABC3B56A3E87}" destId="{2C5B945A-0AF0-4E44-B6DA-0796784A1540}" srcOrd="2" destOrd="0" parTransId="{CCF1F980-9F92-45E8-B44E-C277D0AE7969}" sibTransId="{1B946CBB-61DD-4C31-B185-7A8074069D88}"/>
    <dgm:cxn modelId="{05AB656A-8913-4B9A-8E78-EDB03601CD90}" type="presOf" srcId="{4F2DF2AC-C524-4327-9513-ABC3B56A3E87}" destId="{DE9E5534-A4F0-468C-BB31-C78DA4FAB13C}" srcOrd="0" destOrd="0" presId="urn:microsoft.com/office/officeart/2005/8/layout/list1"/>
    <dgm:cxn modelId="{D45E52B3-8A15-4A27-B106-8EEB6D63D42F}" type="presOf" srcId="{2C5B945A-0AF0-4E44-B6DA-0796784A1540}" destId="{1D2EAECA-E627-472D-9A32-3108FFA79EA9}" srcOrd="0" destOrd="2" presId="urn:microsoft.com/office/officeart/2005/8/layout/list1"/>
    <dgm:cxn modelId="{054B20C2-E799-4169-AE2A-F507F94598DF}" srcId="{4F2DF2AC-C524-4327-9513-ABC3B56A3E87}" destId="{0CD59371-3804-449A-9B47-0B19CBE36247}" srcOrd="0" destOrd="0" parTransId="{B87CE1A8-C5C5-488A-98DA-0AA4CED43805}" sibTransId="{A0318E7E-A049-4BD8-8325-54A09C602630}"/>
    <dgm:cxn modelId="{071BE6C8-EAB6-43FD-8E07-5D78291B5509}" srcId="{4F2DF2AC-C524-4327-9513-ABC3B56A3E87}" destId="{6FFA027B-6581-4638-A349-7C16903D137A}" srcOrd="1" destOrd="0" parTransId="{E43EAABD-ED8F-4F8C-95E5-786D660AE359}" sibTransId="{B0D4EEB6-40E2-4145-B9BF-90DB0B3DD2B0}"/>
    <dgm:cxn modelId="{CB8B5DF5-C14A-45FA-9D3B-1AA501C61D31}" type="presOf" srcId="{94E6CE77-9DE9-41C1-9DB6-9FBC8D1E6328}" destId="{1D2EAECA-E627-472D-9A32-3108FFA79EA9}" srcOrd="0" destOrd="3" presId="urn:microsoft.com/office/officeart/2005/8/layout/list1"/>
    <dgm:cxn modelId="{216219FC-976A-4264-A0DE-EBE19DF0DEB5}" srcId="{D55D8971-ACB2-4236-B6E6-139E5A972C1D}" destId="{4F2DF2AC-C524-4327-9513-ABC3B56A3E87}" srcOrd="0" destOrd="0" parTransId="{F18A4C28-7436-4CDF-9580-215CAD0C0390}" sibTransId="{8411AF9C-223F-489E-9B93-7D3D197AF8DB}"/>
    <dgm:cxn modelId="{A9C65DD7-1162-4E27-8A69-2DAA6790A13E}" type="presParOf" srcId="{A72232D4-1CD0-49EC-82B9-99E0C49EC541}" destId="{FDA8F0CA-906D-4F76-BEB6-48739CFB9228}" srcOrd="0" destOrd="0" presId="urn:microsoft.com/office/officeart/2005/8/layout/list1"/>
    <dgm:cxn modelId="{34F804E4-F34F-435E-8708-720E89E8B59B}" type="presParOf" srcId="{FDA8F0CA-906D-4F76-BEB6-48739CFB9228}" destId="{DE9E5534-A4F0-468C-BB31-C78DA4FAB13C}" srcOrd="0" destOrd="0" presId="urn:microsoft.com/office/officeart/2005/8/layout/list1"/>
    <dgm:cxn modelId="{E5546C6D-A02B-4B73-93D9-FA3F88ED5158}" type="presParOf" srcId="{FDA8F0CA-906D-4F76-BEB6-48739CFB9228}" destId="{E5FDA08B-FD1B-4804-B124-C383399EEC9F}" srcOrd="1" destOrd="0" presId="urn:microsoft.com/office/officeart/2005/8/layout/list1"/>
    <dgm:cxn modelId="{1479E37D-69BB-4755-92A1-6074934D1C6B}" type="presParOf" srcId="{A72232D4-1CD0-49EC-82B9-99E0C49EC541}" destId="{4620EB95-DBBE-46CA-8C66-43D7B0EDA864}" srcOrd="1" destOrd="0" presId="urn:microsoft.com/office/officeart/2005/8/layout/list1"/>
    <dgm:cxn modelId="{346DE664-6099-4791-BBFE-75A10B337319}" type="presParOf" srcId="{A72232D4-1CD0-49EC-82B9-99E0C49EC541}" destId="{1D2EAECA-E627-472D-9A32-3108FFA79EA9}"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3D8515-1105-4CC3-9A47-484C8BFD1F4D}" type="doc">
      <dgm:prSet loTypeId="urn:microsoft.com/office/officeart/2005/8/layout/hierarchy1" loCatId="hierarchy" qsTypeId="urn:microsoft.com/office/officeart/2005/8/quickstyle/simple1" qsCatId="simple" csTypeId="urn:microsoft.com/office/officeart/2005/8/colors/colorful4" csCatId="colorful" phldr="1"/>
      <dgm:spPr/>
      <dgm:t>
        <a:bodyPr/>
        <a:lstStyle/>
        <a:p>
          <a:endParaRPr lang="zh-CN" altLang="en-US"/>
        </a:p>
      </dgm:t>
    </dgm:pt>
    <dgm:pt modelId="{84CE1EDA-90F7-4A20-A692-F6E805374F91}">
      <dgm:prSet phldrT="[文本]" custT="1"/>
      <dgm:spPr>
        <a:ln>
          <a:solidFill>
            <a:srgbClr val="7030A0"/>
          </a:solidFill>
        </a:ln>
      </dgm:spPr>
      <dgm:t>
        <a:bodyPr/>
        <a:lstStyle/>
        <a:p>
          <a:pPr algn="ctr"/>
          <a:r>
            <a:rPr lang="zh-CN" altLang="en-US" sz="1200"/>
            <a:t>外部业务代码调用</a:t>
          </a:r>
          <a:r>
            <a:rPr lang="en-US" altLang="zh-CN" sz="1200"/>
            <a:t>DB</a:t>
          </a:r>
          <a:r>
            <a:rPr lang="zh-CN" altLang="en-US" sz="1200"/>
            <a:t>类</a:t>
          </a:r>
        </a:p>
      </dgm:t>
    </dgm:pt>
    <dgm:pt modelId="{D623F4A5-C3EF-450A-9930-4D32852DB719}" type="parTrans" cxnId="{13FED914-5A53-451F-A5D5-6F1455DD4E1E}">
      <dgm:prSet/>
      <dgm:spPr/>
      <dgm:t>
        <a:bodyPr/>
        <a:lstStyle/>
        <a:p>
          <a:pPr algn="ctr"/>
          <a:endParaRPr lang="zh-CN" altLang="en-US" sz="4800"/>
        </a:p>
      </dgm:t>
    </dgm:pt>
    <dgm:pt modelId="{787BAD49-E51B-4B9A-8AB5-0BD70C264840}" type="sibTrans" cxnId="{13FED914-5A53-451F-A5D5-6F1455DD4E1E}">
      <dgm:prSet/>
      <dgm:spPr/>
      <dgm:t>
        <a:bodyPr/>
        <a:lstStyle/>
        <a:p>
          <a:pPr algn="ctr"/>
          <a:endParaRPr lang="zh-CN" altLang="en-US" sz="4800"/>
        </a:p>
      </dgm:t>
    </dgm:pt>
    <dgm:pt modelId="{65D695D5-01D0-4EFA-8AA5-47333660528A}">
      <dgm:prSet phldrT="[文本]" custT="1"/>
      <dgm:spPr/>
      <dgm:t>
        <a:bodyPr/>
        <a:lstStyle/>
        <a:p>
          <a:pPr algn="ctr"/>
          <a:r>
            <a:rPr lang="en-US" altLang="zh-CN" sz="1200"/>
            <a:t>getInstance()</a:t>
          </a:r>
          <a:br>
            <a:rPr lang="en-US" altLang="zh-CN" sz="1200"/>
          </a:br>
          <a:r>
            <a:rPr lang="zh-CN" altLang="en-US" sz="1200"/>
            <a:t>（静态方法）</a:t>
          </a:r>
        </a:p>
      </dgm:t>
    </dgm:pt>
    <dgm:pt modelId="{F5BA5FEA-FF35-4D4D-8B5F-00EB283466E8}" type="parTrans" cxnId="{7018A33C-FEAE-4BFE-B00E-DC7DBCB37568}">
      <dgm:prSet/>
      <dgm:spPr/>
      <dgm:t>
        <a:bodyPr/>
        <a:lstStyle/>
        <a:p>
          <a:pPr algn="ctr"/>
          <a:endParaRPr lang="zh-CN" altLang="en-US" sz="4800"/>
        </a:p>
      </dgm:t>
    </dgm:pt>
    <dgm:pt modelId="{6AA685BF-0EA7-4557-AEAA-AE3EF26B6991}" type="sibTrans" cxnId="{7018A33C-FEAE-4BFE-B00E-DC7DBCB37568}">
      <dgm:prSet/>
      <dgm:spPr/>
      <dgm:t>
        <a:bodyPr/>
        <a:lstStyle/>
        <a:p>
          <a:pPr algn="ctr"/>
          <a:endParaRPr lang="zh-CN" altLang="en-US" sz="4800"/>
        </a:p>
      </dgm:t>
    </dgm:pt>
    <dgm:pt modelId="{588D3377-BCA7-4D48-83D3-DE147E55A94F}">
      <dgm:prSet phldrT="[文本]" custT="1"/>
      <dgm:spPr/>
      <dgm:t>
        <a:bodyPr/>
        <a:lstStyle/>
        <a:p>
          <a:pPr algn="ctr"/>
          <a:r>
            <a:rPr lang="en-US" altLang="zh-CN" sz="1200"/>
            <a:t>__construct()</a:t>
          </a:r>
          <a:br>
            <a:rPr lang="en-US" altLang="zh-CN" sz="1200"/>
          </a:br>
          <a:r>
            <a:rPr lang="zh-CN" altLang="en-US" sz="1200"/>
            <a:t>私有构造方法</a:t>
          </a:r>
        </a:p>
      </dgm:t>
    </dgm:pt>
    <dgm:pt modelId="{894B7646-2D9D-4E84-8E75-3F4FA2AC2385}" type="parTrans" cxnId="{3B4A63E6-C87B-4599-B4AF-E4618FFDE70F}">
      <dgm:prSet/>
      <dgm:spPr/>
      <dgm:t>
        <a:bodyPr/>
        <a:lstStyle/>
        <a:p>
          <a:pPr algn="ctr"/>
          <a:endParaRPr lang="zh-CN" altLang="en-US" sz="4800"/>
        </a:p>
      </dgm:t>
    </dgm:pt>
    <dgm:pt modelId="{BBAC50BE-60C8-4F4D-942B-75834B6D1367}" type="sibTrans" cxnId="{3B4A63E6-C87B-4599-B4AF-E4618FFDE70F}">
      <dgm:prSet/>
      <dgm:spPr/>
      <dgm:t>
        <a:bodyPr/>
        <a:lstStyle/>
        <a:p>
          <a:pPr algn="ctr"/>
          <a:endParaRPr lang="zh-CN" altLang="en-US" sz="4800"/>
        </a:p>
      </dgm:t>
    </dgm:pt>
    <dgm:pt modelId="{BD7A6B3E-5BF5-44E7-B702-2B0FA7AA90A2}">
      <dgm:prSet phldrT="[文本]" custT="1"/>
      <dgm:spPr/>
      <dgm:t>
        <a:bodyPr/>
        <a:lstStyle/>
        <a:p>
          <a:pPr algn="ctr"/>
          <a:r>
            <a:rPr lang="en-US" altLang="zh-CN" sz="1200"/>
            <a:t>connect()</a:t>
          </a:r>
          <a:br>
            <a:rPr lang="en-US" altLang="zh-CN" sz="1200"/>
          </a:br>
          <a:r>
            <a:rPr lang="zh-CN" altLang="en-US" sz="1200"/>
            <a:t>（建立连接）</a:t>
          </a:r>
        </a:p>
      </dgm:t>
    </dgm:pt>
    <dgm:pt modelId="{250E0045-E1E5-4BC5-9460-CA8A85F69772}" type="parTrans" cxnId="{1CE09DED-ED38-4CB0-ACD6-7300A1488DB7}">
      <dgm:prSet/>
      <dgm:spPr/>
      <dgm:t>
        <a:bodyPr/>
        <a:lstStyle/>
        <a:p>
          <a:pPr algn="ctr"/>
          <a:endParaRPr lang="zh-CN" altLang="en-US" sz="4800"/>
        </a:p>
      </dgm:t>
    </dgm:pt>
    <dgm:pt modelId="{0C580083-A19E-4A2A-8917-3B457C70DB18}" type="sibTrans" cxnId="{1CE09DED-ED38-4CB0-ACD6-7300A1488DB7}">
      <dgm:prSet/>
      <dgm:spPr/>
      <dgm:t>
        <a:bodyPr/>
        <a:lstStyle/>
        <a:p>
          <a:pPr algn="ctr"/>
          <a:endParaRPr lang="zh-CN" altLang="en-US" sz="4800"/>
        </a:p>
      </dgm:t>
    </dgm:pt>
    <dgm:pt modelId="{E3FAE5B3-D074-491B-8C7C-4FC6BD9AD910}">
      <dgm:prSet phldrT="[文本]" custT="1"/>
      <dgm:spPr/>
      <dgm:t>
        <a:bodyPr/>
        <a:lstStyle/>
        <a:p>
          <a:pPr algn="ctr"/>
          <a:r>
            <a:rPr lang="en-US" altLang="zh-CN" sz="1200"/>
            <a:t>createTransactionConnection</a:t>
          </a:r>
          <a:endParaRPr lang="zh-CN" altLang="en-US" sz="1200"/>
        </a:p>
      </dgm:t>
    </dgm:pt>
    <dgm:pt modelId="{BF5AD5B4-4901-4ED5-96AF-8D15A129B10A}" type="parTrans" cxnId="{0F5A3DF7-EF17-41D1-B7D0-33DA16462176}">
      <dgm:prSet/>
      <dgm:spPr/>
      <dgm:t>
        <a:bodyPr/>
        <a:lstStyle/>
        <a:p>
          <a:pPr algn="ctr"/>
          <a:endParaRPr lang="zh-CN" altLang="en-US" sz="4800"/>
        </a:p>
      </dgm:t>
    </dgm:pt>
    <dgm:pt modelId="{9A0B67A5-6F4B-4509-8499-12D574E2BBDC}" type="sibTrans" cxnId="{0F5A3DF7-EF17-41D1-B7D0-33DA16462176}">
      <dgm:prSet/>
      <dgm:spPr/>
      <dgm:t>
        <a:bodyPr/>
        <a:lstStyle/>
        <a:p>
          <a:pPr algn="ctr"/>
          <a:endParaRPr lang="zh-CN" altLang="en-US" sz="4800"/>
        </a:p>
      </dgm:t>
    </dgm:pt>
    <dgm:pt modelId="{B2B1D9D8-ECF5-4AB6-8185-8E2C50DA50B1}">
      <dgm:prSet phldrT="[文本]" custT="1"/>
      <dgm:spPr/>
      <dgm:t>
        <a:bodyPr/>
        <a:lstStyle/>
        <a:p>
          <a:pPr algn="ctr"/>
          <a:r>
            <a:rPr lang="en-US" altLang="zh-CN" sz="1200"/>
            <a:t>__construct()</a:t>
          </a:r>
          <a:br>
            <a:rPr lang="en-US" altLang="zh-CN" sz="1200"/>
          </a:br>
          <a:r>
            <a:rPr lang="zh-CN" altLang="en-US" sz="1200"/>
            <a:t>私有构造方法</a:t>
          </a:r>
        </a:p>
      </dgm:t>
    </dgm:pt>
    <dgm:pt modelId="{1EC3D51B-C883-4A9B-A0A2-5B6B8C434315}" type="parTrans" cxnId="{3D35FDCF-9589-4EEA-B7B6-62EEC1AD3AB5}">
      <dgm:prSet/>
      <dgm:spPr/>
      <dgm:t>
        <a:bodyPr/>
        <a:lstStyle/>
        <a:p>
          <a:pPr algn="ctr"/>
          <a:endParaRPr lang="zh-CN" altLang="en-US" sz="4800"/>
        </a:p>
      </dgm:t>
    </dgm:pt>
    <dgm:pt modelId="{58CFE6E6-96B5-4CFF-81FD-063694D39280}" type="sibTrans" cxnId="{3D35FDCF-9589-4EEA-B7B6-62EEC1AD3AB5}">
      <dgm:prSet/>
      <dgm:spPr/>
      <dgm:t>
        <a:bodyPr/>
        <a:lstStyle/>
        <a:p>
          <a:pPr algn="ctr"/>
          <a:endParaRPr lang="zh-CN" altLang="en-US" sz="4800"/>
        </a:p>
      </dgm:t>
    </dgm:pt>
    <dgm:pt modelId="{561A86A5-36F1-45CB-A333-2E5D8C36AC96}">
      <dgm:prSet phldrT="[文本]" custT="1"/>
      <dgm:spPr/>
      <dgm:t>
        <a:bodyPr/>
        <a:lstStyle/>
        <a:p>
          <a:pPr algn="ctr"/>
          <a:r>
            <a:rPr lang="en-US" altLang="zh-CN" sz="1200"/>
            <a:t>PDO</a:t>
          </a:r>
          <a:r>
            <a:rPr lang="zh-CN" altLang="en-US" sz="1200"/>
            <a:t>类的方法调用</a:t>
          </a:r>
        </a:p>
      </dgm:t>
    </dgm:pt>
    <dgm:pt modelId="{51FC3EEE-7A3D-4633-974D-B90E9DE19A0E}" type="parTrans" cxnId="{25508B39-1F38-4C5F-BF68-50B70369D38E}">
      <dgm:prSet/>
      <dgm:spPr/>
      <dgm:t>
        <a:bodyPr/>
        <a:lstStyle/>
        <a:p>
          <a:pPr algn="ctr"/>
          <a:endParaRPr lang="zh-CN" altLang="en-US" sz="4800"/>
        </a:p>
      </dgm:t>
    </dgm:pt>
    <dgm:pt modelId="{E42D508B-5ED9-4010-A723-4A4AC2A9165B}" type="sibTrans" cxnId="{25508B39-1F38-4C5F-BF68-50B70369D38E}">
      <dgm:prSet/>
      <dgm:spPr/>
      <dgm:t>
        <a:bodyPr/>
        <a:lstStyle/>
        <a:p>
          <a:pPr algn="ctr"/>
          <a:endParaRPr lang="zh-CN" altLang="en-US" sz="4800"/>
        </a:p>
      </dgm:t>
    </dgm:pt>
    <dgm:pt modelId="{9EEF8953-1209-431B-B075-BCE7D3717836}">
      <dgm:prSet phldrT="[文本]" custT="1"/>
      <dgm:spPr/>
      <dgm:t>
        <a:bodyPr/>
        <a:lstStyle/>
        <a:p>
          <a:pPr algn="ctr"/>
          <a:r>
            <a:rPr lang="en-US" altLang="zh-CN" sz="1200"/>
            <a:t>getDbConfig()</a:t>
          </a:r>
          <a:br>
            <a:rPr lang="en-US" altLang="zh-CN" sz="1200"/>
          </a:br>
          <a:r>
            <a:rPr lang="zh-CN" altLang="en-US" sz="1200"/>
            <a:t>（加载配置）</a:t>
          </a:r>
        </a:p>
      </dgm:t>
    </dgm:pt>
    <dgm:pt modelId="{40CB9649-F4E1-4087-BD25-0FD0AC8F7025}" type="parTrans" cxnId="{709BC685-2125-476C-8C81-E32320EE2F69}">
      <dgm:prSet/>
      <dgm:spPr/>
      <dgm:t>
        <a:bodyPr/>
        <a:lstStyle/>
        <a:p>
          <a:pPr algn="ctr"/>
          <a:endParaRPr lang="zh-CN" altLang="en-US" sz="4800"/>
        </a:p>
      </dgm:t>
    </dgm:pt>
    <dgm:pt modelId="{FB775C78-2E71-4902-8876-58BF5BDE0824}" type="sibTrans" cxnId="{709BC685-2125-476C-8C81-E32320EE2F69}">
      <dgm:prSet/>
      <dgm:spPr/>
      <dgm:t>
        <a:bodyPr/>
        <a:lstStyle/>
        <a:p>
          <a:pPr algn="ctr"/>
          <a:endParaRPr lang="zh-CN" altLang="en-US" sz="4800"/>
        </a:p>
      </dgm:t>
    </dgm:pt>
    <dgm:pt modelId="{0F3C68C6-5FD1-4571-946D-450BECCD58A3}">
      <dgm:prSet phldrT="[文本]" custT="1"/>
      <dgm:spPr/>
      <dgm:t>
        <a:bodyPr/>
        <a:lstStyle/>
        <a:p>
          <a:pPr algn="ctr"/>
          <a:r>
            <a:rPr lang="en-US" altLang="zh-CN" sz="1200"/>
            <a:t>__callStatic()</a:t>
          </a:r>
          <a:br>
            <a:rPr lang="en-US" altLang="zh-CN" sz="1200"/>
          </a:br>
          <a:r>
            <a:rPr lang="zh-CN" altLang="en-US" sz="1200"/>
            <a:t>（静态方法）</a:t>
          </a:r>
        </a:p>
      </dgm:t>
    </dgm:pt>
    <dgm:pt modelId="{8A9FD96C-0E00-41E4-8FE8-F8BDBD2FF706}" type="parTrans" cxnId="{390189B7-E372-46C5-A046-B395A5B3F8EA}">
      <dgm:prSet/>
      <dgm:spPr/>
      <dgm:t>
        <a:bodyPr/>
        <a:lstStyle/>
        <a:p>
          <a:pPr algn="ctr"/>
          <a:endParaRPr lang="zh-CN" altLang="en-US" sz="4800"/>
        </a:p>
      </dgm:t>
    </dgm:pt>
    <dgm:pt modelId="{24884240-0F6F-48DC-8BE8-8D4D7B6373B0}" type="sibTrans" cxnId="{390189B7-E372-46C5-A046-B395A5B3F8EA}">
      <dgm:prSet/>
      <dgm:spPr/>
      <dgm:t>
        <a:bodyPr/>
        <a:lstStyle/>
        <a:p>
          <a:pPr algn="ctr"/>
          <a:endParaRPr lang="zh-CN" altLang="en-US" sz="4800"/>
        </a:p>
      </dgm:t>
    </dgm:pt>
    <dgm:pt modelId="{9DD6A34F-63E9-40C3-8E21-4CF29DF3B9B8}">
      <dgm:prSet phldrT="[文本]" custT="1"/>
      <dgm:spPr/>
      <dgm:t>
        <a:bodyPr/>
        <a:lstStyle/>
        <a:p>
          <a:pPr algn="ctr"/>
          <a:r>
            <a:rPr lang="en-US" altLang="zh-CN" sz="1200"/>
            <a:t>__call</a:t>
          </a:r>
          <a:br>
            <a:rPr lang="en-US" altLang="zh-CN" sz="1200"/>
          </a:br>
          <a:r>
            <a:rPr lang="zh-CN" altLang="en-US" sz="1200"/>
            <a:t>（动态方法）</a:t>
          </a:r>
        </a:p>
      </dgm:t>
    </dgm:pt>
    <dgm:pt modelId="{826018EB-FDB4-4A3A-BCEE-9B573A147B2D}" type="parTrans" cxnId="{C801F86D-A535-48DC-9AAA-094293D96BA4}">
      <dgm:prSet/>
      <dgm:spPr/>
      <dgm:t>
        <a:bodyPr/>
        <a:lstStyle/>
        <a:p>
          <a:pPr algn="ctr"/>
          <a:endParaRPr lang="zh-CN" altLang="en-US" sz="4800"/>
        </a:p>
      </dgm:t>
    </dgm:pt>
    <dgm:pt modelId="{7028E8EF-F88F-46D4-991E-87F2F0F2B076}" type="sibTrans" cxnId="{C801F86D-A535-48DC-9AAA-094293D96BA4}">
      <dgm:prSet/>
      <dgm:spPr/>
      <dgm:t>
        <a:bodyPr/>
        <a:lstStyle/>
        <a:p>
          <a:pPr algn="ctr"/>
          <a:endParaRPr lang="zh-CN" altLang="en-US" sz="4800"/>
        </a:p>
      </dgm:t>
    </dgm:pt>
    <dgm:pt modelId="{1051AEC1-AE76-427E-817A-866EC599E8E1}">
      <dgm:prSet phldrT="[文本]" custT="1"/>
      <dgm:spPr/>
      <dgm:t>
        <a:bodyPr/>
        <a:lstStyle/>
        <a:p>
          <a:pPr algn="ctr"/>
          <a:r>
            <a:rPr lang="en-US" altLang="zh-CN" sz="1200"/>
            <a:t>connect()</a:t>
          </a:r>
          <a:br>
            <a:rPr lang="en-US" altLang="zh-CN" sz="1200"/>
          </a:br>
          <a:r>
            <a:rPr lang="zh-CN" altLang="en-US" sz="1200"/>
            <a:t>（建立连接）</a:t>
          </a:r>
        </a:p>
      </dgm:t>
    </dgm:pt>
    <dgm:pt modelId="{A77B7C2A-4BF5-4FF4-B912-930963321C43}" type="parTrans" cxnId="{15D0136C-5416-4D50-9A40-55C2B670B6BB}">
      <dgm:prSet/>
      <dgm:spPr/>
      <dgm:t>
        <a:bodyPr/>
        <a:lstStyle/>
        <a:p>
          <a:endParaRPr lang="zh-CN" altLang="en-US" sz="3600"/>
        </a:p>
      </dgm:t>
    </dgm:pt>
    <dgm:pt modelId="{EC1B13FA-BF2B-4D04-86E1-454691E9EDA6}" type="sibTrans" cxnId="{15D0136C-5416-4D50-9A40-55C2B670B6BB}">
      <dgm:prSet/>
      <dgm:spPr/>
      <dgm:t>
        <a:bodyPr/>
        <a:lstStyle/>
        <a:p>
          <a:endParaRPr lang="zh-CN" altLang="en-US" sz="3600"/>
        </a:p>
      </dgm:t>
    </dgm:pt>
    <dgm:pt modelId="{64E00FF1-E020-40AC-B698-D666EE5DBB59}">
      <dgm:prSet phldrT="[文本]" custT="1"/>
      <dgm:spPr/>
      <dgm:t>
        <a:bodyPr/>
        <a:lstStyle/>
        <a:p>
          <a:r>
            <a:rPr lang="en-US" altLang="zh-CN" sz="1400"/>
            <a:t>getDbConfig()</a:t>
          </a:r>
          <a:br>
            <a:rPr lang="en-US" altLang="zh-CN" sz="1400"/>
          </a:br>
          <a:r>
            <a:rPr lang="zh-CN" altLang="en-US" sz="1400"/>
            <a:t>（加载配置）</a:t>
          </a:r>
        </a:p>
      </dgm:t>
    </dgm:pt>
    <dgm:pt modelId="{B8E92EF8-2F12-4001-8CDB-1917748F3BEC}" type="parTrans" cxnId="{0D25AFCE-DC3F-42F7-A2ED-1D2770B37E43}">
      <dgm:prSet/>
      <dgm:spPr/>
      <dgm:t>
        <a:bodyPr/>
        <a:lstStyle/>
        <a:p>
          <a:endParaRPr lang="zh-CN" altLang="en-US" sz="3600"/>
        </a:p>
      </dgm:t>
    </dgm:pt>
    <dgm:pt modelId="{2AABEE55-775B-4731-909E-0A8AC101102C}" type="sibTrans" cxnId="{0D25AFCE-DC3F-42F7-A2ED-1D2770B37E43}">
      <dgm:prSet/>
      <dgm:spPr/>
      <dgm:t>
        <a:bodyPr/>
        <a:lstStyle/>
        <a:p>
          <a:endParaRPr lang="zh-CN" altLang="en-US" sz="3600"/>
        </a:p>
      </dgm:t>
    </dgm:pt>
    <dgm:pt modelId="{6E65D3FD-0EE7-4129-9789-D4A0D67B6C61}">
      <dgm:prSet phldrT="[文本]" custT="1"/>
      <dgm:spPr/>
      <dgm:t>
        <a:bodyPr/>
        <a:lstStyle/>
        <a:p>
          <a:pPr algn="ctr"/>
          <a:r>
            <a:rPr lang="en-US" altLang="zh-CN" sz="1200"/>
            <a:t>PDO</a:t>
          </a:r>
          <a:r>
            <a:rPr lang="zh-CN" altLang="en-US" sz="1200"/>
            <a:t>原生静态方法</a:t>
          </a:r>
        </a:p>
      </dgm:t>
    </dgm:pt>
    <dgm:pt modelId="{E4B974CE-262B-412E-A31D-C65340E9090C}" type="parTrans" cxnId="{5071AF7B-F409-4314-9F7C-646919C99CDF}">
      <dgm:prSet/>
      <dgm:spPr/>
      <dgm:t>
        <a:bodyPr/>
        <a:lstStyle/>
        <a:p>
          <a:endParaRPr lang="zh-CN" altLang="en-US" sz="3200"/>
        </a:p>
      </dgm:t>
    </dgm:pt>
    <dgm:pt modelId="{D3DFDD42-BC80-4F90-9360-B0C9614B00B6}" type="sibTrans" cxnId="{5071AF7B-F409-4314-9F7C-646919C99CDF}">
      <dgm:prSet/>
      <dgm:spPr/>
      <dgm:t>
        <a:bodyPr/>
        <a:lstStyle/>
        <a:p>
          <a:endParaRPr lang="zh-CN" altLang="en-US" sz="3200"/>
        </a:p>
      </dgm:t>
    </dgm:pt>
    <dgm:pt modelId="{74345772-D9DC-4446-A8B4-33EEE75A403E}">
      <dgm:prSet phldrT="[文本]" custT="1"/>
      <dgm:spPr/>
      <dgm:t>
        <a:bodyPr/>
        <a:lstStyle/>
        <a:p>
          <a:pPr algn="ctr"/>
          <a:r>
            <a:rPr lang="en-US" altLang="zh-CN" sz="1200"/>
            <a:t>PDO</a:t>
          </a:r>
          <a:r>
            <a:rPr lang="zh-CN" altLang="en-US" sz="1200"/>
            <a:t>原生动态方法</a:t>
          </a:r>
        </a:p>
      </dgm:t>
    </dgm:pt>
    <dgm:pt modelId="{89C20ECC-1466-4267-9527-7F22160845E7}" type="parTrans" cxnId="{1DCAFC78-A516-43F0-8FD4-50ED49AA264A}">
      <dgm:prSet/>
      <dgm:spPr/>
      <dgm:t>
        <a:bodyPr/>
        <a:lstStyle/>
        <a:p>
          <a:endParaRPr lang="zh-CN" altLang="en-US" sz="3200"/>
        </a:p>
      </dgm:t>
    </dgm:pt>
    <dgm:pt modelId="{F1B80FFF-6E63-46FC-AF6A-32FCD126C686}" type="sibTrans" cxnId="{1DCAFC78-A516-43F0-8FD4-50ED49AA264A}">
      <dgm:prSet/>
      <dgm:spPr/>
      <dgm:t>
        <a:bodyPr/>
        <a:lstStyle/>
        <a:p>
          <a:endParaRPr lang="zh-CN" altLang="en-US" sz="3200"/>
        </a:p>
      </dgm:t>
    </dgm:pt>
    <dgm:pt modelId="{453505F4-DC3C-448C-A480-070AF4CECA76}" type="pres">
      <dgm:prSet presAssocID="{523D8515-1105-4CC3-9A47-484C8BFD1F4D}" presName="hierChild1" presStyleCnt="0">
        <dgm:presLayoutVars>
          <dgm:chPref val="1"/>
          <dgm:dir/>
          <dgm:animOne val="branch"/>
          <dgm:animLvl val="lvl"/>
          <dgm:resizeHandles/>
        </dgm:presLayoutVars>
      </dgm:prSet>
      <dgm:spPr/>
    </dgm:pt>
    <dgm:pt modelId="{B8B78A0C-655E-4233-9687-87E2583CFDE9}" type="pres">
      <dgm:prSet presAssocID="{84CE1EDA-90F7-4A20-A692-F6E805374F91}" presName="hierRoot1" presStyleCnt="0"/>
      <dgm:spPr/>
    </dgm:pt>
    <dgm:pt modelId="{5813885D-4937-4DC7-B0D1-C0BB41C86905}" type="pres">
      <dgm:prSet presAssocID="{84CE1EDA-90F7-4A20-A692-F6E805374F91}" presName="composite" presStyleCnt="0"/>
      <dgm:spPr/>
    </dgm:pt>
    <dgm:pt modelId="{677F0CFB-C7DD-4EAB-8820-9E46A080C877}" type="pres">
      <dgm:prSet presAssocID="{84CE1EDA-90F7-4A20-A692-F6E805374F91}" presName="background" presStyleLbl="node0" presStyleIdx="0" presStyleCnt="1"/>
      <dgm:spPr>
        <a:solidFill>
          <a:srgbClr val="7030A0"/>
        </a:solidFill>
      </dgm:spPr>
    </dgm:pt>
    <dgm:pt modelId="{379214B1-34E4-46FA-B849-BBF375817BC2}" type="pres">
      <dgm:prSet presAssocID="{84CE1EDA-90F7-4A20-A692-F6E805374F91}" presName="text" presStyleLbl="fgAcc0" presStyleIdx="0" presStyleCnt="1">
        <dgm:presLayoutVars>
          <dgm:chPref val="3"/>
        </dgm:presLayoutVars>
      </dgm:prSet>
      <dgm:spPr/>
    </dgm:pt>
    <dgm:pt modelId="{135E5732-CDE7-4C1A-B575-1C553C1CA74A}" type="pres">
      <dgm:prSet presAssocID="{84CE1EDA-90F7-4A20-A692-F6E805374F91}" presName="hierChild2" presStyleCnt="0"/>
      <dgm:spPr/>
    </dgm:pt>
    <dgm:pt modelId="{3A92E859-92C2-424E-9FD1-0907BAA2ED57}" type="pres">
      <dgm:prSet presAssocID="{F5BA5FEA-FF35-4D4D-8B5F-00EB283466E8}" presName="Name10" presStyleLbl="parChTrans1D2" presStyleIdx="0" presStyleCnt="3"/>
      <dgm:spPr/>
    </dgm:pt>
    <dgm:pt modelId="{D9352839-7866-4E5B-9FF9-78B93DC9BA02}" type="pres">
      <dgm:prSet presAssocID="{65D695D5-01D0-4EFA-8AA5-47333660528A}" presName="hierRoot2" presStyleCnt="0"/>
      <dgm:spPr/>
    </dgm:pt>
    <dgm:pt modelId="{3C9F1087-498C-4D28-B120-2E5494288CF3}" type="pres">
      <dgm:prSet presAssocID="{65D695D5-01D0-4EFA-8AA5-47333660528A}" presName="composite2" presStyleCnt="0"/>
      <dgm:spPr/>
    </dgm:pt>
    <dgm:pt modelId="{1253E120-1405-4B60-BA87-0D4FA3D2FF54}" type="pres">
      <dgm:prSet presAssocID="{65D695D5-01D0-4EFA-8AA5-47333660528A}" presName="background2" presStyleLbl="node2" presStyleIdx="0" presStyleCnt="3"/>
      <dgm:spPr/>
    </dgm:pt>
    <dgm:pt modelId="{6E965E64-C540-446E-9331-5CDAFEEC7126}" type="pres">
      <dgm:prSet presAssocID="{65D695D5-01D0-4EFA-8AA5-47333660528A}" presName="text2" presStyleLbl="fgAcc2" presStyleIdx="0" presStyleCnt="3">
        <dgm:presLayoutVars>
          <dgm:chPref val="3"/>
        </dgm:presLayoutVars>
      </dgm:prSet>
      <dgm:spPr/>
    </dgm:pt>
    <dgm:pt modelId="{623B0495-E31F-4113-9125-A19E670F3E8C}" type="pres">
      <dgm:prSet presAssocID="{65D695D5-01D0-4EFA-8AA5-47333660528A}" presName="hierChild3" presStyleCnt="0"/>
      <dgm:spPr/>
    </dgm:pt>
    <dgm:pt modelId="{1807DA06-8C93-464F-BF4A-2900A1F42470}" type="pres">
      <dgm:prSet presAssocID="{894B7646-2D9D-4E84-8E75-3F4FA2AC2385}" presName="Name17" presStyleLbl="parChTrans1D3" presStyleIdx="0" presStyleCnt="4"/>
      <dgm:spPr/>
    </dgm:pt>
    <dgm:pt modelId="{E83C00FF-29D2-4B11-9693-F87DACCE9BE3}" type="pres">
      <dgm:prSet presAssocID="{588D3377-BCA7-4D48-83D3-DE147E55A94F}" presName="hierRoot3" presStyleCnt="0"/>
      <dgm:spPr/>
    </dgm:pt>
    <dgm:pt modelId="{EC00905B-98D4-4B23-974C-8BC5D593306E}" type="pres">
      <dgm:prSet presAssocID="{588D3377-BCA7-4D48-83D3-DE147E55A94F}" presName="composite3" presStyleCnt="0"/>
      <dgm:spPr/>
    </dgm:pt>
    <dgm:pt modelId="{50DE4BAB-1AC2-4BA7-AE4C-27E6CBD28AEE}" type="pres">
      <dgm:prSet presAssocID="{588D3377-BCA7-4D48-83D3-DE147E55A94F}" presName="background3" presStyleLbl="node3" presStyleIdx="0" presStyleCnt="4"/>
      <dgm:spPr/>
    </dgm:pt>
    <dgm:pt modelId="{9D84E698-9381-463A-B61C-9BD0BED75C62}" type="pres">
      <dgm:prSet presAssocID="{588D3377-BCA7-4D48-83D3-DE147E55A94F}" presName="text3" presStyleLbl="fgAcc3" presStyleIdx="0" presStyleCnt="4">
        <dgm:presLayoutVars>
          <dgm:chPref val="3"/>
        </dgm:presLayoutVars>
      </dgm:prSet>
      <dgm:spPr/>
    </dgm:pt>
    <dgm:pt modelId="{5C0F33D4-83BF-4E99-BAA3-0F8CCA0AA1A4}" type="pres">
      <dgm:prSet presAssocID="{588D3377-BCA7-4D48-83D3-DE147E55A94F}" presName="hierChild4" presStyleCnt="0"/>
      <dgm:spPr/>
    </dgm:pt>
    <dgm:pt modelId="{267A6121-B7BD-4FE2-8647-FCE02E31758E}" type="pres">
      <dgm:prSet presAssocID="{250E0045-E1E5-4BC5-9460-CA8A85F69772}" presName="Name23" presStyleLbl="parChTrans1D4" presStyleIdx="0" presStyleCnt="6"/>
      <dgm:spPr/>
    </dgm:pt>
    <dgm:pt modelId="{CA4D8FE3-352C-49B3-8D52-BCF946D8827C}" type="pres">
      <dgm:prSet presAssocID="{BD7A6B3E-5BF5-44E7-B702-2B0FA7AA90A2}" presName="hierRoot4" presStyleCnt="0"/>
      <dgm:spPr/>
    </dgm:pt>
    <dgm:pt modelId="{C11DE039-904E-4057-A7F7-F2116D8E705B}" type="pres">
      <dgm:prSet presAssocID="{BD7A6B3E-5BF5-44E7-B702-2B0FA7AA90A2}" presName="composite4" presStyleCnt="0"/>
      <dgm:spPr/>
    </dgm:pt>
    <dgm:pt modelId="{3E125FC0-44B1-4CA1-B47C-F768ED797158}" type="pres">
      <dgm:prSet presAssocID="{BD7A6B3E-5BF5-44E7-B702-2B0FA7AA90A2}" presName="background4" presStyleLbl="node4" presStyleIdx="0" presStyleCnt="6"/>
      <dgm:spPr/>
    </dgm:pt>
    <dgm:pt modelId="{F57CE0DD-CFCB-41A6-9858-60E787E2D98F}" type="pres">
      <dgm:prSet presAssocID="{BD7A6B3E-5BF5-44E7-B702-2B0FA7AA90A2}" presName="text4" presStyleLbl="fgAcc4" presStyleIdx="0" presStyleCnt="6">
        <dgm:presLayoutVars>
          <dgm:chPref val="3"/>
        </dgm:presLayoutVars>
      </dgm:prSet>
      <dgm:spPr/>
    </dgm:pt>
    <dgm:pt modelId="{54D37B0D-B177-4E52-8ACF-CE8AD5D93A0F}" type="pres">
      <dgm:prSet presAssocID="{BD7A6B3E-5BF5-44E7-B702-2B0FA7AA90A2}" presName="hierChild5" presStyleCnt="0"/>
      <dgm:spPr/>
    </dgm:pt>
    <dgm:pt modelId="{E5FDF9E5-CB05-49D4-9CDE-A7680F3160CE}" type="pres">
      <dgm:prSet presAssocID="{40CB9649-F4E1-4087-BD25-0FD0AC8F7025}" presName="Name23" presStyleLbl="parChTrans1D4" presStyleIdx="1" presStyleCnt="6"/>
      <dgm:spPr/>
    </dgm:pt>
    <dgm:pt modelId="{54D943B0-F50E-4CA8-80A0-582389E2160C}" type="pres">
      <dgm:prSet presAssocID="{9EEF8953-1209-431B-B075-BCE7D3717836}" presName="hierRoot4" presStyleCnt="0"/>
      <dgm:spPr/>
    </dgm:pt>
    <dgm:pt modelId="{DDFBEC81-3A62-43F8-9B69-F25823335409}" type="pres">
      <dgm:prSet presAssocID="{9EEF8953-1209-431B-B075-BCE7D3717836}" presName="composite4" presStyleCnt="0"/>
      <dgm:spPr/>
    </dgm:pt>
    <dgm:pt modelId="{EA911E95-4D3B-4AEB-94AA-9790D372CC21}" type="pres">
      <dgm:prSet presAssocID="{9EEF8953-1209-431B-B075-BCE7D3717836}" presName="background4" presStyleLbl="node4" presStyleIdx="1" presStyleCnt="6"/>
      <dgm:spPr/>
    </dgm:pt>
    <dgm:pt modelId="{4F390A8D-04CA-4B66-9099-A734C0C8FA77}" type="pres">
      <dgm:prSet presAssocID="{9EEF8953-1209-431B-B075-BCE7D3717836}" presName="text4" presStyleLbl="fgAcc4" presStyleIdx="1" presStyleCnt="6">
        <dgm:presLayoutVars>
          <dgm:chPref val="3"/>
        </dgm:presLayoutVars>
      </dgm:prSet>
      <dgm:spPr/>
    </dgm:pt>
    <dgm:pt modelId="{533010A0-B794-474E-A77E-8FA23E8C14CC}" type="pres">
      <dgm:prSet presAssocID="{9EEF8953-1209-431B-B075-BCE7D3717836}" presName="hierChild5" presStyleCnt="0"/>
      <dgm:spPr/>
    </dgm:pt>
    <dgm:pt modelId="{065475E1-8C60-4AF2-9276-C358BBE839F7}" type="pres">
      <dgm:prSet presAssocID="{BF5AD5B4-4901-4ED5-96AF-8D15A129B10A}" presName="Name10" presStyleLbl="parChTrans1D2" presStyleIdx="1" presStyleCnt="3"/>
      <dgm:spPr/>
    </dgm:pt>
    <dgm:pt modelId="{B71F84D7-A734-4878-B737-E61B7A40C4C4}" type="pres">
      <dgm:prSet presAssocID="{E3FAE5B3-D074-491B-8C7C-4FC6BD9AD910}" presName="hierRoot2" presStyleCnt="0"/>
      <dgm:spPr/>
    </dgm:pt>
    <dgm:pt modelId="{84EF7D4C-CCB7-46CF-9EC9-3218678DF73B}" type="pres">
      <dgm:prSet presAssocID="{E3FAE5B3-D074-491B-8C7C-4FC6BD9AD910}" presName="composite2" presStyleCnt="0"/>
      <dgm:spPr/>
    </dgm:pt>
    <dgm:pt modelId="{2774FC75-4F2F-4EB3-8241-95A85EEC8994}" type="pres">
      <dgm:prSet presAssocID="{E3FAE5B3-D074-491B-8C7C-4FC6BD9AD910}" presName="background2" presStyleLbl="node2" presStyleIdx="1" presStyleCnt="3"/>
      <dgm:spPr/>
    </dgm:pt>
    <dgm:pt modelId="{5172B985-BB1B-4E87-9DCB-875CCE252F4C}" type="pres">
      <dgm:prSet presAssocID="{E3FAE5B3-D074-491B-8C7C-4FC6BD9AD910}" presName="text2" presStyleLbl="fgAcc2" presStyleIdx="1" presStyleCnt="3">
        <dgm:presLayoutVars>
          <dgm:chPref val="3"/>
        </dgm:presLayoutVars>
      </dgm:prSet>
      <dgm:spPr/>
    </dgm:pt>
    <dgm:pt modelId="{019A22B9-6B8B-43BE-8E72-75E01CECC8BC}" type="pres">
      <dgm:prSet presAssocID="{E3FAE5B3-D074-491B-8C7C-4FC6BD9AD910}" presName="hierChild3" presStyleCnt="0"/>
      <dgm:spPr/>
    </dgm:pt>
    <dgm:pt modelId="{DBF903A8-6BD3-4D24-A9B0-DC372B23F97A}" type="pres">
      <dgm:prSet presAssocID="{1EC3D51B-C883-4A9B-A0A2-5B6B8C434315}" presName="Name17" presStyleLbl="parChTrans1D3" presStyleIdx="1" presStyleCnt="4"/>
      <dgm:spPr/>
    </dgm:pt>
    <dgm:pt modelId="{D5ECB68F-2304-4FB0-8F4D-64C9D8DD8B92}" type="pres">
      <dgm:prSet presAssocID="{B2B1D9D8-ECF5-4AB6-8185-8E2C50DA50B1}" presName="hierRoot3" presStyleCnt="0"/>
      <dgm:spPr/>
    </dgm:pt>
    <dgm:pt modelId="{E5DAB46A-6DC3-4070-B30D-EF9117F92CAD}" type="pres">
      <dgm:prSet presAssocID="{B2B1D9D8-ECF5-4AB6-8185-8E2C50DA50B1}" presName="composite3" presStyleCnt="0"/>
      <dgm:spPr/>
    </dgm:pt>
    <dgm:pt modelId="{52C2671A-3F3B-4853-ADA6-D1AF36B73793}" type="pres">
      <dgm:prSet presAssocID="{B2B1D9D8-ECF5-4AB6-8185-8E2C50DA50B1}" presName="background3" presStyleLbl="node3" presStyleIdx="1" presStyleCnt="4"/>
      <dgm:spPr/>
    </dgm:pt>
    <dgm:pt modelId="{DD559C90-C13D-4F14-8A94-D1336F0C274F}" type="pres">
      <dgm:prSet presAssocID="{B2B1D9D8-ECF5-4AB6-8185-8E2C50DA50B1}" presName="text3" presStyleLbl="fgAcc3" presStyleIdx="1" presStyleCnt="4">
        <dgm:presLayoutVars>
          <dgm:chPref val="3"/>
        </dgm:presLayoutVars>
      </dgm:prSet>
      <dgm:spPr/>
    </dgm:pt>
    <dgm:pt modelId="{16767410-7628-425B-B737-913C964EB0C8}" type="pres">
      <dgm:prSet presAssocID="{B2B1D9D8-ECF5-4AB6-8185-8E2C50DA50B1}" presName="hierChild4" presStyleCnt="0"/>
      <dgm:spPr/>
    </dgm:pt>
    <dgm:pt modelId="{0345FAE9-8578-4F35-A193-8A9567F792B6}" type="pres">
      <dgm:prSet presAssocID="{A77B7C2A-4BF5-4FF4-B912-930963321C43}" presName="Name23" presStyleLbl="parChTrans1D4" presStyleIdx="2" presStyleCnt="6"/>
      <dgm:spPr/>
    </dgm:pt>
    <dgm:pt modelId="{9CB8DE94-461C-49B1-914A-6938C8F7B515}" type="pres">
      <dgm:prSet presAssocID="{1051AEC1-AE76-427E-817A-866EC599E8E1}" presName="hierRoot4" presStyleCnt="0"/>
      <dgm:spPr/>
    </dgm:pt>
    <dgm:pt modelId="{69FDB23F-6570-441C-91CD-0481A9D7E001}" type="pres">
      <dgm:prSet presAssocID="{1051AEC1-AE76-427E-817A-866EC599E8E1}" presName="composite4" presStyleCnt="0"/>
      <dgm:spPr/>
    </dgm:pt>
    <dgm:pt modelId="{380368C9-0D48-4574-BC36-36E75153DC97}" type="pres">
      <dgm:prSet presAssocID="{1051AEC1-AE76-427E-817A-866EC599E8E1}" presName="background4" presStyleLbl="node4" presStyleIdx="2" presStyleCnt="6"/>
      <dgm:spPr/>
    </dgm:pt>
    <dgm:pt modelId="{236BC039-4EE4-4A28-AD93-C7455B7A3F06}" type="pres">
      <dgm:prSet presAssocID="{1051AEC1-AE76-427E-817A-866EC599E8E1}" presName="text4" presStyleLbl="fgAcc4" presStyleIdx="2" presStyleCnt="6">
        <dgm:presLayoutVars>
          <dgm:chPref val="3"/>
        </dgm:presLayoutVars>
      </dgm:prSet>
      <dgm:spPr/>
    </dgm:pt>
    <dgm:pt modelId="{48DB426E-0B15-4BDA-BE05-251EA19A75CF}" type="pres">
      <dgm:prSet presAssocID="{1051AEC1-AE76-427E-817A-866EC599E8E1}" presName="hierChild5" presStyleCnt="0"/>
      <dgm:spPr/>
    </dgm:pt>
    <dgm:pt modelId="{EC8FEDB0-DED2-4283-AED9-0DE1B8B4CAC1}" type="pres">
      <dgm:prSet presAssocID="{B8E92EF8-2F12-4001-8CDB-1917748F3BEC}" presName="Name23" presStyleLbl="parChTrans1D4" presStyleIdx="3" presStyleCnt="6"/>
      <dgm:spPr/>
    </dgm:pt>
    <dgm:pt modelId="{24E5CF2C-EFAF-41FB-A9E9-4F6CED5AF799}" type="pres">
      <dgm:prSet presAssocID="{64E00FF1-E020-40AC-B698-D666EE5DBB59}" presName="hierRoot4" presStyleCnt="0"/>
      <dgm:spPr/>
    </dgm:pt>
    <dgm:pt modelId="{F244DFFE-8D49-4707-9E94-18BA063E2C33}" type="pres">
      <dgm:prSet presAssocID="{64E00FF1-E020-40AC-B698-D666EE5DBB59}" presName="composite4" presStyleCnt="0"/>
      <dgm:spPr/>
    </dgm:pt>
    <dgm:pt modelId="{D0E12239-23EB-4CC0-936B-5CA82E8BDE0D}" type="pres">
      <dgm:prSet presAssocID="{64E00FF1-E020-40AC-B698-D666EE5DBB59}" presName="background4" presStyleLbl="node4" presStyleIdx="3" presStyleCnt="6"/>
      <dgm:spPr/>
    </dgm:pt>
    <dgm:pt modelId="{58178874-AA4B-4F39-8460-FADE72F4575F}" type="pres">
      <dgm:prSet presAssocID="{64E00FF1-E020-40AC-B698-D666EE5DBB59}" presName="text4" presStyleLbl="fgAcc4" presStyleIdx="3" presStyleCnt="6">
        <dgm:presLayoutVars>
          <dgm:chPref val="3"/>
        </dgm:presLayoutVars>
      </dgm:prSet>
      <dgm:spPr/>
    </dgm:pt>
    <dgm:pt modelId="{98723D01-8967-4D99-976A-CC9023BEBB96}" type="pres">
      <dgm:prSet presAssocID="{64E00FF1-E020-40AC-B698-D666EE5DBB59}" presName="hierChild5" presStyleCnt="0"/>
      <dgm:spPr/>
    </dgm:pt>
    <dgm:pt modelId="{0BF51094-8B34-45D2-B83B-961D28521343}" type="pres">
      <dgm:prSet presAssocID="{51FC3EEE-7A3D-4633-974D-B90E9DE19A0E}" presName="Name10" presStyleLbl="parChTrans1D2" presStyleIdx="2" presStyleCnt="3"/>
      <dgm:spPr/>
    </dgm:pt>
    <dgm:pt modelId="{43E404C0-4049-44AF-9439-C93587CDDE28}" type="pres">
      <dgm:prSet presAssocID="{561A86A5-36F1-45CB-A333-2E5D8C36AC96}" presName="hierRoot2" presStyleCnt="0"/>
      <dgm:spPr/>
    </dgm:pt>
    <dgm:pt modelId="{8E495861-6F37-4A97-8CDE-6FDEB1E0AA34}" type="pres">
      <dgm:prSet presAssocID="{561A86A5-36F1-45CB-A333-2E5D8C36AC96}" presName="composite2" presStyleCnt="0"/>
      <dgm:spPr/>
    </dgm:pt>
    <dgm:pt modelId="{703C8E29-121D-4F3E-91E3-05BA896E0F80}" type="pres">
      <dgm:prSet presAssocID="{561A86A5-36F1-45CB-A333-2E5D8C36AC96}" presName="background2" presStyleLbl="node2" presStyleIdx="2" presStyleCnt="3"/>
      <dgm:spPr/>
    </dgm:pt>
    <dgm:pt modelId="{BED66158-7C8C-4F6F-BC1F-25660C3C604B}" type="pres">
      <dgm:prSet presAssocID="{561A86A5-36F1-45CB-A333-2E5D8C36AC96}" presName="text2" presStyleLbl="fgAcc2" presStyleIdx="2" presStyleCnt="3">
        <dgm:presLayoutVars>
          <dgm:chPref val="3"/>
        </dgm:presLayoutVars>
      </dgm:prSet>
      <dgm:spPr/>
    </dgm:pt>
    <dgm:pt modelId="{2C1DA9C1-EAE5-478C-B842-01AD9BC693DA}" type="pres">
      <dgm:prSet presAssocID="{561A86A5-36F1-45CB-A333-2E5D8C36AC96}" presName="hierChild3" presStyleCnt="0"/>
      <dgm:spPr/>
    </dgm:pt>
    <dgm:pt modelId="{BE788C70-3BC3-43B1-A876-8F1BE91C9FC0}" type="pres">
      <dgm:prSet presAssocID="{8A9FD96C-0E00-41E4-8FE8-F8BDBD2FF706}" presName="Name17" presStyleLbl="parChTrans1D3" presStyleIdx="2" presStyleCnt="4"/>
      <dgm:spPr/>
    </dgm:pt>
    <dgm:pt modelId="{10EE2243-EA3F-4D53-BC1F-6B6CA7EC6594}" type="pres">
      <dgm:prSet presAssocID="{0F3C68C6-5FD1-4571-946D-450BECCD58A3}" presName="hierRoot3" presStyleCnt="0"/>
      <dgm:spPr/>
    </dgm:pt>
    <dgm:pt modelId="{2FB819F9-6030-4663-ADF4-60C288686C37}" type="pres">
      <dgm:prSet presAssocID="{0F3C68C6-5FD1-4571-946D-450BECCD58A3}" presName="composite3" presStyleCnt="0"/>
      <dgm:spPr/>
    </dgm:pt>
    <dgm:pt modelId="{BDDFD3AA-77C3-4EB7-B920-9301596689CD}" type="pres">
      <dgm:prSet presAssocID="{0F3C68C6-5FD1-4571-946D-450BECCD58A3}" presName="background3" presStyleLbl="node3" presStyleIdx="2" presStyleCnt="4"/>
      <dgm:spPr/>
    </dgm:pt>
    <dgm:pt modelId="{F7A798BE-12B2-4E51-8045-DAA9C05A05C3}" type="pres">
      <dgm:prSet presAssocID="{0F3C68C6-5FD1-4571-946D-450BECCD58A3}" presName="text3" presStyleLbl="fgAcc3" presStyleIdx="2" presStyleCnt="4">
        <dgm:presLayoutVars>
          <dgm:chPref val="3"/>
        </dgm:presLayoutVars>
      </dgm:prSet>
      <dgm:spPr/>
    </dgm:pt>
    <dgm:pt modelId="{8468CDF9-6683-42A6-8C75-3B235FACE3D3}" type="pres">
      <dgm:prSet presAssocID="{0F3C68C6-5FD1-4571-946D-450BECCD58A3}" presName="hierChild4" presStyleCnt="0"/>
      <dgm:spPr/>
    </dgm:pt>
    <dgm:pt modelId="{982E13E8-A370-4E13-8E03-4884B498CC95}" type="pres">
      <dgm:prSet presAssocID="{E4B974CE-262B-412E-A31D-C65340E9090C}" presName="Name23" presStyleLbl="parChTrans1D4" presStyleIdx="4" presStyleCnt="6"/>
      <dgm:spPr/>
    </dgm:pt>
    <dgm:pt modelId="{FE45D950-D34A-43EA-B8EC-0B6D6B225858}" type="pres">
      <dgm:prSet presAssocID="{6E65D3FD-0EE7-4129-9789-D4A0D67B6C61}" presName="hierRoot4" presStyleCnt="0"/>
      <dgm:spPr/>
    </dgm:pt>
    <dgm:pt modelId="{9D07A560-6ABA-45D2-A3C1-45641AD4BD0A}" type="pres">
      <dgm:prSet presAssocID="{6E65D3FD-0EE7-4129-9789-D4A0D67B6C61}" presName="composite4" presStyleCnt="0"/>
      <dgm:spPr/>
    </dgm:pt>
    <dgm:pt modelId="{44BA403B-6892-4055-B8FE-8B1D32FC5C27}" type="pres">
      <dgm:prSet presAssocID="{6E65D3FD-0EE7-4129-9789-D4A0D67B6C61}" presName="background4" presStyleLbl="node4" presStyleIdx="4" presStyleCnt="6"/>
      <dgm:spPr/>
    </dgm:pt>
    <dgm:pt modelId="{0D9FA71C-3BA4-472E-B334-161EBFFD8ABA}" type="pres">
      <dgm:prSet presAssocID="{6E65D3FD-0EE7-4129-9789-D4A0D67B6C61}" presName="text4" presStyleLbl="fgAcc4" presStyleIdx="4" presStyleCnt="6">
        <dgm:presLayoutVars>
          <dgm:chPref val="3"/>
        </dgm:presLayoutVars>
      </dgm:prSet>
      <dgm:spPr/>
    </dgm:pt>
    <dgm:pt modelId="{BC8A139F-F703-4167-8678-82259D204D80}" type="pres">
      <dgm:prSet presAssocID="{6E65D3FD-0EE7-4129-9789-D4A0D67B6C61}" presName="hierChild5" presStyleCnt="0"/>
      <dgm:spPr/>
    </dgm:pt>
    <dgm:pt modelId="{C2FDB3F6-31AF-4CC9-ADBE-72124E6D4EEB}" type="pres">
      <dgm:prSet presAssocID="{826018EB-FDB4-4A3A-BCEE-9B573A147B2D}" presName="Name17" presStyleLbl="parChTrans1D3" presStyleIdx="3" presStyleCnt="4"/>
      <dgm:spPr/>
    </dgm:pt>
    <dgm:pt modelId="{13898738-52B3-404D-B672-D99B1B44C6B9}" type="pres">
      <dgm:prSet presAssocID="{9DD6A34F-63E9-40C3-8E21-4CF29DF3B9B8}" presName="hierRoot3" presStyleCnt="0"/>
      <dgm:spPr/>
    </dgm:pt>
    <dgm:pt modelId="{564E0A27-1ED9-4981-8941-790DCDBBB234}" type="pres">
      <dgm:prSet presAssocID="{9DD6A34F-63E9-40C3-8E21-4CF29DF3B9B8}" presName="composite3" presStyleCnt="0"/>
      <dgm:spPr/>
    </dgm:pt>
    <dgm:pt modelId="{FDCFB67A-FDB0-4A11-B067-AD7748652795}" type="pres">
      <dgm:prSet presAssocID="{9DD6A34F-63E9-40C3-8E21-4CF29DF3B9B8}" presName="background3" presStyleLbl="node3" presStyleIdx="3" presStyleCnt="4"/>
      <dgm:spPr/>
    </dgm:pt>
    <dgm:pt modelId="{1E0B4889-DC31-4DC0-9704-0B38BA558FF9}" type="pres">
      <dgm:prSet presAssocID="{9DD6A34F-63E9-40C3-8E21-4CF29DF3B9B8}" presName="text3" presStyleLbl="fgAcc3" presStyleIdx="3" presStyleCnt="4">
        <dgm:presLayoutVars>
          <dgm:chPref val="3"/>
        </dgm:presLayoutVars>
      </dgm:prSet>
      <dgm:spPr/>
    </dgm:pt>
    <dgm:pt modelId="{2F86D492-51C5-4D92-98E8-C047FA95BDED}" type="pres">
      <dgm:prSet presAssocID="{9DD6A34F-63E9-40C3-8E21-4CF29DF3B9B8}" presName="hierChild4" presStyleCnt="0"/>
      <dgm:spPr/>
    </dgm:pt>
    <dgm:pt modelId="{D18C6C0E-056A-430E-815B-50C511E801A1}" type="pres">
      <dgm:prSet presAssocID="{89C20ECC-1466-4267-9527-7F22160845E7}" presName="Name23" presStyleLbl="parChTrans1D4" presStyleIdx="5" presStyleCnt="6"/>
      <dgm:spPr/>
    </dgm:pt>
    <dgm:pt modelId="{B11CFA70-37F9-4DF4-84EE-9A6401F0760F}" type="pres">
      <dgm:prSet presAssocID="{74345772-D9DC-4446-A8B4-33EEE75A403E}" presName="hierRoot4" presStyleCnt="0"/>
      <dgm:spPr/>
    </dgm:pt>
    <dgm:pt modelId="{61C560E3-C90E-423D-96B1-DB35CB607413}" type="pres">
      <dgm:prSet presAssocID="{74345772-D9DC-4446-A8B4-33EEE75A403E}" presName="composite4" presStyleCnt="0"/>
      <dgm:spPr/>
    </dgm:pt>
    <dgm:pt modelId="{2CC71C5A-A97B-4AB1-B701-A7BD4FDC575E}" type="pres">
      <dgm:prSet presAssocID="{74345772-D9DC-4446-A8B4-33EEE75A403E}" presName="background4" presStyleLbl="node4" presStyleIdx="5" presStyleCnt="6"/>
      <dgm:spPr/>
    </dgm:pt>
    <dgm:pt modelId="{FEA4AAA1-3281-4C2B-8E85-BE1BEF06F505}" type="pres">
      <dgm:prSet presAssocID="{74345772-D9DC-4446-A8B4-33EEE75A403E}" presName="text4" presStyleLbl="fgAcc4" presStyleIdx="5" presStyleCnt="6">
        <dgm:presLayoutVars>
          <dgm:chPref val="3"/>
        </dgm:presLayoutVars>
      </dgm:prSet>
      <dgm:spPr/>
    </dgm:pt>
    <dgm:pt modelId="{A12700BA-2C34-45E4-AE33-59F14CF838C8}" type="pres">
      <dgm:prSet presAssocID="{74345772-D9DC-4446-A8B4-33EEE75A403E}" presName="hierChild5" presStyleCnt="0"/>
      <dgm:spPr/>
    </dgm:pt>
  </dgm:ptLst>
  <dgm:cxnLst>
    <dgm:cxn modelId="{6808A501-83FD-41E3-A12B-D875B6A1490F}" type="presOf" srcId="{894B7646-2D9D-4E84-8E75-3F4FA2AC2385}" destId="{1807DA06-8C93-464F-BF4A-2900A1F42470}" srcOrd="0" destOrd="0" presId="urn:microsoft.com/office/officeart/2005/8/layout/hierarchy1"/>
    <dgm:cxn modelId="{8F1EAF0B-DA0F-4215-8F69-CA963062B2E1}" type="presOf" srcId="{51FC3EEE-7A3D-4633-974D-B90E9DE19A0E}" destId="{0BF51094-8B34-45D2-B83B-961D28521343}" srcOrd="0" destOrd="0" presId="urn:microsoft.com/office/officeart/2005/8/layout/hierarchy1"/>
    <dgm:cxn modelId="{13FED914-5A53-451F-A5D5-6F1455DD4E1E}" srcId="{523D8515-1105-4CC3-9A47-484C8BFD1F4D}" destId="{84CE1EDA-90F7-4A20-A692-F6E805374F91}" srcOrd="0" destOrd="0" parTransId="{D623F4A5-C3EF-450A-9930-4D32852DB719}" sibTransId="{787BAD49-E51B-4B9A-8AB5-0BD70C264840}"/>
    <dgm:cxn modelId="{6BE50316-FBC7-4301-B4A3-497A9AD6495D}" type="presOf" srcId="{74345772-D9DC-4446-A8B4-33EEE75A403E}" destId="{FEA4AAA1-3281-4C2B-8E85-BE1BEF06F505}" srcOrd="0" destOrd="0" presId="urn:microsoft.com/office/officeart/2005/8/layout/hierarchy1"/>
    <dgm:cxn modelId="{EBBA7A1E-0077-4271-A1AD-11E2C7B3DB94}" type="presOf" srcId="{523D8515-1105-4CC3-9A47-484C8BFD1F4D}" destId="{453505F4-DC3C-448C-A480-070AF4CECA76}" srcOrd="0" destOrd="0" presId="urn:microsoft.com/office/officeart/2005/8/layout/hierarchy1"/>
    <dgm:cxn modelId="{CB43FC20-7887-454A-B701-35D77E1C793F}" type="presOf" srcId="{588D3377-BCA7-4D48-83D3-DE147E55A94F}" destId="{9D84E698-9381-463A-B61C-9BD0BED75C62}" srcOrd="0" destOrd="0" presId="urn:microsoft.com/office/officeart/2005/8/layout/hierarchy1"/>
    <dgm:cxn modelId="{BE21B524-13F2-4E36-983C-E5EF4BDDF3DD}" type="presOf" srcId="{561A86A5-36F1-45CB-A333-2E5D8C36AC96}" destId="{BED66158-7C8C-4F6F-BC1F-25660C3C604B}" srcOrd="0" destOrd="0" presId="urn:microsoft.com/office/officeart/2005/8/layout/hierarchy1"/>
    <dgm:cxn modelId="{A085252E-C261-451C-B6D5-5CFB24C28703}" type="presOf" srcId="{40CB9649-F4E1-4087-BD25-0FD0AC8F7025}" destId="{E5FDF9E5-CB05-49D4-9CDE-A7680F3160CE}" srcOrd="0" destOrd="0" presId="urn:microsoft.com/office/officeart/2005/8/layout/hierarchy1"/>
    <dgm:cxn modelId="{8A296530-F7F5-4142-B747-B3EE2C2CC7AB}" type="presOf" srcId="{BF5AD5B4-4901-4ED5-96AF-8D15A129B10A}" destId="{065475E1-8C60-4AF2-9276-C358BBE839F7}" srcOrd="0" destOrd="0" presId="urn:microsoft.com/office/officeart/2005/8/layout/hierarchy1"/>
    <dgm:cxn modelId="{A3B27830-AD72-41D5-A2BB-21861778AA0D}" type="presOf" srcId="{9EEF8953-1209-431B-B075-BCE7D3717836}" destId="{4F390A8D-04CA-4B66-9099-A734C0C8FA77}" srcOrd="0" destOrd="0" presId="urn:microsoft.com/office/officeart/2005/8/layout/hierarchy1"/>
    <dgm:cxn modelId="{CA92DB31-F700-4835-BF19-4EC38231C503}" type="presOf" srcId="{F5BA5FEA-FF35-4D4D-8B5F-00EB283466E8}" destId="{3A92E859-92C2-424E-9FD1-0907BAA2ED57}" srcOrd="0" destOrd="0" presId="urn:microsoft.com/office/officeart/2005/8/layout/hierarchy1"/>
    <dgm:cxn modelId="{8AE30E39-36E7-46C6-A2B6-35C6C1FBB325}" type="presOf" srcId="{BD7A6B3E-5BF5-44E7-B702-2B0FA7AA90A2}" destId="{F57CE0DD-CFCB-41A6-9858-60E787E2D98F}" srcOrd="0" destOrd="0" presId="urn:microsoft.com/office/officeart/2005/8/layout/hierarchy1"/>
    <dgm:cxn modelId="{25508B39-1F38-4C5F-BF68-50B70369D38E}" srcId="{84CE1EDA-90F7-4A20-A692-F6E805374F91}" destId="{561A86A5-36F1-45CB-A333-2E5D8C36AC96}" srcOrd="2" destOrd="0" parTransId="{51FC3EEE-7A3D-4633-974D-B90E9DE19A0E}" sibTransId="{E42D508B-5ED9-4010-A723-4A4AC2A9165B}"/>
    <dgm:cxn modelId="{7018A33C-FEAE-4BFE-B00E-DC7DBCB37568}" srcId="{84CE1EDA-90F7-4A20-A692-F6E805374F91}" destId="{65D695D5-01D0-4EFA-8AA5-47333660528A}" srcOrd="0" destOrd="0" parTransId="{F5BA5FEA-FF35-4D4D-8B5F-00EB283466E8}" sibTransId="{6AA685BF-0EA7-4557-AEAA-AE3EF26B6991}"/>
    <dgm:cxn modelId="{6117D23C-0D3C-42EB-A97C-7F272671DBE3}" type="presOf" srcId="{1EC3D51B-C883-4A9B-A0A2-5B6B8C434315}" destId="{DBF903A8-6BD3-4D24-A9B0-DC372B23F97A}" srcOrd="0" destOrd="0" presId="urn:microsoft.com/office/officeart/2005/8/layout/hierarchy1"/>
    <dgm:cxn modelId="{6E2BE93E-064B-4270-B381-13FBF4938165}" type="presOf" srcId="{1051AEC1-AE76-427E-817A-866EC599E8E1}" destId="{236BC039-4EE4-4A28-AD93-C7455B7A3F06}" srcOrd="0" destOrd="0" presId="urn:microsoft.com/office/officeart/2005/8/layout/hierarchy1"/>
    <dgm:cxn modelId="{B533CD46-2FC2-46BD-A628-6709F5F160B9}" type="presOf" srcId="{E3FAE5B3-D074-491B-8C7C-4FC6BD9AD910}" destId="{5172B985-BB1B-4E87-9DCB-875CCE252F4C}" srcOrd="0" destOrd="0" presId="urn:microsoft.com/office/officeart/2005/8/layout/hierarchy1"/>
    <dgm:cxn modelId="{EFB6DB68-4C1C-428F-82D3-15FE49786D6D}" type="presOf" srcId="{6E65D3FD-0EE7-4129-9789-D4A0D67B6C61}" destId="{0D9FA71C-3BA4-472E-B334-161EBFFD8ABA}" srcOrd="0" destOrd="0" presId="urn:microsoft.com/office/officeart/2005/8/layout/hierarchy1"/>
    <dgm:cxn modelId="{15D0136C-5416-4D50-9A40-55C2B670B6BB}" srcId="{B2B1D9D8-ECF5-4AB6-8185-8E2C50DA50B1}" destId="{1051AEC1-AE76-427E-817A-866EC599E8E1}" srcOrd="0" destOrd="0" parTransId="{A77B7C2A-4BF5-4FF4-B912-930963321C43}" sibTransId="{EC1B13FA-BF2B-4D04-86E1-454691E9EDA6}"/>
    <dgm:cxn modelId="{C801F86D-A535-48DC-9AAA-094293D96BA4}" srcId="{561A86A5-36F1-45CB-A333-2E5D8C36AC96}" destId="{9DD6A34F-63E9-40C3-8E21-4CF29DF3B9B8}" srcOrd="1" destOrd="0" parTransId="{826018EB-FDB4-4A3A-BCEE-9B573A147B2D}" sibTransId="{7028E8EF-F88F-46D4-991E-87F2F0F2B076}"/>
    <dgm:cxn modelId="{ECC7FB4E-5FAC-4427-9896-8963106CEB9C}" type="presOf" srcId="{89C20ECC-1466-4267-9527-7F22160845E7}" destId="{D18C6C0E-056A-430E-815B-50C511E801A1}" srcOrd="0" destOrd="0" presId="urn:microsoft.com/office/officeart/2005/8/layout/hierarchy1"/>
    <dgm:cxn modelId="{D4879858-20EA-4D98-A8C7-D1024F1274F2}" type="presOf" srcId="{B2B1D9D8-ECF5-4AB6-8185-8E2C50DA50B1}" destId="{DD559C90-C13D-4F14-8A94-D1336F0C274F}" srcOrd="0" destOrd="0" presId="urn:microsoft.com/office/officeart/2005/8/layout/hierarchy1"/>
    <dgm:cxn modelId="{1DCAFC78-A516-43F0-8FD4-50ED49AA264A}" srcId="{9DD6A34F-63E9-40C3-8E21-4CF29DF3B9B8}" destId="{74345772-D9DC-4446-A8B4-33EEE75A403E}" srcOrd="0" destOrd="0" parTransId="{89C20ECC-1466-4267-9527-7F22160845E7}" sibTransId="{F1B80FFF-6E63-46FC-AF6A-32FCD126C686}"/>
    <dgm:cxn modelId="{5071AF7B-F409-4314-9F7C-646919C99CDF}" srcId="{0F3C68C6-5FD1-4571-946D-450BECCD58A3}" destId="{6E65D3FD-0EE7-4129-9789-D4A0D67B6C61}" srcOrd="0" destOrd="0" parTransId="{E4B974CE-262B-412E-A31D-C65340E9090C}" sibTransId="{D3DFDD42-BC80-4F90-9360-B0C9614B00B6}"/>
    <dgm:cxn modelId="{24300180-D9A2-49FC-9462-AE9D5D54F1D2}" type="presOf" srcId="{0F3C68C6-5FD1-4571-946D-450BECCD58A3}" destId="{F7A798BE-12B2-4E51-8045-DAA9C05A05C3}" srcOrd="0" destOrd="0" presId="urn:microsoft.com/office/officeart/2005/8/layout/hierarchy1"/>
    <dgm:cxn modelId="{709BC685-2125-476C-8C81-E32320EE2F69}" srcId="{BD7A6B3E-5BF5-44E7-B702-2B0FA7AA90A2}" destId="{9EEF8953-1209-431B-B075-BCE7D3717836}" srcOrd="0" destOrd="0" parTransId="{40CB9649-F4E1-4087-BD25-0FD0AC8F7025}" sibTransId="{FB775C78-2E71-4902-8876-58BF5BDE0824}"/>
    <dgm:cxn modelId="{8AEAD18C-5507-4F1D-AA57-DFF5783331A8}" type="presOf" srcId="{B8E92EF8-2F12-4001-8CDB-1917748F3BEC}" destId="{EC8FEDB0-DED2-4283-AED9-0DE1B8B4CAC1}" srcOrd="0" destOrd="0" presId="urn:microsoft.com/office/officeart/2005/8/layout/hierarchy1"/>
    <dgm:cxn modelId="{DDDCF98D-D2C9-449E-AC95-4D5422FF6193}" type="presOf" srcId="{E4B974CE-262B-412E-A31D-C65340E9090C}" destId="{982E13E8-A370-4E13-8E03-4884B498CC95}" srcOrd="0" destOrd="0" presId="urn:microsoft.com/office/officeart/2005/8/layout/hierarchy1"/>
    <dgm:cxn modelId="{72431295-718D-4A51-A50C-E51BF23E93C5}" type="presOf" srcId="{65D695D5-01D0-4EFA-8AA5-47333660528A}" destId="{6E965E64-C540-446E-9331-5CDAFEEC7126}" srcOrd="0" destOrd="0" presId="urn:microsoft.com/office/officeart/2005/8/layout/hierarchy1"/>
    <dgm:cxn modelId="{6EA803A1-0E0E-4F5D-AB5B-CE467A2ACF1E}" type="presOf" srcId="{84CE1EDA-90F7-4A20-A692-F6E805374F91}" destId="{379214B1-34E4-46FA-B849-BBF375817BC2}" srcOrd="0" destOrd="0" presId="urn:microsoft.com/office/officeart/2005/8/layout/hierarchy1"/>
    <dgm:cxn modelId="{68B57AAA-E816-463A-AF7B-51CA7339C0E9}" type="presOf" srcId="{64E00FF1-E020-40AC-B698-D666EE5DBB59}" destId="{58178874-AA4B-4F39-8460-FADE72F4575F}" srcOrd="0" destOrd="0" presId="urn:microsoft.com/office/officeart/2005/8/layout/hierarchy1"/>
    <dgm:cxn modelId="{390189B7-E372-46C5-A046-B395A5B3F8EA}" srcId="{561A86A5-36F1-45CB-A333-2E5D8C36AC96}" destId="{0F3C68C6-5FD1-4571-946D-450BECCD58A3}" srcOrd="0" destOrd="0" parTransId="{8A9FD96C-0E00-41E4-8FE8-F8BDBD2FF706}" sibTransId="{24884240-0F6F-48DC-8BE8-8D4D7B6373B0}"/>
    <dgm:cxn modelId="{FD4BF6B8-6608-4D30-B2EF-57408D2D3281}" type="presOf" srcId="{A77B7C2A-4BF5-4FF4-B912-930963321C43}" destId="{0345FAE9-8578-4F35-A193-8A9567F792B6}" srcOrd="0" destOrd="0" presId="urn:microsoft.com/office/officeart/2005/8/layout/hierarchy1"/>
    <dgm:cxn modelId="{37D1C2CA-F2A8-49F1-B651-99450B209F12}" type="presOf" srcId="{8A9FD96C-0E00-41E4-8FE8-F8BDBD2FF706}" destId="{BE788C70-3BC3-43B1-A876-8F1BE91C9FC0}" srcOrd="0" destOrd="0" presId="urn:microsoft.com/office/officeart/2005/8/layout/hierarchy1"/>
    <dgm:cxn modelId="{0D25AFCE-DC3F-42F7-A2ED-1D2770B37E43}" srcId="{1051AEC1-AE76-427E-817A-866EC599E8E1}" destId="{64E00FF1-E020-40AC-B698-D666EE5DBB59}" srcOrd="0" destOrd="0" parTransId="{B8E92EF8-2F12-4001-8CDB-1917748F3BEC}" sibTransId="{2AABEE55-775B-4731-909E-0A8AC101102C}"/>
    <dgm:cxn modelId="{3D35FDCF-9589-4EEA-B7B6-62EEC1AD3AB5}" srcId="{E3FAE5B3-D074-491B-8C7C-4FC6BD9AD910}" destId="{B2B1D9D8-ECF5-4AB6-8185-8E2C50DA50B1}" srcOrd="0" destOrd="0" parTransId="{1EC3D51B-C883-4A9B-A0A2-5B6B8C434315}" sibTransId="{58CFE6E6-96B5-4CFF-81FD-063694D39280}"/>
    <dgm:cxn modelId="{3C2157D3-20EF-4982-84F9-3783AB7559E8}" type="presOf" srcId="{9DD6A34F-63E9-40C3-8E21-4CF29DF3B9B8}" destId="{1E0B4889-DC31-4DC0-9704-0B38BA558FF9}" srcOrd="0" destOrd="0" presId="urn:microsoft.com/office/officeart/2005/8/layout/hierarchy1"/>
    <dgm:cxn modelId="{3B4A63E6-C87B-4599-B4AF-E4618FFDE70F}" srcId="{65D695D5-01D0-4EFA-8AA5-47333660528A}" destId="{588D3377-BCA7-4D48-83D3-DE147E55A94F}" srcOrd="0" destOrd="0" parTransId="{894B7646-2D9D-4E84-8E75-3F4FA2AC2385}" sibTransId="{BBAC50BE-60C8-4F4D-942B-75834B6D1367}"/>
    <dgm:cxn modelId="{1CE09DED-ED38-4CB0-ACD6-7300A1488DB7}" srcId="{588D3377-BCA7-4D48-83D3-DE147E55A94F}" destId="{BD7A6B3E-5BF5-44E7-B702-2B0FA7AA90A2}" srcOrd="0" destOrd="0" parTransId="{250E0045-E1E5-4BC5-9460-CA8A85F69772}" sibTransId="{0C580083-A19E-4A2A-8917-3B457C70DB18}"/>
    <dgm:cxn modelId="{9914BAF2-2C19-42F3-868D-BCB375DAB83A}" type="presOf" srcId="{826018EB-FDB4-4A3A-BCEE-9B573A147B2D}" destId="{C2FDB3F6-31AF-4CC9-ADBE-72124E6D4EEB}" srcOrd="0" destOrd="0" presId="urn:microsoft.com/office/officeart/2005/8/layout/hierarchy1"/>
    <dgm:cxn modelId="{0F5A3DF7-EF17-41D1-B7D0-33DA16462176}" srcId="{84CE1EDA-90F7-4A20-A692-F6E805374F91}" destId="{E3FAE5B3-D074-491B-8C7C-4FC6BD9AD910}" srcOrd="1" destOrd="0" parTransId="{BF5AD5B4-4901-4ED5-96AF-8D15A129B10A}" sibTransId="{9A0B67A5-6F4B-4509-8499-12D574E2BBDC}"/>
    <dgm:cxn modelId="{D50E2DFE-92D2-4D7D-9487-3C747E85743B}" type="presOf" srcId="{250E0045-E1E5-4BC5-9460-CA8A85F69772}" destId="{267A6121-B7BD-4FE2-8647-FCE02E31758E}" srcOrd="0" destOrd="0" presId="urn:microsoft.com/office/officeart/2005/8/layout/hierarchy1"/>
    <dgm:cxn modelId="{214A99F3-C487-4E17-90A0-C861422F8D44}" type="presParOf" srcId="{453505F4-DC3C-448C-A480-070AF4CECA76}" destId="{B8B78A0C-655E-4233-9687-87E2583CFDE9}" srcOrd="0" destOrd="0" presId="urn:microsoft.com/office/officeart/2005/8/layout/hierarchy1"/>
    <dgm:cxn modelId="{7F7B473D-F1E6-48CC-AF74-88893848E910}" type="presParOf" srcId="{B8B78A0C-655E-4233-9687-87E2583CFDE9}" destId="{5813885D-4937-4DC7-B0D1-C0BB41C86905}" srcOrd="0" destOrd="0" presId="urn:microsoft.com/office/officeart/2005/8/layout/hierarchy1"/>
    <dgm:cxn modelId="{383307CF-20E3-4833-AE90-EAEBBF4A5EBA}" type="presParOf" srcId="{5813885D-4937-4DC7-B0D1-C0BB41C86905}" destId="{677F0CFB-C7DD-4EAB-8820-9E46A080C877}" srcOrd="0" destOrd="0" presId="urn:microsoft.com/office/officeart/2005/8/layout/hierarchy1"/>
    <dgm:cxn modelId="{DC644B33-E439-412F-9354-F2A3AB4A4BAD}" type="presParOf" srcId="{5813885D-4937-4DC7-B0D1-C0BB41C86905}" destId="{379214B1-34E4-46FA-B849-BBF375817BC2}" srcOrd="1" destOrd="0" presId="urn:microsoft.com/office/officeart/2005/8/layout/hierarchy1"/>
    <dgm:cxn modelId="{15E0650D-A05C-4809-A214-799095AB63F1}" type="presParOf" srcId="{B8B78A0C-655E-4233-9687-87E2583CFDE9}" destId="{135E5732-CDE7-4C1A-B575-1C553C1CA74A}" srcOrd="1" destOrd="0" presId="urn:microsoft.com/office/officeart/2005/8/layout/hierarchy1"/>
    <dgm:cxn modelId="{25614B1C-408B-40B7-B0E3-3CB6B6991A2A}" type="presParOf" srcId="{135E5732-CDE7-4C1A-B575-1C553C1CA74A}" destId="{3A92E859-92C2-424E-9FD1-0907BAA2ED57}" srcOrd="0" destOrd="0" presId="urn:microsoft.com/office/officeart/2005/8/layout/hierarchy1"/>
    <dgm:cxn modelId="{713C6236-1909-4F6F-A7CB-DF1730E28148}" type="presParOf" srcId="{135E5732-CDE7-4C1A-B575-1C553C1CA74A}" destId="{D9352839-7866-4E5B-9FF9-78B93DC9BA02}" srcOrd="1" destOrd="0" presId="urn:microsoft.com/office/officeart/2005/8/layout/hierarchy1"/>
    <dgm:cxn modelId="{7D06D544-71AD-408F-AB4E-006BB7817D90}" type="presParOf" srcId="{D9352839-7866-4E5B-9FF9-78B93DC9BA02}" destId="{3C9F1087-498C-4D28-B120-2E5494288CF3}" srcOrd="0" destOrd="0" presId="urn:microsoft.com/office/officeart/2005/8/layout/hierarchy1"/>
    <dgm:cxn modelId="{1090B640-2678-499B-AB10-B2F2FB7E18A9}" type="presParOf" srcId="{3C9F1087-498C-4D28-B120-2E5494288CF3}" destId="{1253E120-1405-4B60-BA87-0D4FA3D2FF54}" srcOrd="0" destOrd="0" presId="urn:microsoft.com/office/officeart/2005/8/layout/hierarchy1"/>
    <dgm:cxn modelId="{34FB9354-00A1-4E86-9C82-2EF8BEDC9326}" type="presParOf" srcId="{3C9F1087-498C-4D28-B120-2E5494288CF3}" destId="{6E965E64-C540-446E-9331-5CDAFEEC7126}" srcOrd="1" destOrd="0" presId="urn:microsoft.com/office/officeart/2005/8/layout/hierarchy1"/>
    <dgm:cxn modelId="{9601539C-3523-49D1-BB7A-57590F4D22B3}" type="presParOf" srcId="{D9352839-7866-4E5B-9FF9-78B93DC9BA02}" destId="{623B0495-E31F-4113-9125-A19E670F3E8C}" srcOrd="1" destOrd="0" presId="urn:microsoft.com/office/officeart/2005/8/layout/hierarchy1"/>
    <dgm:cxn modelId="{02FEB884-3FA5-4A76-827C-C9C4E75A065D}" type="presParOf" srcId="{623B0495-E31F-4113-9125-A19E670F3E8C}" destId="{1807DA06-8C93-464F-BF4A-2900A1F42470}" srcOrd="0" destOrd="0" presId="urn:microsoft.com/office/officeart/2005/8/layout/hierarchy1"/>
    <dgm:cxn modelId="{53DBE1DF-2D01-41D9-8D38-C6AAA7DFC8EE}" type="presParOf" srcId="{623B0495-E31F-4113-9125-A19E670F3E8C}" destId="{E83C00FF-29D2-4B11-9693-F87DACCE9BE3}" srcOrd="1" destOrd="0" presId="urn:microsoft.com/office/officeart/2005/8/layout/hierarchy1"/>
    <dgm:cxn modelId="{8844FD10-83DB-40B9-B9F1-8BE4EE509438}" type="presParOf" srcId="{E83C00FF-29D2-4B11-9693-F87DACCE9BE3}" destId="{EC00905B-98D4-4B23-974C-8BC5D593306E}" srcOrd="0" destOrd="0" presId="urn:microsoft.com/office/officeart/2005/8/layout/hierarchy1"/>
    <dgm:cxn modelId="{470DA78E-A29F-450D-84FE-1CC30CDA2322}" type="presParOf" srcId="{EC00905B-98D4-4B23-974C-8BC5D593306E}" destId="{50DE4BAB-1AC2-4BA7-AE4C-27E6CBD28AEE}" srcOrd="0" destOrd="0" presId="urn:microsoft.com/office/officeart/2005/8/layout/hierarchy1"/>
    <dgm:cxn modelId="{EAC0CC5E-10FF-45D5-823C-D63BAE7C6BDB}" type="presParOf" srcId="{EC00905B-98D4-4B23-974C-8BC5D593306E}" destId="{9D84E698-9381-463A-B61C-9BD0BED75C62}" srcOrd="1" destOrd="0" presId="urn:microsoft.com/office/officeart/2005/8/layout/hierarchy1"/>
    <dgm:cxn modelId="{23EEEB93-46D2-4C14-8614-FB77417A8A9B}" type="presParOf" srcId="{E83C00FF-29D2-4B11-9693-F87DACCE9BE3}" destId="{5C0F33D4-83BF-4E99-BAA3-0F8CCA0AA1A4}" srcOrd="1" destOrd="0" presId="urn:microsoft.com/office/officeart/2005/8/layout/hierarchy1"/>
    <dgm:cxn modelId="{B507DB95-93D8-4B82-8951-237BED6E8895}" type="presParOf" srcId="{5C0F33D4-83BF-4E99-BAA3-0F8CCA0AA1A4}" destId="{267A6121-B7BD-4FE2-8647-FCE02E31758E}" srcOrd="0" destOrd="0" presId="urn:microsoft.com/office/officeart/2005/8/layout/hierarchy1"/>
    <dgm:cxn modelId="{77CB0A9C-1CC5-42A7-9277-55FE95A34451}" type="presParOf" srcId="{5C0F33D4-83BF-4E99-BAA3-0F8CCA0AA1A4}" destId="{CA4D8FE3-352C-49B3-8D52-BCF946D8827C}" srcOrd="1" destOrd="0" presId="urn:microsoft.com/office/officeart/2005/8/layout/hierarchy1"/>
    <dgm:cxn modelId="{BBEFDB8A-F5D2-4A3C-89ED-F001560B0F11}" type="presParOf" srcId="{CA4D8FE3-352C-49B3-8D52-BCF946D8827C}" destId="{C11DE039-904E-4057-A7F7-F2116D8E705B}" srcOrd="0" destOrd="0" presId="urn:microsoft.com/office/officeart/2005/8/layout/hierarchy1"/>
    <dgm:cxn modelId="{B3F26D81-9BF4-4609-BD60-FE8872272F2E}" type="presParOf" srcId="{C11DE039-904E-4057-A7F7-F2116D8E705B}" destId="{3E125FC0-44B1-4CA1-B47C-F768ED797158}" srcOrd="0" destOrd="0" presId="urn:microsoft.com/office/officeart/2005/8/layout/hierarchy1"/>
    <dgm:cxn modelId="{E8D572E2-B1EC-4613-8E1B-FA98ACD247E7}" type="presParOf" srcId="{C11DE039-904E-4057-A7F7-F2116D8E705B}" destId="{F57CE0DD-CFCB-41A6-9858-60E787E2D98F}" srcOrd="1" destOrd="0" presId="urn:microsoft.com/office/officeart/2005/8/layout/hierarchy1"/>
    <dgm:cxn modelId="{12175D09-DC61-4E30-B7BA-5B98EB30F756}" type="presParOf" srcId="{CA4D8FE3-352C-49B3-8D52-BCF946D8827C}" destId="{54D37B0D-B177-4E52-8ACF-CE8AD5D93A0F}" srcOrd="1" destOrd="0" presId="urn:microsoft.com/office/officeart/2005/8/layout/hierarchy1"/>
    <dgm:cxn modelId="{7A12C0E0-65B0-4746-87C1-5573D5E80C76}" type="presParOf" srcId="{54D37B0D-B177-4E52-8ACF-CE8AD5D93A0F}" destId="{E5FDF9E5-CB05-49D4-9CDE-A7680F3160CE}" srcOrd="0" destOrd="0" presId="urn:microsoft.com/office/officeart/2005/8/layout/hierarchy1"/>
    <dgm:cxn modelId="{72956A1B-0A09-4CF4-BDB9-919F02E46109}" type="presParOf" srcId="{54D37B0D-B177-4E52-8ACF-CE8AD5D93A0F}" destId="{54D943B0-F50E-4CA8-80A0-582389E2160C}" srcOrd="1" destOrd="0" presId="urn:microsoft.com/office/officeart/2005/8/layout/hierarchy1"/>
    <dgm:cxn modelId="{43DE8657-855B-4EE0-98FF-41FBA73318D2}" type="presParOf" srcId="{54D943B0-F50E-4CA8-80A0-582389E2160C}" destId="{DDFBEC81-3A62-43F8-9B69-F25823335409}" srcOrd="0" destOrd="0" presId="urn:microsoft.com/office/officeart/2005/8/layout/hierarchy1"/>
    <dgm:cxn modelId="{9A55E23B-2C1D-4572-BF7A-20998E55DA38}" type="presParOf" srcId="{DDFBEC81-3A62-43F8-9B69-F25823335409}" destId="{EA911E95-4D3B-4AEB-94AA-9790D372CC21}" srcOrd="0" destOrd="0" presId="urn:microsoft.com/office/officeart/2005/8/layout/hierarchy1"/>
    <dgm:cxn modelId="{CE55A0D3-903A-4B9E-8E55-83C4C1AA7DB0}" type="presParOf" srcId="{DDFBEC81-3A62-43F8-9B69-F25823335409}" destId="{4F390A8D-04CA-4B66-9099-A734C0C8FA77}" srcOrd="1" destOrd="0" presId="urn:microsoft.com/office/officeart/2005/8/layout/hierarchy1"/>
    <dgm:cxn modelId="{F513BDEE-81C2-44BF-BC20-F2E363397F60}" type="presParOf" srcId="{54D943B0-F50E-4CA8-80A0-582389E2160C}" destId="{533010A0-B794-474E-A77E-8FA23E8C14CC}" srcOrd="1" destOrd="0" presId="urn:microsoft.com/office/officeart/2005/8/layout/hierarchy1"/>
    <dgm:cxn modelId="{99998B54-2F3B-45BD-B363-8EB87ACB6423}" type="presParOf" srcId="{135E5732-CDE7-4C1A-B575-1C553C1CA74A}" destId="{065475E1-8C60-4AF2-9276-C358BBE839F7}" srcOrd="2" destOrd="0" presId="urn:microsoft.com/office/officeart/2005/8/layout/hierarchy1"/>
    <dgm:cxn modelId="{D9F3B0FF-BCEE-470C-905C-3C24F57D767F}" type="presParOf" srcId="{135E5732-CDE7-4C1A-B575-1C553C1CA74A}" destId="{B71F84D7-A734-4878-B737-E61B7A40C4C4}" srcOrd="3" destOrd="0" presId="urn:microsoft.com/office/officeart/2005/8/layout/hierarchy1"/>
    <dgm:cxn modelId="{C2FC47DD-4DD6-45B0-B676-2CE3C6D18BC1}" type="presParOf" srcId="{B71F84D7-A734-4878-B737-E61B7A40C4C4}" destId="{84EF7D4C-CCB7-46CF-9EC9-3218678DF73B}" srcOrd="0" destOrd="0" presId="urn:microsoft.com/office/officeart/2005/8/layout/hierarchy1"/>
    <dgm:cxn modelId="{C4258280-3D79-451D-ABAA-3DCC8BA52B97}" type="presParOf" srcId="{84EF7D4C-CCB7-46CF-9EC9-3218678DF73B}" destId="{2774FC75-4F2F-4EB3-8241-95A85EEC8994}" srcOrd="0" destOrd="0" presId="urn:microsoft.com/office/officeart/2005/8/layout/hierarchy1"/>
    <dgm:cxn modelId="{34010D1A-48F5-414B-9453-C53C55FB8DC6}" type="presParOf" srcId="{84EF7D4C-CCB7-46CF-9EC9-3218678DF73B}" destId="{5172B985-BB1B-4E87-9DCB-875CCE252F4C}" srcOrd="1" destOrd="0" presId="urn:microsoft.com/office/officeart/2005/8/layout/hierarchy1"/>
    <dgm:cxn modelId="{E53DD3A6-A930-4943-B73D-12D305796745}" type="presParOf" srcId="{B71F84D7-A734-4878-B737-E61B7A40C4C4}" destId="{019A22B9-6B8B-43BE-8E72-75E01CECC8BC}" srcOrd="1" destOrd="0" presId="urn:microsoft.com/office/officeart/2005/8/layout/hierarchy1"/>
    <dgm:cxn modelId="{08018539-1C25-45AC-8123-BEF43543DEF7}" type="presParOf" srcId="{019A22B9-6B8B-43BE-8E72-75E01CECC8BC}" destId="{DBF903A8-6BD3-4D24-A9B0-DC372B23F97A}" srcOrd="0" destOrd="0" presId="urn:microsoft.com/office/officeart/2005/8/layout/hierarchy1"/>
    <dgm:cxn modelId="{ADAE1C5D-1B85-4D0B-B9DF-00B91A378347}" type="presParOf" srcId="{019A22B9-6B8B-43BE-8E72-75E01CECC8BC}" destId="{D5ECB68F-2304-4FB0-8F4D-64C9D8DD8B92}" srcOrd="1" destOrd="0" presId="urn:microsoft.com/office/officeart/2005/8/layout/hierarchy1"/>
    <dgm:cxn modelId="{C9EB05FA-6956-4A5E-9E75-8ABB5AF42B74}" type="presParOf" srcId="{D5ECB68F-2304-4FB0-8F4D-64C9D8DD8B92}" destId="{E5DAB46A-6DC3-4070-B30D-EF9117F92CAD}" srcOrd="0" destOrd="0" presId="urn:microsoft.com/office/officeart/2005/8/layout/hierarchy1"/>
    <dgm:cxn modelId="{B10D75C2-BD3B-4D6D-BF74-7E90C19AB5A8}" type="presParOf" srcId="{E5DAB46A-6DC3-4070-B30D-EF9117F92CAD}" destId="{52C2671A-3F3B-4853-ADA6-D1AF36B73793}" srcOrd="0" destOrd="0" presId="urn:microsoft.com/office/officeart/2005/8/layout/hierarchy1"/>
    <dgm:cxn modelId="{742FF3ED-AA82-4A64-B5E7-C43A9D5EC145}" type="presParOf" srcId="{E5DAB46A-6DC3-4070-B30D-EF9117F92CAD}" destId="{DD559C90-C13D-4F14-8A94-D1336F0C274F}" srcOrd="1" destOrd="0" presId="urn:microsoft.com/office/officeart/2005/8/layout/hierarchy1"/>
    <dgm:cxn modelId="{7C311657-181D-4742-A447-69E193254B48}" type="presParOf" srcId="{D5ECB68F-2304-4FB0-8F4D-64C9D8DD8B92}" destId="{16767410-7628-425B-B737-913C964EB0C8}" srcOrd="1" destOrd="0" presId="urn:microsoft.com/office/officeart/2005/8/layout/hierarchy1"/>
    <dgm:cxn modelId="{639199E8-EB80-4532-8740-7204D7265E59}" type="presParOf" srcId="{16767410-7628-425B-B737-913C964EB0C8}" destId="{0345FAE9-8578-4F35-A193-8A9567F792B6}" srcOrd="0" destOrd="0" presId="urn:microsoft.com/office/officeart/2005/8/layout/hierarchy1"/>
    <dgm:cxn modelId="{4592DC49-90DD-4AFF-BC39-8D2DF8C2D5F6}" type="presParOf" srcId="{16767410-7628-425B-B737-913C964EB0C8}" destId="{9CB8DE94-461C-49B1-914A-6938C8F7B515}" srcOrd="1" destOrd="0" presId="urn:microsoft.com/office/officeart/2005/8/layout/hierarchy1"/>
    <dgm:cxn modelId="{BBCE9232-B504-42CF-8616-EABDA30F7DC5}" type="presParOf" srcId="{9CB8DE94-461C-49B1-914A-6938C8F7B515}" destId="{69FDB23F-6570-441C-91CD-0481A9D7E001}" srcOrd="0" destOrd="0" presId="urn:microsoft.com/office/officeart/2005/8/layout/hierarchy1"/>
    <dgm:cxn modelId="{7998BF6D-6B57-4808-B7CC-79B053422D78}" type="presParOf" srcId="{69FDB23F-6570-441C-91CD-0481A9D7E001}" destId="{380368C9-0D48-4574-BC36-36E75153DC97}" srcOrd="0" destOrd="0" presId="urn:microsoft.com/office/officeart/2005/8/layout/hierarchy1"/>
    <dgm:cxn modelId="{F4DF8E6C-6E3D-4BE6-8D82-167B06D7E8FA}" type="presParOf" srcId="{69FDB23F-6570-441C-91CD-0481A9D7E001}" destId="{236BC039-4EE4-4A28-AD93-C7455B7A3F06}" srcOrd="1" destOrd="0" presId="urn:microsoft.com/office/officeart/2005/8/layout/hierarchy1"/>
    <dgm:cxn modelId="{C264A719-541A-4296-92E2-39A77AAAA9AA}" type="presParOf" srcId="{9CB8DE94-461C-49B1-914A-6938C8F7B515}" destId="{48DB426E-0B15-4BDA-BE05-251EA19A75CF}" srcOrd="1" destOrd="0" presId="urn:microsoft.com/office/officeart/2005/8/layout/hierarchy1"/>
    <dgm:cxn modelId="{A5F088AF-A6D4-44A6-9DEA-D9FF453CA57B}" type="presParOf" srcId="{48DB426E-0B15-4BDA-BE05-251EA19A75CF}" destId="{EC8FEDB0-DED2-4283-AED9-0DE1B8B4CAC1}" srcOrd="0" destOrd="0" presId="urn:microsoft.com/office/officeart/2005/8/layout/hierarchy1"/>
    <dgm:cxn modelId="{0C2E0732-98C4-4AAF-ABC1-C75EB004043F}" type="presParOf" srcId="{48DB426E-0B15-4BDA-BE05-251EA19A75CF}" destId="{24E5CF2C-EFAF-41FB-A9E9-4F6CED5AF799}" srcOrd="1" destOrd="0" presId="urn:microsoft.com/office/officeart/2005/8/layout/hierarchy1"/>
    <dgm:cxn modelId="{24825510-CBCA-4193-8BB5-F36033B8874F}" type="presParOf" srcId="{24E5CF2C-EFAF-41FB-A9E9-4F6CED5AF799}" destId="{F244DFFE-8D49-4707-9E94-18BA063E2C33}" srcOrd="0" destOrd="0" presId="urn:microsoft.com/office/officeart/2005/8/layout/hierarchy1"/>
    <dgm:cxn modelId="{DEEBE5CC-A142-4E16-8F0B-5D8CEAD36ECA}" type="presParOf" srcId="{F244DFFE-8D49-4707-9E94-18BA063E2C33}" destId="{D0E12239-23EB-4CC0-936B-5CA82E8BDE0D}" srcOrd="0" destOrd="0" presId="urn:microsoft.com/office/officeart/2005/8/layout/hierarchy1"/>
    <dgm:cxn modelId="{C6C46580-2A44-40C8-859F-2660DC4C142D}" type="presParOf" srcId="{F244DFFE-8D49-4707-9E94-18BA063E2C33}" destId="{58178874-AA4B-4F39-8460-FADE72F4575F}" srcOrd="1" destOrd="0" presId="urn:microsoft.com/office/officeart/2005/8/layout/hierarchy1"/>
    <dgm:cxn modelId="{D0B0313A-68BB-4A69-97A6-97FE6C82E680}" type="presParOf" srcId="{24E5CF2C-EFAF-41FB-A9E9-4F6CED5AF799}" destId="{98723D01-8967-4D99-976A-CC9023BEBB96}" srcOrd="1" destOrd="0" presId="urn:microsoft.com/office/officeart/2005/8/layout/hierarchy1"/>
    <dgm:cxn modelId="{C47BCA1A-BE5D-47B6-984B-8AEC3AB2FD84}" type="presParOf" srcId="{135E5732-CDE7-4C1A-B575-1C553C1CA74A}" destId="{0BF51094-8B34-45D2-B83B-961D28521343}" srcOrd="4" destOrd="0" presId="urn:microsoft.com/office/officeart/2005/8/layout/hierarchy1"/>
    <dgm:cxn modelId="{3860A1A4-DAD9-4C5D-AD1E-3E2C475B3841}" type="presParOf" srcId="{135E5732-CDE7-4C1A-B575-1C553C1CA74A}" destId="{43E404C0-4049-44AF-9439-C93587CDDE28}" srcOrd="5" destOrd="0" presId="urn:microsoft.com/office/officeart/2005/8/layout/hierarchy1"/>
    <dgm:cxn modelId="{706C3E14-4B6F-458C-9A28-FCA50A87BF73}" type="presParOf" srcId="{43E404C0-4049-44AF-9439-C93587CDDE28}" destId="{8E495861-6F37-4A97-8CDE-6FDEB1E0AA34}" srcOrd="0" destOrd="0" presId="urn:microsoft.com/office/officeart/2005/8/layout/hierarchy1"/>
    <dgm:cxn modelId="{1257B78E-58E3-45CE-9A92-8AE9C01206CE}" type="presParOf" srcId="{8E495861-6F37-4A97-8CDE-6FDEB1E0AA34}" destId="{703C8E29-121D-4F3E-91E3-05BA896E0F80}" srcOrd="0" destOrd="0" presId="urn:microsoft.com/office/officeart/2005/8/layout/hierarchy1"/>
    <dgm:cxn modelId="{C71FCEF2-0F9A-4D3E-AC76-E9BA21F303F7}" type="presParOf" srcId="{8E495861-6F37-4A97-8CDE-6FDEB1E0AA34}" destId="{BED66158-7C8C-4F6F-BC1F-25660C3C604B}" srcOrd="1" destOrd="0" presId="urn:microsoft.com/office/officeart/2005/8/layout/hierarchy1"/>
    <dgm:cxn modelId="{F9259B6E-8484-492C-AEEB-E68C8A93E3C0}" type="presParOf" srcId="{43E404C0-4049-44AF-9439-C93587CDDE28}" destId="{2C1DA9C1-EAE5-478C-B842-01AD9BC693DA}" srcOrd="1" destOrd="0" presId="urn:microsoft.com/office/officeart/2005/8/layout/hierarchy1"/>
    <dgm:cxn modelId="{D22814E4-581E-4311-9D48-39873B203FF3}" type="presParOf" srcId="{2C1DA9C1-EAE5-478C-B842-01AD9BC693DA}" destId="{BE788C70-3BC3-43B1-A876-8F1BE91C9FC0}" srcOrd="0" destOrd="0" presId="urn:microsoft.com/office/officeart/2005/8/layout/hierarchy1"/>
    <dgm:cxn modelId="{7D6F099F-0A8A-4813-ABF0-C4542BAE200B}" type="presParOf" srcId="{2C1DA9C1-EAE5-478C-B842-01AD9BC693DA}" destId="{10EE2243-EA3F-4D53-BC1F-6B6CA7EC6594}" srcOrd="1" destOrd="0" presId="urn:microsoft.com/office/officeart/2005/8/layout/hierarchy1"/>
    <dgm:cxn modelId="{075F883E-BA26-4CBA-BF99-AEDCBCDF195D}" type="presParOf" srcId="{10EE2243-EA3F-4D53-BC1F-6B6CA7EC6594}" destId="{2FB819F9-6030-4663-ADF4-60C288686C37}" srcOrd="0" destOrd="0" presId="urn:microsoft.com/office/officeart/2005/8/layout/hierarchy1"/>
    <dgm:cxn modelId="{8AEA81F7-1BA3-40B7-869C-3022C8B03DAB}" type="presParOf" srcId="{2FB819F9-6030-4663-ADF4-60C288686C37}" destId="{BDDFD3AA-77C3-4EB7-B920-9301596689CD}" srcOrd="0" destOrd="0" presId="urn:microsoft.com/office/officeart/2005/8/layout/hierarchy1"/>
    <dgm:cxn modelId="{41F96391-75CE-46B7-9AF4-D9028B22256A}" type="presParOf" srcId="{2FB819F9-6030-4663-ADF4-60C288686C37}" destId="{F7A798BE-12B2-4E51-8045-DAA9C05A05C3}" srcOrd="1" destOrd="0" presId="urn:microsoft.com/office/officeart/2005/8/layout/hierarchy1"/>
    <dgm:cxn modelId="{37E677D3-A4AE-4C40-B7C5-3A51D127BD5D}" type="presParOf" srcId="{10EE2243-EA3F-4D53-BC1F-6B6CA7EC6594}" destId="{8468CDF9-6683-42A6-8C75-3B235FACE3D3}" srcOrd="1" destOrd="0" presId="urn:microsoft.com/office/officeart/2005/8/layout/hierarchy1"/>
    <dgm:cxn modelId="{F6E8ACEE-72D3-4826-B492-DD0BBA6C50CD}" type="presParOf" srcId="{8468CDF9-6683-42A6-8C75-3B235FACE3D3}" destId="{982E13E8-A370-4E13-8E03-4884B498CC95}" srcOrd="0" destOrd="0" presId="urn:microsoft.com/office/officeart/2005/8/layout/hierarchy1"/>
    <dgm:cxn modelId="{54ABD196-6949-429E-8E9A-B8B264261D69}" type="presParOf" srcId="{8468CDF9-6683-42A6-8C75-3B235FACE3D3}" destId="{FE45D950-D34A-43EA-B8EC-0B6D6B225858}" srcOrd="1" destOrd="0" presId="urn:microsoft.com/office/officeart/2005/8/layout/hierarchy1"/>
    <dgm:cxn modelId="{6578BA6D-6E31-4EE4-9FD8-472187F75B9F}" type="presParOf" srcId="{FE45D950-D34A-43EA-B8EC-0B6D6B225858}" destId="{9D07A560-6ABA-45D2-A3C1-45641AD4BD0A}" srcOrd="0" destOrd="0" presId="urn:microsoft.com/office/officeart/2005/8/layout/hierarchy1"/>
    <dgm:cxn modelId="{C487F9C8-5EA1-454A-9D4F-F36B1BD236EC}" type="presParOf" srcId="{9D07A560-6ABA-45D2-A3C1-45641AD4BD0A}" destId="{44BA403B-6892-4055-B8FE-8B1D32FC5C27}" srcOrd="0" destOrd="0" presId="urn:microsoft.com/office/officeart/2005/8/layout/hierarchy1"/>
    <dgm:cxn modelId="{D1E5CA39-6E52-4557-94C9-7FDA55505516}" type="presParOf" srcId="{9D07A560-6ABA-45D2-A3C1-45641AD4BD0A}" destId="{0D9FA71C-3BA4-472E-B334-161EBFFD8ABA}" srcOrd="1" destOrd="0" presId="urn:microsoft.com/office/officeart/2005/8/layout/hierarchy1"/>
    <dgm:cxn modelId="{605E2730-2C1B-4C89-9494-5AEC21CEE334}" type="presParOf" srcId="{FE45D950-D34A-43EA-B8EC-0B6D6B225858}" destId="{BC8A139F-F703-4167-8678-82259D204D80}" srcOrd="1" destOrd="0" presId="urn:microsoft.com/office/officeart/2005/8/layout/hierarchy1"/>
    <dgm:cxn modelId="{998D1DF4-BE5F-453A-8918-399F3C084533}" type="presParOf" srcId="{2C1DA9C1-EAE5-478C-B842-01AD9BC693DA}" destId="{C2FDB3F6-31AF-4CC9-ADBE-72124E6D4EEB}" srcOrd="2" destOrd="0" presId="urn:microsoft.com/office/officeart/2005/8/layout/hierarchy1"/>
    <dgm:cxn modelId="{8A794B1E-A260-4E6A-B24E-CB4EF9EEA3E0}" type="presParOf" srcId="{2C1DA9C1-EAE5-478C-B842-01AD9BC693DA}" destId="{13898738-52B3-404D-B672-D99B1B44C6B9}" srcOrd="3" destOrd="0" presId="urn:microsoft.com/office/officeart/2005/8/layout/hierarchy1"/>
    <dgm:cxn modelId="{A5CBC9AC-3F9F-42A3-BDEB-4E2A7CB40104}" type="presParOf" srcId="{13898738-52B3-404D-B672-D99B1B44C6B9}" destId="{564E0A27-1ED9-4981-8941-790DCDBBB234}" srcOrd="0" destOrd="0" presId="urn:microsoft.com/office/officeart/2005/8/layout/hierarchy1"/>
    <dgm:cxn modelId="{0E8661F8-E50D-4C44-AD49-03D5F92ACD94}" type="presParOf" srcId="{564E0A27-1ED9-4981-8941-790DCDBBB234}" destId="{FDCFB67A-FDB0-4A11-B067-AD7748652795}" srcOrd="0" destOrd="0" presId="urn:microsoft.com/office/officeart/2005/8/layout/hierarchy1"/>
    <dgm:cxn modelId="{DF0EE00C-77AD-4F00-822C-2C568B2CFC81}" type="presParOf" srcId="{564E0A27-1ED9-4981-8941-790DCDBBB234}" destId="{1E0B4889-DC31-4DC0-9704-0B38BA558FF9}" srcOrd="1" destOrd="0" presId="urn:microsoft.com/office/officeart/2005/8/layout/hierarchy1"/>
    <dgm:cxn modelId="{1ED3F842-3576-4024-A9E2-661ABCA70D97}" type="presParOf" srcId="{13898738-52B3-404D-B672-D99B1B44C6B9}" destId="{2F86D492-51C5-4D92-98E8-C047FA95BDED}" srcOrd="1" destOrd="0" presId="urn:microsoft.com/office/officeart/2005/8/layout/hierarchy1"/>
    <dgm:cxn modelId="{A4EB180A-31DC-4310-8CFD-5D2002C01AFD}" type="presParOf" srcId="{2F86D492-51C5-4D92-98E8-C047FA95BDED}" destId="{D18C6C0E-056A-430E-815B-50C511E801A1}" srcOrd="0" destOrd="0" presId="urn:microsoft.com/office/officeart/2005/8/layout/hierarchy1"/>
    <dgm:cxn modelId="{9E76AC17-4281-4CEC-A643-E3C523E1804A}" type="presParOf" srcId="{2F86D492-51C5-4D92-98E8-C047FA95BDED}" destId="{B11CFA70-37F9-4DF4-84EE-9A6401F0760F}" srcOrd="1" destOrd="0" presId="urn:microsoft.com/office/officeart/2005/8/layout/hierarchy1"/>
    <dgm:cxn modelId="{8D4A4471-5D22-4625-A84A-B7FD3380B46C}" type="presParOf" srcId="{B11CFA70-37F9-4DF4-84EE-9A6401F0760F}" destId="{61C560E3-C90E-423D-96B1-DB35CB607413}" srcOrd="0" destOrd="0" presId="urn:microsoft.com/office/officeart/2005/8/layout/hierarchy1"/>
    <dgm:cxn modelId="{0D0C1666-59DB-4828-A7C3-081E49E1C038}" type="presParOf" srcId="{61C560E3-C90E-423D-96B1-DB35CB607413}" destId="{2CC71C5A-A97B-4AB1-B701-A7BD4FDC575E}" srcOrd="0" destOrd="0" presId="urn:microsoft.com/office/officeart/2005/8/layout/hierarchy1"/>
    <dgm:cxn modelId="{191F1E9D-D157-4FC4-8526-DC120C55758B}" type="presParOf" srcId="{61C560E3-C90E-423D-96B1-DB35CB607413}" destId="{FEA4AAA1-3281-4C2B-8E85-BE1BEF06F505}" srcOrd="1" destOrd="0" presId="urn:microsoft.com/office/officeart/2005/8/layout/hierarchy1"/>
    <dgm:cxn modelId="{C7DA2DC8-D011-44C3-9A31-3D318F53FDF6}" type="presParOf" srcId="{B11CFA70-37F9-4DF4-84EE-9A6401F0760F}" destId="{A12700BA-2C34-45E4-AE33-59F14CF838C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2EAECA-E627-472D-9A32-3108FFA79EA9}">
      <dsp:nvSpPr>
        <dsp:cNvPr id="0" name=""/>
        <dsp:cNvSpPr/>
      </dsp:nvSpPr>
      <dsp:spPr>
        <a:xfrm>
          <a:off x="0" y="676778"/>
          <a:ext cx="11176000" cy="50274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874776" rIns="867382" bIns="298704" numCol="1" spcCol="1270" anchor="t" anchorCtr="0">
          <a:noAutofit/>
        </a:bodyPr>
        <a:lstStyle/>
        <a:p>
          <a:pPr marL="285750" lvl="1" indent="-285750" algn="l" defTabSz="1866900">
            <a:lnSpc>
              <a:spcPct val="90000"/>
            </a:lnSpc>
            <a:spcBef>
              <a:spcPct val="0"/>
            </a:spcBef>
            <a:spcAft>
              <a:spcPct val="15000"/>
            </a:spcAft>
            <a:buChar char="•"/>
          </a:pPr>
          <a:r>
            <a:rPr lang="zh-CN" altLang="en-US" sz="4200" kern="1200"/>
            <a:t>项目数据库连接需求分析</a:t>
          </a:r>
        </a:p>
        <a:p>
          <a:pPr marL="285750" lvl="1" indent="-285750" algn="l" defTabSz="1866900">
            <a:lnSpc>
              <a:spcPct val="90000"/>
            </a:lnSpc>
            <a:spcBef>
              <a:spcPct val="0"/>
            </a:spcBef>
            <a:spcAft>
              <a:spcPct val="15000"/>
            </a:spcAft>
            <a:buChar char="•"/>
          </a:pPr>
          <a:r>
            <a:rPr lang="en-US" altLang="zh-CN" sz="4200" kern="1200"/>
            <a:t>PDO</a:t>
          </a:r>
          <a:r>
            <a:rPr lang="zh-CN" altLang="en-US" sz="4200" kern="1200"/>
            <a:t>连接工具类的设计</a:t>
          </a:r>
        </a:p>
        <a:p>
          <a:pPr marL="285750" lvl="1" indent="-285750" algn="l" defTabSz="1866900">
            <a:lnSpc>
              <a:spcPct val="90000"/>
            </a:lnSpc>
            <a:spcBef>
              <a:spcPct val="0"/>
            </a:spcBef>
            <a:spcAft>
              <a:spcPct val="15000"/>
            </a:spcAft>
            <a:buChar char="•"/>
          </a:pPr>
          <a:r>
            <a:rPr lang="en-US" altLang="zh-CN" sz="4200" kern="1200"/>
            <a:t>PDO</a:t>
          </a:r>
          <a:r>
            <a:rPr lang="zh-CN" altLang="en-US" sz="4200" kern="1200"/>
            <a:t>连接工具类的代码编写</a:t>
          </a:r>
        </a:p>
        <a:p>
          <a:pPr marL="285750" lvl="1" indent="-285750" algn="l" defTabSz="1866900">
            <a:lnSpc>
              <a:spcPct val="90000"/>
            </a:lnSpc>
            <a:spcBef>
              <a:spcPct val="0"/>
            </a:spcBef>
            <a:spcAft>
              <a:spcPct val="15000"/>
            </a:spcAft>
            <a:buChar char="•"/>
          </a:pPr>
          <a:r>
            <a:rPr lang="zh-CN" altLang="en-US" sz="4200" kern="1200"/>
            <a:t>作业一、二</a:t>
          </a:r>
        </a:p>
      </dsp:txBody>
      <dsp:txXfrm>
        <a:off x="0" y="676778"/>
        <a:ext cx="11176000" cy="5027400"/>
      </dsp:txXfrm>
    </dsp:sp>
    <dsp:sp modelId="{E5FDA08B-FD1B-4804-B124-C383399EEC9F}">
      <dsp:nvSpPr>
        <dsp:cNvPr id="0" name=""/>
        <dsp:cNvSpPr/>
      </dsp:nvSpPr>
      <dsp:spPr>
        <a:xfrm>
          <a:off x="558800" y="56858"/>
          <a:ext cx="7823200" cy="123984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866900">
            <a:lnSpc>
              <a:spcPct val="90000"/>
            </a:lnSpc>
            <a:spcBef>
              <a:spcPct val="0"/>
            </a:spcBef>
            <a:spcAft>
              <a:spcPct val="35000"/>
            </a:spcAft>
            <a:buNone/>
          </a:pPr>
          <a:r>
            <a:rPr lang="en-US" altLang="zh-CN" sz="4200" kern="1200"/>
            <a:t>PDO</a:t>
          </a:r>
          <a:r>
            <a:rPr lang="zh-CN" altLang="en-US" sz="4200" kern="1200"/>
            <a:t>连接工具类的实现</a:t>
          </a:r>
        </a:p>
      </dsp:txBody>
      <dsp:txXfrm>
        <a:off x="619324" y="117382"/>
        <a:ext cx="7702152" cy="11187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8C6C0E-056A-430E-815B-50C511E801A1}">
      <dsp:nvSpPr>
        <dsp:cNvPr id="0" name=""/>
        <dsp:cNvSpPr/>
      </dsp:nvSpPr>
      <dsp:spPr>
        <a:xfrm>
          <a:off x="7842964" y="3223104"/>
          <a:ext cx="91440" cy="376377"/>
        </a:xfrm>
        <a:custGeom>
          <a:avLst/>
          <a:gdLst/>
          <a:ahLst/>
          <a:cxnLst/>
          <a:rect l="0" t="0" r="0" b="0"/>
          <a:pathLst>
            <a:path>
              <a:moveTo>
                <a:pt x="45720" y="0"/>
              </a:moveTo>
              <a:lnTo>
                <a:pt x="45720" y="37637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FDB3F6-31AF-4CC9-ADBE-72124E6D4EEB}">
      <dsp:nvSpPr>
        <dsp:cNvPr id="0" name=""/>
        <dsp:cNvSpPr/>
      </dsp:nvSpPr>
      <dsp:spPr>
        <a:xfrm>
          <a:off x="7097824" y="2024951"/>
          <a:ext cx="790860" cy="376377"/>
        </a:xfrm>
        <a:custGeom>
          <a:avLst/>
          <a:gdLst/>
          <a:ahLst/>
          <a:cxnLst/>
          <a:rect l="0" t="0" r="0" b="0"/>
          <a:pathLst>
            <a:path>
              <a:moveTo>
                <a:pt x="0" y="0"/>
              </a:moveTo>
              <a:lnTo>
                <a:pt x="0" y="256490"/>
              </a:lnTo>
              <a:lnTo>
                <a:pt x="790860" y="256490"/>
              </a:lnTo>
              <a:lnTo>
                <a:pt x="790860" y="37637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2E13E8-A370-4E13-8E03-4884B498CC95}">
      <dsp:nvSpPr>
        <dsp:cNvPr id="0" name=""/>
        <dsp:cNvSpPr/>
      </dsp:nvSpPr>
      <dsp:spPr>
        <a:xfrm>
          <a:off x="6261243" y="3223104"/>
          <a:ext cx="91440" cy="376377"/>
        </a:xfrm>
        <a:custGeom>
          <a:avLst/>
          <a:gdLst/>
          <a:ahLst/>
          <a:cxnLst/>
          <a:rect l="0" t="0" r="0" b="0"/>
          <a:pathLst>
            <a:path>
              <a:moveTo>
                <a:pt x="45720" y="0"/>
              </a:moveTo>
              <a:lnTo>
                <a:pt x="45720" y="37637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788C70-3BC3-43B1-A876-8F1BE91C9FC0}">
      <dsp:nvSpPr>
        <dsp:cNvPr id="0" name=""/>
        <dsp:cNvSpPr/>
      </dsp:nvSpPr>
      <dsp:spPr>
        <a:xfrm>
          <a:off x="6306963" y="2024951"/>
          <a:ext cx="790860" cy="376377"/>
        </a:xfrm>
        <a:custGeom>
          <a:avLst/>
          <a:gdLst/>
          <a:ahLst/>
          <a:cxnLst/>
          <a:rect l="0" t="0" r="0" b="0"/>
          <a:pathLst>
            <a:path>
              <a:moveTo>
                <a:pt x="790860" y="0"/>
              </a:moveTo>
              <a:lnTo>
                <a:pt x="790860" y="256490"/>
              </a:lnTo>
              <a:lnTo>
                <a:pt x="0" y="256490"/>
              </a:lnTo>
              <a:lnTo>
                <a:pt x="0" y="37637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F51094-8B34-45D2-B83B-961D28521343}">
      <dsp:nvSpPr>
        <dsp:cNvPr id="0" name=""/>
        <dsp:cNvSpPr/>
      </dsp:nvSpPr>
      <dsp:spPr>
        <a:xfrm>
          <a:off x="5120673" y="826798"/>
          <a:ext cx="1977150" cy="376377"/>
        </a:xfrm>
        <a:custGeom>
          <a:avLst/>
          <a:gdLst/>
          <a:ahLst/>
          <a:cxnLst/>
          <a:rect l="0" t="0" r="0" b="0"/>
          <a:pathLst>
            <a:path>
              <a:moveTo>
                <a:pt x="0" y="0"/>
              </a:moveTo>
              <a:lnTo>
                <a:pt x="0" y="256490"/>
              </a:lnTo>
              <a:lnTo>
                <a:pt x="1977150" y="256490"/>
              </a:lnTo>
              <a:lnTo>
                <a:pt x="1977150" y="376377"/>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C8FEDB0-DED2-4283-AED9-0DE1B8B4CAC1}">
      <dsp:nvSpPr>
        <dsp:cNvPr id="0" name=""/>
        <dsp:cNvSpPr/>
      </dsp:nvSpPr>
      <dsp:spPr>
        <a:xfrm>
          <a:off x="4679523" y="4421258"/>
          <a:ext cx="91440" cy="376377"/>
        </a:xfrm>
        <a:custGeom>
          <a:avLst/>
          <a:gdLst/>
          <a:ahLst/>
          <a:cxnLst/>
          <a:rect l="0" t="0" r="0" b="0"/>
          <a:pathLst>
            <a:path>
              <a:moveTo>
                <a:pt x="45720" y="0"/>
              </a:moveTo>
              <a:lnTo>
                <a:pt x="45720" y="37637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345FAE9-8578-4F35-A193-8A9567F792B6}">
      <dsp:nvSpPr>
        <dsp:cNvPr id="0" name=""/>
        <dsp:cNvSpPr/>
      </dsp:nvSpPr>
      <dsp:spPr>
        <a:xfrm>
          <a:off x="4679523" y="3223104"/>
          <a:ext cx="91440" cy="376377"/>
        </a:xfrm>
        <a:custGeom>
          <a:avLst/>
          <a:gdLst/>
          <a:ahLst/>
          <a:cxnLst/>
          <a:rect l="0" t="0" r="0" b="0"/>
          <a:pathLst>
            <a:path>
              <a:moveTo>
                <a:pt x="45720" y="0"/>
              </a:moveTo>
              <a:lnTo>
                <a:pt x="45720" y="37637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BF903A8-6BD3-4D24-A9B0-DC372B23F97A}">
      <dsp:nvSpPr>
        <dsp:cNvPr id="0" name=""/>
        <dsp:cNvSpPr/>
      </dsp:nvSpPr>
      <dsp:spPr>
        <a:xfrm>
          <a:off x="4679523" y="2024951"/>
          <a:ext cx="91440" cy="376377"/>
        </a:xfrm>
        <a:custGeom>
          <a:avLst/>
          <a:gdLst/>
          <a:ahLst/>
          <a:cxnLst/>
          <a:rect l="0" t="0" r="0" b="0"/>
          <a:pathLst>
            <a:path>
              <a:moveTo>
                <a:pt x="45720" y="0"/>
              </a:moveTo>
              <a:lnTo>
                <a:pt x="45720" y="37637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5475E1-8C60-4AF2-9276-C358BBE839F7}">
      <dsp:nvSpPr>
        <dsp:cNvPr id="0" name=""/>
        <dsp:cNvSpPr/>
      </dsp:nvSpPr>
      <dsp:spPr>
        <a:xfrm>
          <a:off x="4725243" y="826798"/>
          <a:ext cx="395430" cy="376377"/>
        </a:xfrm>
        <a:custGeom>
          <a:avLst/>
          <a:gdLst/>
          <a:ahLst/>
          <a:cxnLst/>
          <a:rect l="0" t="0" r="0" b="0"/>
          <a:pathLst>
            <a:path>
              <a:moveTo>
                <a:pt x="395430" y="0"/>
              </a:moveTo>
              <a:lnTo>
                <a:pt x="395430" y="256490"/>
              </a:lnTo>
              <a:lnTo>
                <a:pt x="0" y="256490"/>
              </a:lnTo>
              <a:lnTo>
                <a:pt x="0" y="376377"/>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5FDF9E5-CB05-49D4-9CDE-A7680F3160CE}">
      <dsp:nvSpPr>
        <dsp:cNvPr id="0" name=""/>
        <dsp:cNvSpPr/>
      </dsp:nvSpPr>
      <dsp:spPr>
        <a:xfrm>
          <a:off x="3097802" y="4421258"/>
          <a:ext cx="91440" cy="376377"/>
        </a:xfrm>
        <a:custGeom>
          <a:avLst/>
          <a:gdLst/>
          <a:ahLst/>
          <a:cxnLst/>
          <a:rect l="0" t="0" r="0" b="0"/>
          <a:pathLst>
            <a:path>
              <a:moveTo>
                <a:pt x="45720" y="0"/>
              </a:moveTo>
              <a:lnTo>
                <a:pt x="45720" y="37637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67A6121-B7BD-4FE2-8647-FCE02E31758E}">
      <dsp:nvSpPr>
        <dsp:cNvPr id="0" name=""/>
        <dsp:cNvSpPr/>
      </dsp:nvSpPr>
      <dsp:spPr>
        <a:xfrm>
          <a:off x="3097802" y="3223104"/>
          <a:ext cx="91440" cy="376377"/>
        </a:xfrm>
        <a:custGeom>
          <a:avLst/>
          <a:gdLst/>
          <a:ahLst/>
          <a:cxnLst/>
          <a:rect l="0" t="0" r="0" b="0"/>
          <a:pathLst>
            <a:path>
              <a:moveTo>
                <a:pt x="45720" y="0"/>
              </a:moveTo>
              <a:lnTo>
                <a:pt x="45720" y="37637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07DA06-8C93-464F-BF4A-2900A1F42470}">
      <dsp:nvSpPr>
        <dsp:cNvPr id="0" name=""/>
        <dsp:cNvSpPr/>
      </dsp:nvSpPr>
      <dsp:spPr>
        <a:xfrm>
          <a:off x="3097802" y="2024951"/>
          <a:ext cx="91440" cy="376377"/>
        </a:xfrm>
        <a:custGeom>
          <a:avLst/>
          <a:gdLst/>
          <a:ahLst/>
          <a:cxnLst/>
          <a:rect l="0" t="0" r="0" b="0"/>
          <a:pathLst>
            <a:path>
              <a:moveTo>
                <a:pt x="45720" y="0"/>
              </a:moveTo>
              <a:lnTo>
                <a:pt x="45720" y="37637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A92E859-92C2-424E-9FD1-0907BAA2ED57}">
      <dsp:nvSpPr>
        <dsp:cNvPr id="0" name=""/>
        <dsp:cNvSpPr/>
      </dsp:nvSpPr>
      <dsp:spPr>
        <a:xfrm>
          <a:off x="3143522" y="826798"/>
          <a:ext cx="1977150" cy="376377"/>
        </a:xfrm>
        <a:custGeom>
          <a:avLst/>
          <a:gdLst/>
          <a:ahLst/>
          <a:cxnLst/>
          <a:rect l="0" t="0" r="0" b="0"/>
          <a:pathLst>
            <a:path>
              <a:moveTo>
                <a:pt x="1977150" y="0"/>
              </a:moveTo>
              <a:lnTo>
                <a:pt x="1977150" y="256490"/>
              </a:lnTo>
              <a:lnTo>
                <a:pt x="0" y="256490"/>
              </a:lnTo>
              <a:lnTo>
                <a:pt x="0" y="376377"/>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77F0CFB-C7DD-4EAB-8820-9E46A080C877}">
      <dsp:nvSpPr>
        <dsp:cNvPr id="0" name=""/>
        <dsp:cNvSpPr/>
      </dsp:nvSpPr>
      <dsp:spPr>
        <a:xfrm>
          <a:off x="4473606" y="5022"/>
          <a:ext cx="1294134" cy="821775"/>
        </a:xfrm>
        <a:prstGeom prst="roundRect">
          <a:avLst>
            <a:gd name="adj" fmla="val 10000"/>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9214B1-34E4-46FA-B849-BBF375817BC2}">
      <dsp:nvSpPr>
        <dsp:cNvPr id="0" name=""/>
        <dsp:cNvSpPr/>
      </dsp:nvSpPr>
      <dsp:spPr>
        <a:xfrm>
          <a:off x="4617398" y="141625"/>
          <a:ext cx="1294134" cy="821775"/>
        </a:xfrm>
        <a:prstGeom prst="roundRect">
          <a:avLst>
            <a:gd name="adj" fmla="val 10000"/>
          </a:avLst>
        </a:prstGeom>
        <a:solidFill>
          <a:schemeClr val="lt1">
            <a:alpha val="90000"/>
            <a:hueOff val="0"/>
            <a:satOff val="0"/>
            <a:lumOff val="0"/>
            <a:alphaOff val="0"/>
          </a:schemeClr>
        </a:solid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a:t>外部业务代码调用</a:t>
          </a:r>
          <a:r>
            <a:rPr lang="en-US" altLang="zh-CN" sz="1200" kern="1200"/>
            <a:t>DB</a:t>
          </a:r>
          <a:r>
            <a:rPr lang="zh-CN" altLang="en-US" sz="1200" kern="1200"/>
            <a:t>类</a:t>
          </a:r>
        </a:p>
      </dsp:txBody>
      <dsp:txXfrm>
        <a:off x="4641467" y="165694"/>
        <a:ext cx="1245996" cy="773637"/>
      </dsp:txXfrm>
    </dsp:sp>
    <dsp:sp modelId="{1253E120-1405-4B60-BA87-0D4FA3D2FF54}">
      <dsp:nvSpPr>
        <dsp:cNvPr id="0" name=""/>
        <dsp:cNvSpPr/>
      </dsp:nvSpPr>
      <dsp:spPr>
        <a:xfrm>
          <a:off x="2496455" y="1203175"/>
          <a:ext cx="1294134" cy="821775"/>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965E64-C540-446E-9331-5CDAFEEC7126}">
      <dsp:nvSpPr>
        <dsp:cNvPr id="0" name=""/>
        <dsp:cNvSpPr/>
      </dsp:nvSpPr>
      <dsp:spPr>
        <a:xfrm>
          <a:off x="2640248" y="1339778"/>
          <a:ext cx="1294134" cy="821775"/>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zh-CN" sz="1200" kern="1200"/>
            <a:t>getInstance()</a:t>
          </a:r>
          <a:br>
            <a:rPr lang="en-US" altLang="zh-CN" sz="1200" kern="1200"/>
          </a:br>
          <a:r>
            <a:rPr lang="zh-CN" altLang="en-US" sz="1200" kern="1200"/>
            <a:t>（静态方法）</a:t>
          </a:r>
        </a:p>
      </dsp:txBody>
      <dsp:txXfrm>
        <a:off x="2664317" y="1363847"/>
        <a:ext cx="1245996" cy="773637"/>
      </dsp:txXfrm>
    </dsp:sp>
    <dsp:sp modelId="{50DE4BAB-1AC2-4BA7-AE4C-27E6CBD28AEE}">
      <dsp:nvSpPr>
        <dsp:cNvPr id="0" name=""/>
        <dsp:cNvSpPr/>
      </dsp:nvSpPr>
      <dsp:spPr>
        <a:xfrm>
          <a:off x="2496455" y="2401329"/>
          <a:ext cx="1294134" cy="821775"/>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84E698-9381-463A-B61C-9BD0BED75C62}">
      <dsp:nvSpPr>
        <dsp:cNvPr id="0" name=""/>
        <dsp:cNvSpPr/>
      </dsp:nvSpPr>
      <dsp:spPr>
        <a:xfrm>
          <a:off x="2640248" y="2537932"/>
          <a:ext cx="1294134" cy="821775"/>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zh-CN" sz="1200" kern="1200"/>
            <a:t>__construct()</a:t>
          </a:r>
          <a:br>
            <a:rPr lang="en-US" altLang="zh-CN" sz="1200" kern="1200"/>
          </a:br>
          <a:r>
            <a:rPr lang="zh-CN" altLang="en-US" sz="1200" kern="1200"/>
            <a:t>私有构造方法</a:t>
          </a:r>
        </a:p>
      </dsp:txBody>
      <dsp:txXfrm>
        <a:off x="2664317" y="2562001"/>
        <a:ext cx="1245996" cy="773637"/>
      </dsp:txXfrm>
    </dsp:sp>
    <dsp:sp modelId="{3E125FC0-44B1-4CA1-B47C-F768ED797158}">
      <dsp:nvSpPr>
        <dsp:cNvPr id="0" name=""/>
        <dsp:cNvSpPr/>
      </dsp:nvSpPr>
      <dsp:spPr>
        <a:xfrm>
          <a:off x="2496455" y="3599482"/>
          <a:ext cx="1294134" cy="8217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7CE0DD-CFCB-41A6-9858-60E787E2D98F}">
      <dsp:nvSpPr>
        <dsp:cNvPr id="0" name=""/>
        <dsp:cNvSpPr/>
      </dsp:nvSpPr>
      <dsp:spPr>
        <a:xfrm>
          <a:off x="2640248" y="3736085"/>
          <a:ext cx="1294134" cy="8217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zh-CN" sz="1200" kern="1200"/>
            <a:t>connect()</a:t>
          </a:r>
          <a:br>
            <a:rPr lang="en-US" altLang="zh-CN" sz="1200" kern="1200"/>
          </a:br>
          <a:r>
            <a:rPr lang="zh-CN" altLang="en-US" sz="1200" kern="1200"/>
            <a:t>（建立连接）</a:t>
          </a:r>
        </a:p>
      </dsp:txBody>
      <dsp:txXfrm>
        <a:off x="2664317" y="3760154"/>
        <a:ext cx="1245996" cy="773637"/>
      </dsp:txXfrm>
    </dsp:sp>
    <dsp:sp modelId="{EA911E95-4D3B-4AEB-94AA-9790D372CC21}">
      <dsp:nvSpPr>
        <dsp:cNvPr id="0" name=""/>
        <dsp:cNvSpPr/>
      </dsp:nvSpPr>
      <dsp:spPr>
        <a:xfrm>
          <a:off x="2496455" y="4797635"/>
          <a:ext cx="1294134" cy="8217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F390A8D-04CA-4B66-9099-A734C0C8FA77}">
      <dsp:nvSpPr>
        <dsp:cNvPr id="0" name=""/>
        <dsp:cNvSpPr/>
      </dsp:nvSpPr>
      <dsp:spPr>
        <a:xfrm>
          <a:off x="2640248" y="4934238"/>
          <a:ext cx="1294134" cy="8217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zh-CN" sz="1200" kern="1200"/>
            <a:t>getDbConfig()</a:t>
          </a:r>
          <a:br>
            <a:rPr lang="en-US" altLang="zh-CN" sz="1200" kern="1200"/>
          </a:br>
          <a:r>
            <a:rPr lang="zh-CN" altLang="en-US" sz="1200" kern="1200"/>
            <a:t>（加载配置）</a:t>
          </a:r>
        </a:p>
      </dsp:txBody>
      <dsp:txXfrm>
        <a:off x="2664317" y="4958307"/>
        <a:ext cx="1245996" cy="773637"/>
      </dsp:txXfrm>
    </dsp:sp>
    <dsp:sp modelId="{2774FC75-4F2F-4EB3-8241-95A85EEC8994}">
      <dsp:nvSpPr>
        <dsp:cNvPr id="0" name=""/>
        <dsp:cNvSpPr/>
      </dsp:nvSpPr>
      <dsp:spPr>
        <a:xfrm>
          <a:off x="4078175" y="1203175"/>
          <a:ext cx="1294134" cy="821775"/>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72B985-BB1B-4E87-9DCB-875CCE252F4C}">
      <dsp:nvSpPr>
        <dsp:cNvPr id="0" name=""/>
        <dsp:cNvSpPr/>
      </dsp:nvSpPr>
      <dsp:spPr>
        <a:xfrm>
          <a:off x="4221968" y="1339778"/>
          <a:ext cx="1294134" cy="821775"/>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zh-CN" sz="1200" kern="1200"/>
            <a:t>createTransactionConnection</a:t>
          </a:r>
          <a:endParaRPr lang="zh-CN" altLang="en-US" sz="1200" kern="1200"/>
        </a:p>
      </dsp:txBody>
      <dsp:txXfrm>
        <a:off x="4246037" y="1363847"/>
        <a:ext cx="1245996" cy="773637"/>
      </dsp:txXfrm>
    </dsp:sp>
    <dsp:sp modelId="{52C2671A-3F3B-4853-ADA6-D1AF36B73793}">
      <dsp:nvSpPr>
        <dsp:cNvPr id="0" name=""/>
        <dsp:cNvSpPr/>
      </dsp:nvSpPr>
      <dsp:spPr>
        <a:xfrm>
          <a:off x="4078175" y="2401329"/>
          <a:ext cx="1294134" cy="821775"/>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559C90-C13D-4F14-8A94-D1336F0C274F}">
      <dsp:nvSpPr>
        <dsp:cNvPr id="0" name=""/>
        <dsp:cNvSpPr/>
      </dsp:nvSpPr>
      <dsp:spPr>
        <a:xfrm>
          <a:off x="4221968" y="2537932"/>
          <a:ext cx="1294134" cy="821775"/>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zh-CN" sz="1200" kern="1200"/>
            <a:t>__construct()</a:t>
          </a:r>
          <a:br>
            <a:rPr lang="en-US" altLang="zh-CN" sz="1200" kern="1200"/>
          </a:br>
          <a:r>
            <a:rPr lang="zh-CN" altLang="en-US" sz="1200" kern="1200"/>
            <a:t>私有构造方法</a:t>
          </a:r>
        </a:p>
      </dsp:txBody>
      <dsp:txXfrm>
        <a:off x="4246037" y="2562001"/>
        <a:ext cx="1245996" cy="773637"/>
      </dsp:txXfrm>
    </dsp:sp>
    <dsp:sp modelId="{380368C9-0D48-4574-BC36-36E75153DC97}">
      <dsp:nvSpPr>
        <dsp:cNvPr id="0" name=""/>
        <dsp:cNvSpPr/>
      </dsp:nvSpPr>
      <dsp:spPr>
        <a:xfrm>
          <a:off x="4078175" y="3599482"/>
          <a:ext cx="1294134" cy="8217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6BC039-4EE4-4A28-AD93-C7455B7A3F06}">
      <dsp:nvSpPr>
        <dsp:cNvPr id="0" name=""/>
        <dsp:cNvSpPr/>
      </dsp:nvSpPr>
      <dsp:spPr>
        <a:xfrm>
          <a:off x="4221968" y="3736085"/>
          <a:ext cx="1294134" cy="8217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zh-CN" sz="1200" kern="1200"/>
            <a:t>connect()</a:t>
          </a:r>
          <a:br>
            <a:rPr lang="en-US" altLang="zh-CN" sz="1200" kern="1200"/>
          </a:br>
          <a:r>
            <a:rPr lang="zh-CN" altLang="en-US" sz="1200" kern="1200"/>
            <a:t>（建立连接）</a:t>
          </a:r>
        </a:p>
      </dsp:txBody>
      <dsp:txXfrm>
        <a:off x="4246037" y="3760154"/>
        <a:ext cx="1245996" cy="773637"/>
      </dsp:txXfrm>
    </dsp:sp>
    <dsp:sp modelId="{D0E12239-23EB-4CC0-936B-5CA82E8BDE0D}">
      <dsp:nvSpPr>
        <dsp:cNvPr id="0" name=""/>
        <dsp:cNvSpPr/>
      </dsp:nvSpPr>
      <dsp:spPr>
        <a:xfrm>
          <a:off x="4078175" y="4797635"/>
          <a:ext cx="1294134" cy="8217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178874-AA4B-4F39-8460-FADE72F4575F}">
      <dsp:nvSpPr>
        <dsp:cNvPr id="0" name=""/>
        <dsp:cNvSpPr/>
      </dsp:nvSpPr>
      <dsp:spPr>
        <a:xfrm>
          <a:off x="4221968" y="4934238"/>
          <a:ext cx="1294134" cy="8217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altLang="zh-CN" sz="1400" kern="1200"/>
            <a:t>getDbConfig()</a:t>
          </a:r>
          <a:br>
            <a:rPr lang="en-US" altLang="zh-CN" sz="1400" kern="1200"/>
          </a:br>
          <a:r>
            <a:rPr lang="zh-CN" altLang="en-US" sz="1400" kern="1200"/>
            <a:t>（加载配置）</a:t>
          </a:r>
        </a:p>
      </dsp:txBody>
      <dsp:txXfrm>
        <a:off x="4246037" y="4958307"/>
        <a:ext cx="1245996" cy="773637"/>
      </dsp:txXfrm>
    </dsp:sp>
    <dsp:sp modelId="{703C8E29-121D-4F3E-91E3-05BA896E0F80}">
      <dsp:nvSpPr>
        <dsp:cNvPr id="0" name=""/>
        <dsp:cNvSpPr/>
      </dsp:nvSpPr>
      <dsp:spPr>
        <a:xfrm>
          <a:off x="6450756" y="1203175"/>
          <a:ext cx="1294134" cy="821775"/>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D66158-7C8C-4F6F-BC1F-25660C3C604B}">
      <dsp:nvSpPr>
        <dsp:cNvPr id="0" name=""/>
        <dsp:cNvSpPr/>
      </dsp:nvSpPr>
      <dsp:spPr>
        <a:xfrm>
          <a:off x="6594549" y="1339778"/>
          <a:ext cx="1294134" cy="821775"/>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zh-CN" sz="1200" kern="1200"/>
            <a:t>PDO</a:t>
          </a:r>
          <a:r>
            <a:rPr lang="zh-CN" altLang="en-US" sz="1200" kern="1200"/>
            <a:t>类的方法调用</a:t>
          </a:r>
        </a:p>
      </dsp:txBody>
      <dsp:txXfrm>
        <a:off x="6618618" y="1363847"/>
        <a:ext cx="1245996" cy="773637"/>
      </dsp:txXfrm>
    </dsp:sp>
    <dsp:sp modelId="{BDDFD3AA-77C3-4EB7-B920-9301596689CD}">
      <dsp:nvSpPr>
        <dsp:cNvPr id="0" name=""/>
        <dsp:cNvSpPr/>
      </dsp:nvSpPr>
      <dsp:spPr>
        <a:xfrm>
          <a:off x="5659896" y="2401329"/>
          <a:ext cx="1294134" cy="821775"/>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A798BE-12B2-4E51-8045-DAA9C05A05C3}">
      <dsp:nvSpPr>
        <dsp:cNvPr id="0" name=""/>
        <dsp:cNvSpPr/>
      </dsp:nvSpPr>
      <dsp:spPr>
        <a:xfrm>
          <a:off x="5803689" y="2537932"/>
          <a:ext cx="1294134" cy="821775"/>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zh-CN" sz="1200" kern="1200"/>
            <a:t>__callStatic()</a:t>
          </a:r>
          <a:br>
            <a:rPr lang="en-US" altLang="zh-CN" sz="1200" kern="1200"/>
          </a:br>
          <a:r>
            <a:rPr lang="zh-CN" altLang="en-US" sz="1200" kern="1200"/>
            <a:t>（静态方法）</a:t>
          </a:r>
        </a:p>
      </dsp:txBody>
      <dsp:txXfrm>
        <a:off x="5827758" y="2562001"/>
        <a:ext cx="1245996" cy="773637"/>
      </dsp:txXfrm>
    </dsp:sp>
    <dsp:sp modelId="{44BA403B-6892-4055-B8FE-8B1D32FC5C27}">
      <dsp:nvSpPr>
        <dsp:cNvPr id="0" name=""/>
        <dsp:cNvSpPr/>
      </dsp:nvSpPr>
      <dsp:spPr>
        <a:xfrm>
          <a:off x="5659896" y="3599482"/>
          <a:ext cx="1294134" cy="8217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9FA71C-3BA4-472E-B334-161EBFFD8ABA}">
      <dsp:nvSpPr>
        <dsp:cNvPr id="0" name=""/>
        <dsp:cNvSpPr/>
      </dsp:nvSpPr>
      <dsp:spPr>
        <a:xfrm>
          <a:off x="5803689" y="3736085"/>
          <a:ext cx="1294134" cy="8217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zh-CN" sz="1200" kern="1200"/>
            <a:t>PDO</a:t>
          </a:r>
          <a:r>
            <a:rPr lang="zh-CN" altLang="en-US" sz="1200" kern="1200"/>
            <a:t>原生静态方法</a:t>
          </a:r>
        </a:p>
      </dsp:txBody>
      <dsp:txXfrm>
        <a:off x="5827758" y="3760154"/>
        <a:ext cx="1245996" cy="773637"/>
      </dsp:txXfrm>
    </dsp:sp>
    <dsp:sp modelId="{FDCFB67A-FDB0-4A11-B067-AD7748652795}">
      <dsp:nvSpPr>
        <dsp:cNvPr id="0" name=""/>
        <dsp:cNvSpPr/>
      </dsp:nvSpPr>
      <dsp:spPr>
        <a:xfrm>
          <a:off x="7241616" y="2401329"/>
          <a:ext cx="1294134" cy="821775"/>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0B4889-DC31-4DC0-9704-0B38BA558FF9}">
      <dsp:nvSpPr>
        <dsp:cNvPr id="0" name=""/>
        <dsp:cNvSpPr/>
      </dsp:nvSpPr>
      <dsp:spPr>
        <a:xfrm>
          <a:off x="7385409" y="2537932"/>
          <a:ext cx="1294134" cy="821775"/>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zh-CN" sz="1200" kern="1200"/>
            <a:t>__call</a:t>
          </a:r>
          <a:br>
            <a:rPr lang="en-US" altLang="zh-CN" sz="1200" kern="1200"/>
          </a:br>
          <a:r>
            <a:rPr lang="zh-CN" altLang="en-US" sz="1200" kern="1200"/>
            <a:t>（动态方法）</a:t>
          </a:r>
        </a:p>
      </dsp:txBody>
      <dsp:txXfrm>
        <a:off x="7409478" y="2562001"/>
        <a:ext cx="1245996" cy="773637"/>
      </dsp:txXfrm>
    </dsp:sp>
    <dsp:sp modelId="{2CC71C5A-A97B-4AB1-B701-A7BD4FDC575E}">
      <dsp:nvSpPr>
        <dsp:cNvPr id="0" name=""/>
        <dsp:cNvSpPr/>
      </dsp:nvSpPr>
      <dsp:spPr>
        <a:xfrm>
          <a:off x="7241616" y="3599482"/>
          <a:ext cx="1294134" cy="8217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A4AAA1-3281-4C2B-8E85-BE1BEF06F505}">
      <dsp:nvSpPr>
        <dsp:cNvPr id="0" name=""/>
        <dsp:cNvSpPr/>
      </dsp:nvSpPr>
      <dsp:spPr>
        <a:xfrm>
          <a:off x="7385409" y="3736085"/>
          <a:ext cx="1294134" cy="8217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altLang="zh-CN" sz="1200" kern="1200"/>
            <a:t>PDO</a:t>
          </a:r>
          <a:r>
            <a:rPr lang="zh-CN" altLang="en-US" sz="1200" kern="1200"/>
            <a:t>原生动态方法</a:t>
          </a:r>
        </a:p>
      </dsp:txBody>
      <dsp:txXfrm>
        <a:off x="7409478" y="3760154"/>
        <a:ext cx="1245996" cy="773637"/>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14DA58-2075-4C0B-AE41-BE472E552E64}" type="datetimeFigureOut">
              <a:rPr lang="zh-CN" altLang="en-US" smtClean="0"/>
              <a:t>2026/4/28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BDA1F5-332C-4D08-887E-4E1EB79E66C3}" type="slidenum">
              <a:rPr lang="zh-CN" altLang="en-US" smtClean="0"/>
              <a:t>‹#›</a:t>
            </a:fld>
            <a:endParaRPr lang="zh-CN" altLang="en-US"/>
          </a:p>
        </p:txBody>
      </p:sp>
    </p:spTree>
    <p:extLst>
      <p:ext uri="{BB962C8B-B14F-4D97-AF65-F5344CB8AC3E}">
        <p14:creationId xmlns:p14="http://schemas.microsoft.com/office/powerpoint/2010/main" val="511951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9</a:t>
            </a:fld>
            <a:endParaRPr lang="zh-CN" altLang="en-US"/>
          </a:p>
        </p:txBody>
      </p:sp>
    </p:spTree>
    <p:extLst>
      <p:ext uri="{BB962C8B-B14F-4D97-AF65-F5344CB8AC3E}">
        <p14:creationId xmlns:p14="http://schemas.microsoft.com/office/powerpoint/2010/main" val="3869756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10</a:t>
            </a:fld>
            <a:endParaRPr lang="zh-CN" altLang="en-US"/>
          </a:p>
        </p:txBody>
      </p:sp>
    </p:spTree>
    <p:extLst>
      <p:ext uri="{BB962C8B-B14F-4D97-AF65-F5344CB8AC3E}">
        <p14:creationId xmlns:p14="http://schemas.microsoft.com/office/powerpoint/2010/main" val="41730014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11</a:t>
            </a:fld>
            <a:endParaRPr lang="zh-CN" altLang="en-US"/>
          </a:p>
        </p:txBody>
      </p:sp>
    </p:spTree>
    <p:extLst>
      <p:ext uri="{BB962C8B-B14F-4D97-AF65-F5344CB8AC3E}">
        <p14:creationId xmlns:p14="http://schemas.microsoft.com/office/powerpoint/2010/main" val="2808716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14</a:t>
            </a:fld>
            <a:endParaRPr lang="zh-CN" altLang="en-US"/>
          </a:p>
        </p:txBody>
      </p:sp>
    </p:spTree>
    <p:extLst>
      <p:ext uri="{BB962C8B-B14F-4D97-AF65-F5344CB8AC3E}">
        <p14:creationId xmlns:p14="http://schemas.microsoft.com/office/powerpoint/2010/main" val="4204343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97A32B-B1EA-4C6B-AAB6-0303326BB354}" type="slidenum">
              <a:rPr lang="zh-CN" altLang="en-US" smtClean="0"/>
              <a:t>26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 Id="rId4" Type="http://schemas.openxmlformats.org/officeDocument/2006/relationships/chart" Target="../charts/chart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Master" Target="../slideMasters/slideMaster4.xml"/><Relationship Id="rId4" Type="http://schemas.openxmlformats.org/officeDocument/2006/relationships/chart" Target="../charts/chart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4.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8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672645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181149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892605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1F766BBA-1D1A-C1B3-98D9-E8E9961E8786}"/>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B869EC8E-6602-D61C-B014-FE333D9FFF34}"/>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90578A3A-B35F-8F96-1861-4D698F836B75}"/>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D9A1E6DF-17BA-84C8-BA7A-3DB038AC249F}"/>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05A5ABE-FDAB-4F24-0946-7196A3D9B929}"/>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9A021F4B-DEDB-5516-A6FC-4245D8DA87E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文本占位符 33">
            <a:extLst>
              <a:ext uri="{FF2B5EF4-FFF2-40B4-BE49-F238E27FC236}">
                <a16:creationId xmlns:a16="http://schemas.microsoft.com/office/drawing/2014/main" id="{4F1343F8-57AD-8399-4C4C-B6C541BE6531}"/>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Tree>
    <p:extLst>
      <p:ext uri="{BB962C8B-B14F-4D97-AF65-F5344CB8AC3E}">
        <p14:creationId xmlns:p14="http://schemas.microsoft.com/office/powerpoint/2010/main" val="216924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3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 name="文本占位符 33">
            <a:extLst>
              <a:ext uri="{FF2B5EF4-FFF2-40B4-BE49-F238E27FC236}">
                <a16:creationId xmlns:a16="http://schemas.microsoft.com/office/drawing/2014/main" id="{A9AFE747-13C4-BFE7-E463-EEE69BCA790B}"/>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91649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hasCustomPrompt="1"/>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dirty="0"/>
              <a:t>要点</a:t>
            </a:r>
          </a:p>
        </p:txBody>
      </p:sp>
    </p:spTree>
    <p:extLst>
      <p:ext uri="{BB962C8B-B14F-4D97-AF65-F5344CB8AC3E}">
        <p14:creationId xmlns:p14="http://schemas.microsoft.com/office/powerpoint/2010/main" val="1740090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1_标题和内容">
    <p:bg>
      <p:bgRef idx="1002">
        <a:schemeClr val="bg1"/>
      </p:bgRef>
    </p:bg>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65339013-D057-B4A0-EF6F-6A8666057B05}"/>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E374D57A-345A-0E03-F785-A3E632CF0758}"/>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66126D29-B171-914F-2BC6-5AA9359F821B}"/>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0DFD4CA3-397F-5789-6AEA-8AB217FF83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A0F90D9C-03BF-5CBF-D609-AF7394418B3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1B9B7C45-195D-9A4C-29DA-F89EB30CAB05}"/>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4" name="文本占位符 33">
            <a:extLst>
              <a:ext uri="{FF2B5EF4-FFF2-40B4-BE49-F238E27FC236}">
                <a16:creationId xmlns:a16="http://schemas.microsoft.com/office/drawing/2014/main" id="{AC93CC88-DF53-ED60-04D4-923BCD5916EF}"/>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Tree>
    <p:extLst>
      <p:ext uri="{BB962C8B-B14F-4D97-AF65-F5344CB8AC3E}">
        <p14:creationId xmlns:p14="http://schemas.microsoft.com/office/powerpoint/2010/main" val="216544042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5757528A-E74B-B984-AE26-8A0AABFFAD59}"/>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8A354E97-B216-6A28-0173-328B037444EF}"/>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3F5DE21F-54FC-3CB2-1F31-0633BFBDACA1}"/>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CC2B7A51-7274-78A0-3814-D3702E4481EC}"/>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58E5124B-2B3B-2266-EE32-E28C55802CE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4A2DCFCA-1B9C-B9FB-C9F2-DC6414D0923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8" name="文本占位符 33">
            <a:extLst>
              <a:ext uri="{FF2B5EF4-FFF2-40B4-BE49-F238E27FC236}">
                <a16:creationId xmlns:a16="http://schemas.microsoft.com/office/drawing/2014/main" id="{BF67191C-584B-C03E-EFA6-C93920721C88}"/>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485174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7407DA8B-1D45-2159-6DE0-FE153046B617}"/>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B6575145-25FF-EF71-7344-4B185786E52B}"/>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1" name="组合 10">
            <a:extLst>
              <a:ext uri="{FF2B5EF4-FFF2-40B4-BE49-F238E27FC236}">
                <a16:creationId xmlns:a16="http://schemas.microsoft.com/office/drawing/2014/main" id="{DBDEE3AF-2DB8-3D8B-987F-310D11F6C202}"/>
              </a:ext>
            </a:extLst>
          </p:cNvPr>
          <p:cNvGrpSpPr/>
          <p:nvPr/>
        </p:nvGrpSpPr>
        <p:grpSpPr>
          <a:xfrm>
            <a:off x="123826" y="59558"/>
            <a:ext cx="593817" cy="593817"/>
            <a:chOff x="1131485" y="2234042"/>
            <a:chExt cx="1607262" cy="1607262"/>
          </a:xfrm>
        </p:grpSpPr>
        <p:sp>
          <p:nvSpPr>
            <p:cNvPr id="12" name="椭圆 11">
              <a:extLst>
                <a:ext uri="{FF2B5EF4-FFF2-40B4-BE49-F238E27FC236}">
                  <a16:creationId xmlns:a16="http://schemas.microsoft.com/office/drawing/2014/main" id="{FF9522AD-9AD1-1E1A-A03B-3F21D3C579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椭圆 12">
              <a:extLst>
                <a:ext uri="{FF2B5EF4-FFF2-40B4-BE49-F238E27FC236}">
                  <a16:creationId xmlns:a16="http://schemas.microsoft.com/office/drawing/2014/main" id="{3DA89778-4C63-9F82-6FA6-25DC75F71A0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1EF6CB7D-1C43-57E2-AA84-CFAFEB8E652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41" name="文本占位符 33">
            <a:extLst>
              <a:ext uri="{FF2B5EF4-FFF2-40B4-BE49-F238E27FC236}">
                <a16:creationId xmlns:a16="http://schemas.microsoft.com/office/drawing/2014/main" id="{A95EA908-A745-185B-055B-78584A4CFABC}"/>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260080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10" name="任意多边形 19">
            <a:extLst>
              <a:ext uri="{FF2B5EF4-FFF2-40B4-BE49-F238E27FC236}">
                <a16:creationId xmlns:a16="http://schemas.microsoft.com/office/drawing/2014/main" id="{93575A42-ED96-07D0-5F00-797106732D94}"/>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DB32254D-9F3E-9CE5-1306-8BC38D55EB48}"/>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3" name="组合 12">
            <a:extLst>
              <a:ext uri="{FF2B5EF4-FFF2-40B4-BE49-F238E27FC236}">
                <a16:creationId xmlns:a16="http://schemas.microsoft.com/office/drawing/2014/main" id="{35E30FD8-077D-B5A3-CE5C-EA3FD0E2BAD1}"/>
              </a:ext>
            </a:extLst>
          </p:cNvPr>
          <p:cNvGrpSpPr/>
          <p:nvPr/>
        </p:nvGrpSpPr>
        <p:grpSpPr>
          <a:xfrm>
            <a:off x="123826" y="59558"/>
            <a:ext cx="593817" cy="593817"/>
            <a:chOff x="1131485" y="2234042"/>
            <a:chExt cx="1607262" cy="1607262"/>
          </a:xfrm>
        </p:grpSpPr>
        <p:sp>
          <p:nvSpPr>
            <p:cNvPr id="14" name="椭圆 13">
              <a:extLst>
                <a:ext uri="{FF2B5EF4-FFF2-40B4-BE49-F238E27FC236}">
                  <a16:creationId xmlns:a16="http://schemas.microsoft.com/office/drawing/2014/main" id="{5701137A-7095-2FB8-325A-2535E5FA5FCD}"/>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椭圆 14">
              <a:extLst>
                <a:ext uri="{FF2B5EF4-FFF2-40B4-BE49-F238E27FC236}">
                  <a16:creationId xmlns:a16="http://schemas.microsoft.com/office/drawing/2014/main" id="{B131BFD9-0F54-637D-5F78-F0077443D51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6" name="KSO_Shape">
              <a:extLst>
                <a:ext uri="{FF2B5EF4-FFF2-40B4-BE49-F238E27FC236}">
                  <a16:creationId xmlns:a16="http://schemas.microsoft.com/office/drawing/2014/main" id="{1D64EA1D-6C96-F4F6-6ADC-C3254FE161A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8" name="文本占位符 33">
            <a:extLst>
              <a:ext uri="{FF2B5EF4-FFF2-40B4-BE49-F238E27FC236}">
                <a16:creationId xmlns:a16="http://schemas.microsoft.com/office/drawing/2014/main" id="{B40F74BD-2A6F-508F-5FB4-8D1A56C87800}"/>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800931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sp>
        <p:nvSpPr>
          <p:cNvPr id="6" name="任意多边形 19">
            <a:extLst>
              <a:ext uri="{FF2B5EF4-FFF2-40B4-BE49-F238E27FC236}">
                <a16:creationId xmlns:a16="http://schemas.microsoft.com/office/drawing/2014/main" id="{FDD4FE82-7D6F-720C-4871-714AEBA3A7C7}"/>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18">
            <a:extLst>
              <a:ext uri="{FF2B5EF4-FFF2-40B4-BE49-F238E27FC236}">
                <a16:creationId xmlns:a16="http://schemas.microsoft.com/office/drawing/2014/main" id="{3E45CAA6-13E6-B6A3-2555-54BD2D3532BB}"/>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B5091FD3-1609-36DC-D01C-A73EF31511F4}"/>
              </a:ext>
            </a:extLst>
          </p:cNvPr>
          <p:cNvGrpSpPr/>
          <p:nvPr/>
        </p:nvGrpSpPr>
        <p:grpSpPr>
          <a:xfrm>
            <a:off x="123826" y="59558"/>
            <a:ext cx="593817" cy="593817"/>
            <a:chOff x="1131485" y="2234042"/>
            <a:chExt cx="1607262" cy="1607262"/>
          </a:xfrm>
        </p:grpSpPr>
        <p:sp>
          <p:nvSpPr>
            <p:cNvPr id="10" name="椭圆 9">
              <a:extLst>
                <a:ext uri="{FF2B5EF4-FFF2-40B4-BE49-F238E27FC236}">
                  <a16:creationId xmlns:a16="http://schemas.microsoft.com/office/drawing/2014/main" id="{A60A328F-B093-068A-A243-557DCBBCB8C0}"/>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75D484E8-7212-326B-14C8-E61E0FFBB3B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271CD6B8-CE1A-EDDB-0E8D-31587A0F46B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aphicFrame>
        <p:nvGraphicFramePr>
          <p:cNvPr id="13" name="图表 12">
            <a:extLst>
              <a:ext uri="{FF2B5EF4-FFF2-40B4-BE49-F238E27FC236}">
                <a16:creationId xmlns:a16="http://schemas.microsoft.com/office/drawing/2014/main" id="{EA96DBCB-5C90-8781-C6BF-55324A1A022C}"/>
              </a:ext>
            </a:extLst>
          </p:cNvPr>
          <p:cNvGraphicFramePr/>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3" name="文本占位符 33">
            <a:extLst>
              <a:ext uri="{FF2B5EF4-FFF2-40B4-BE49-F238E27FC236}">
                <a16:creationId xmlns:a16="http://schemas.microsoft.com/office/drawing/2014/main" id="{70867633-A165-60B0-4D4B-A722D615AB92}"/>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653642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475556" y="805042"/>
            <a:ext cx="48593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任意多边形 19">
            <a:extLst>
              <a:ext uri="{FF2B5EF4-FFF2-40B4-BE49-F238E27FC236}">
                <a16:creationId xmlns:a16="http://schemas.microsoft.com/office/drawing/2014/main" id="{194BB307-7CD2-0519-F987-EE1B3B952F06}"/>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68ADC1FD-0F37-4839-9AB3-038B698024CC}"/>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2" name="组合 11">
            <a:extLst>
              <a:ext uri="{FF2B5EF4-FFF2-40B4-BE49-F238E27FC236}">
                <a16:creationId xmlns:a16="http://schemas.microsoft.com/office/drawing/2014/main" id="{9F91ADBE-8918-2609-78D9-55A6BE6320CC}"/>
              </a:ext>
            </a:extLst>
          </p:cNvPr>
          <p:cNvGrpSpPr/>
          <p:nvPr/>
        </p:nvGrpSpPr>
        <p:grpSpPr>
          <a:xfrm>
            <a:off x="123826" y="59558"/>
            <a:ext cx="593817" cy="593817"/>
            <a:chOff x="1131485" y="2234042"/>
            <a:chExt cx="1607262" cy="1607262"/>
          </a:xfrm>
        </p:grpSpPr>
        <p:sp>
          <p:nvSpPr>
            <p:cNvPr id="13" name="椭圆 12">
              <a:extLst>
                <a:ext uri="{FF2B5EF4-FFF2-40B4-BE49-F238E27FC236}">
                  <a16:creationId xmlns:a16="http://schemas.microsoft.com/office/drawing/2014/main" id="{F7238A78-91CC-3469-8ACD-6FB3980786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椭圆 13">
              <a:extLst>
                <a:ext uri="{FF2B5EF4-FFF2-40B4-BE49-F238E27FC236}">
                  <a16:creationId xmlns:a16="http://schemas.microsoft.com/office/drawing/2014/main" id="{0CB65898-6F95-A19E-C383-8D85C381FA6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KSO_Shape">
              <a:extLst>
                <a:ext uri="{FF2B5EF4-FFF2-40B4-BE49-F238E27FC236}">
                  <a16:creationId xmlns:a16="http://schemas.microsoft.com/office/drawing/2014/main" id="{11EF4BB9-E978-B4F6-BBBE-F67FDD7A6C8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6" name="文本占位符 33">
            <a:extLst>
              <a:ext uri="{FF2B5EF4-FFF2-40B4-BE49-F238E27FC236}">
                <a16:creationId xmlns:a16="http://schemas.microsoft.com/office/drawing/2014/main" id="{45330A77-8349-E793-AD39-6A80D7C2A9E6}"/>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74045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3_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EE0614DB-9D87-BA32-305F-D8C6D877FACF}"/>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0AF01672-87F1-53FC-32DB-980A43595565}"/>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C36251E7-C68A-8CC4-D7FC-DAE79C14289E}"/>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222E1E72-88E6-9EB4-8F00-F11EC9617B3E}"/>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B8A1FC4-F4C1-6538-2F58-F8E69B23D3F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E6E512C7-2AA9-7999-05F9-A0A5915CB5F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文本占位符 33">
            <a:extLst>
              <a:ext uri="{FF2B5EF4-FFF2-40B4-BE49-F238E27FC236}">
                <a16:creationId xmlns:a16="http://schemas.microsoft.com/office/drawing/2014/main" id="{88587556-2378-6E30-C450-EBCB9B97ABC5}"/>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882478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1353723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1_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4C33A-652D-D6EA-75FB-20BA539CE8B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0699AC1-44D2-9D01-84C7-349CCFFA5B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097AF1F-BCB2-78D6-2AF6-1D5A95483653}"/>
              </a:ext>
            </a:extLst>
          </p:cNvPr>
          <p:cNvSpPr>
            <a:spLocks noGrp="1"/>
          </p:cNvSpPr>
          <p:nvPr>
            <p:ph type="dt" sz="half" idx="10"/>
          </p:nvPr>
        </p:nvSpPr>
        <p:spPr/>
        <p:txBody>
          <a:bodyPr/>
          <a:lstStyle/>
          <a:p>
            <a:fld id="{6C27C682-2477-42DE-A568-6C9C284CCCD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B6302435-53E9-5255-4F17-7A6DBEF3EF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364607-AD4D-3521-31C6-EB568CA73FB8}"/>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3435317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973006-97F2-F8C5-770C-3400BD0C60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4FC612F-652A-0B13-2A5C-25C862F317D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46D280F-2183-0311-7947-EA9A4932F66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1E69852-6210-F435-B3AE-1D3938493BF8}"/>
              </a:ext>
            </a:extLst>
          </p:cNvPr>
          <p:cNvSpPr>
            <a:spLocks noGrp="1"/>
          </p:cNvSpPr>
          <p:nvPr>
            <p:ph type="dt" sz="half" idx="10"/>
          </p:nvPr>
        </p:nvSpPr>
        <p:spPr/>
        <p:txBody>
          <a:bodyPr/>
          <a:lstStyle/>
          <a:p>
            <a:fld id="{6C27C682-2477-42DE-A568-6C9C284CCCDD}"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83F5811F-BBB0-4EC6-37EC-6451F65F3B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CA0D28D-8BC9-83CF-33DA-46762576BC54}"/>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3517039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cSld name="2_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B5F548-B019-0CF8-B07E-74D7DBF720D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5C0C63E-08E3-305A-F65B-BE1E36B1C2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F8D13BA-6FAA-7177-EBCD-905204B596E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6E0D660-FAE0-4101-D757-78ACD45D55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78630DB-2532-AEAF-ADD3-FFCE047B14C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2AF69AD-9EED-D02D-9F46-B9AEEB1D8C8E}"/>
              </a:ext>
            </a:extLst>
          </p:cNvPr>
          <p:cNvSpPr>
            <a:spLocks noGrp="1"/>
          </p:cNvSpPr>
          <p:nvPr>
            <p:ph type="dt" sz="half" idx="10"/>
          </p:nvPr>
        </p:nvSpPr>
        <p:spPr/>
        <p:txBody>
          <a:bodyPr/>
          <a:lstStyle/>
          <a:p>
            <a:fld id="{6C27C682-2477-42DE-A568-6C9C284CCCDD}" type="datetimeFigureOut">
              <a:rPr lang="zh-CN" altLang="en-US" smtClean="0"/>
              <a:t>2026/4/28</a:t>
            </a:fld>
            <a:endParaRPr lang="zh-CN" altLang="en-US"/>
          </a:p>
        </p:txBody>
      </p:sp>
      <p:sp>
        <p:nvSpPr>
          <p:cNvPr id="8" name="页脚占位符 7">
            <a:extLst>
              <a:ext uri="{FF2B5EF4-FFF2-40B4-BE49-F238E27FC236}">
                <a16:creationId xmlns:a16="http://schemas.microsoft.com/office/drawing/2014/main" id="{79D4CEE3-E290-1663-AC83-D4DC2889CD5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0D036DF-F04F-98E6-B807-25630E15E90B}"/>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28288082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5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CD5B79-226A-318A-8F98-62BFBBDB52C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6A6E471-6660-2901-C5C8-EE47B0D51F8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6A7F414-8C27-E0BC-BD6B-A9101F4D57A6}"/>
              </a:ext>
            </a:extLst>
          </p:cNvPr>
          <p:cNvSpPr>
            <a:spLocks noGrp="1"/>
          </p:cNvSpPr>
          <p:nvPr>
            <p:ph type="dt" sz="half" idx="10"/>
          </p:nvPr>
        </p:nvSpPr>
        <p:spPr/>
        <p:txBody>
          <a:bodyPr/>
          <a:lstStyle/>
          <a:p>
            <a:fld id="{6C27C682-2477-42DE-A568-6C9C284CCCD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A10C9F21-D4F9-7E09-EEB4-9357F8F076D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5D3D51-0921-131E-4CB0-EC2643518E0E}"/>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2510638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545581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2635227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703095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257329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9199487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4237062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532403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4618311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1408223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168552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8901344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4399275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679102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9692267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1370383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5633767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639497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5786815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7774112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8539305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0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8677529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0" y="0"/>
            <a:ext cx="1179076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10358312"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7556068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6426781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2" name="任意多边形 19">
            <a:extLst>
              <a:ext uri="{FF2B5EF4-FFF2-40B4-BE49-F238E27FC236}">
                <a16:creationId xmlns:a16="http://schemas.microsoft.com/office/drawing/2014/main" id="{055FE2DC-8CCB-5AF2-7B9F-27818F7C8F3A}"/>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28F4EE2-BF8B-7FEC-73AB-85F22C948A76}"/>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F408DB3-F77D-30B5-FC05-AD2CEBAAF0FF}"/>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50245ABA-1CD5-1912-DAA1-B46404B42F0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3DD970EB-F228-E952-35AC-3233DAE0FAF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1AC05127-E591-942C-5FA1-C61C6B44279A}"/>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9" name="文本占位符 33">
            <a:extLst>
              <a:ext uri="{FF2B5EF4-FFF2-40B4-BE49-F238E27FC236}">
                <a16:creationId xmlns:a16="http://schemas.microsoft.com/office/drawing/2014/main" id="{7C17CB12-44D2-53A7-0E81-329299EC5D2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720582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3_标题和内容">
    <p:spTree>
      <p:nvGrpSpPr>
        <p:cNvPr id="1" name=""/>
        <p:cNvGrpSpPr/>
        <p:nvPr/>
      </p:nvGrpSpPr>
      <p:grpSpPr>
        <a:xfrm>
          <a:off x="0" y="0"/>
          <a:ext cx="0" cy="0"/>
          <a:chOff x="0" y="0"/>
          <a:chExt cx="0" cy="0"/>
        </a:xfrm>
      </p:grpSpPr>
      <p:sp>
        <p:nvSpPr>
          <p:cNvPr id="3" name="任意多边形 19">
            <a:extLst>
              <a:ext uri="{FF2B5EF4-FFF2-40B4-BE49-F238E27FC236}">
                <a16:creationId xmlns:a16="http://schemas.microsoft.com/office/drawing/2014/main" id="{30726538-1950-DA1B-6C70-74D79515D324}"/>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DF9A4799-8616-3FAC-1ABD-067FC0EF76DE}"/>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5" name="组合 4">
            <a:extLst>
              <a:ext uri="{FF2B5EF4-FFF2-40B4-BE49-F238E27FC236}">
                <a16:creationId xmlns:a16="http://schemas.microsoft.com/office/drawing/2014/main" id="{C815365D-E595-A1AC-93B2-0E8137C344E6}"/>
              </a:ext>
            </a:extLst>
          </p:cNvPr>
          <p:cNvGrpSpPr/>
          <p:nvPr/>
        </p:nvGrpSpPr>
        <p:grpSpPr>
          <a:xfrm>
            <a:off x="71844" y="60398"/>
            <a:ext cx="593817" cy="593817"/>
            <a:chOff x="1131485" y="2234042"/>
            <a:chExt cx="1607262" cy="1607262"/>
          </a:xfrm>
        </p:grpSpPr>
        <p:sp>
          <p:nvSpPr>
            <p:cNvPr id="6" name="椭圆 5">
              <a:extLst>
                <a:ext uri="{FF2B5EF4-FFF2-40B4-BE49-F238E27FC236}">
                  <a16:creationId xmlns:a16="http://schemas.microsoft.com/office/drawing/2014/main" id="{2672BBA0-146D-D873-BF57-D84F903390B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5C850287-10EC-8116-6F42-7B2950F735A7}"/>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7511D483-2AA7-FDA3-5858-2AAFA77DAE39}"/>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5B421191-774C-DBCE-0C86-1D01A8FB8ED7}"/>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3417122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单击此处编辑母版文本样式</a:t>
            </a:r>
          </a:p>
        </p:txBody>
      </p:sp>
    </p:spTree>
    <p:extLst>
      <p:ext uri="{BB962C8B-B14F-4D97-AF65-F5344CB8AC3E}">
        <p14:creationId xmlns:p14="http://schemas.microsoft.com/office/powerpoint/2010/main" val="26572168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1_标题和内容">
    <p:bg>
      <p:bgRef idx="1002">
        <a:schemeClr val="bg1"/>
      </p:bgRef>
    </p:bg>
    <p:spTree>
      <p:nvGrpSpPr>
        <p:cNvPr id="1" name=""/>
        <p:cNvGrpSpPr/>
        <p:nvPr/>
      </p:nvGrpSpPr>
      <p:grpSpPr>
        <a:xfrm>
          <a:off x="0" y="0"/>
          <a:ext cx="0" cy="0"/>
          <a:chOff x="0" y="0"/>
          <a:chExt cx="0" cy="0"/>
        </a:xfrm>
      </p:grpSpPr>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2" name="任意多边形 19">
            <a:extLst>
              <a:ext uri="{FF2B5EF4-FFF2-40B4-BE49-F238E27FC236}">
                <a16:creationId xmlns:a16="http://schemas.microsoft.com/office/drawing/2014/main" id="{6FD56522-41BD-3874-221E-2ED19EDB0A4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28B7943B-A0DD-9D57-0C71-A6524CA97C08}"/>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CA5B158-C881-EE63-8FA8-D7C2525BF83B}"/>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70AC6E1-C221-3D22-620F-746CF1F631D1}"/>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D3D6D1F6-8CBF-BFD6-1D8C-98C90E89A6F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CD480A95-09EF-BD37-599E-5609BAF84E36}"/>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0" name="文本占位符 33">
            <a:extLst>
              <a:ext uri="{FF2B5EF4-FFF2-40B4-BE49-F238E27FC236}">
                <a16:creationId xmlns:a16="http://schemas.microsoft.com/office/drawing/2014/main" id="{3238B8E2-00DD-1436-0797-465D362F608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3640370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2" name="任意多边形 19">
            <a:extLst>
              <a:ext uri="{FF2B5EF4-FFF2-40B4-BE49-F238E27FC236}">
                <a16:creationId xmlns:a16="http://schemas.microsoft.com/office/drawing/2014/main" id="{DD23B938-82B8-5D8E-B08D-34A7DC4140CC}"/>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F53E1FF8-B1FE-FA80-5F9C-7A27CAE7D950}"/>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28A181E-71B6-D3DB-56C9-A821B72D6AF5}"/>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C5040EC-22EB-4C2A-507B-CA68AC3FFCC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287D3874-53FE-6039-811D-482FBEA4EDD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8738C97D-3869-0DFC-A367-D92A9DF8D4F7}"/>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9" name="文本占位符 33">
            <a:extLst>
              <a:ext uri="{FF2B5EF4-FFF2-40B4-BE49-F238E27FC236}">
                <a16:creationId xmlns:a16="http://schemas.microsoft.com/office/drawing/2014/main" id="{0EE89A7A-D1A2-3582-C4D1-BB49B68A0511}"/>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163143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2" name="任意多边形 19">
            <a:extLst>
              <a:ext uri="{FF2B5EF4-FFF2-40B4-BE49-F238E27FC236}">
                <a16:creationId xmlns:a16="http://schemas.microsoft.com/office/drawing/2014/main" id="{D69A9641-6A39-4AD2-57BD-108712518F7F}"/>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E75A45A8-2DB6-1C74-6A8F-3E3F92A1B950}"/>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94F4C546-4944-7237-C884-8A085E585C30}"/>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24CC488A-BBCD-4815-A960-9C9E09FAB3F9}"/>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5BEB546A-394E-0C9E-EF74-37DAB47871E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136C53B-6273-E2FD-B172-8D5246EFAAA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 name="文本占位符 33">
            <a:extLst>
              <a:ext uri="{FF2B5EF4-FFF2-40B4-BE49-F238E27FC236}">
                <a16:creationId xmlns:a16="http://schemas.microsoft.com/office/drawing/2014/main" id="{1901C94C-3893-2D8E-C0B8-7F5D378F1330}"/>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2295544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2" name="任意多边形 19">
            <a:extLst>
              <a:ext uri="{FF2B5EF4-FFF2-40B4-BE49-F238E27FC236}">
                <a16:creationId xmlns:a16="http://schemas.microsoft.com/office/drawing/2014/main" id="{3927B935-30EC-F6B9-BA7D-09D6C2A709BC}"/>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88A9A10-F697-E2C5-75D7-91724222CD4D}"/>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61B494B-45F2-63AD-0FAA-0C7A984A82CD}"/>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AF67261A-4AD6-82C6-8E72-40ECC6FC17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89CFAA14-B024-745C-08EB-219FB555994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BE3E1D2-A68F-4510-F2DF-E8ACB59BDFA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8" name="文本占位符 33">
            <a:extLst>
              <a:ext uri="{FF2B5EF4-FFF2-40B4-BE49-F238E27FC236}">
                <a16:creationId xmlns:a16="http://schemas.microsoft.com/office/drawing/2014/main" id="{BF860834-ABC8-4042-673B-FB1D08270EC2}"/>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11122626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graphicFrame>
        <p:nvGraphicFramePr>
          <p:cNvPr id="13" name="图表 12">
            <a:extLst>
              <a:ext uri="{FF2B5EF4-FFF2-40B4-BE49-F238E27FC236}">
                <a16:creationId xmlns:a16="http://schemas.microsoft.com/office/drawing/2014/main" id="{EA96DBCB-5C90-8781-C6BF-55324A1A022C}"/>
              </a:ext>
            </a:extLst>
          </p:cNvPr>
          <p:cNvGraphicFramePr/>
          <p:nvPr>
            <p:extLst>
              <p:ext uri="{D42A27DB-BD31-4B8C-83A1-F6EECF244321}">
                <p14:modId xmlns:p14="http://schemas.microsoft.com/office/powerpoint/2010/main" val="3514732628"/>
              </p:ext>
            </p:extLst>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 name="任意多边形 19">
            <a:extLst>
              <a:ext uri="{FF2B5EF4-FFF2-40B4-BE49-F238E27FC236}">
                <a16:creationId xmlns:a16="http://schemas.microsoft.com/office/drawing/2014/main" id="{79915C22-054D-787C-A90E-A252AAB3F7D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81076CB6-11D0-96C1-E116-6A582B134163}"/>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B6F6EBD2-75BC-669B-78DA-D5F40DEB2A03}"/>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4118FBBF-2AE3-AD5D-2051-BE117C745562}"/>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039DD9A-B716-1B22-A87F-F228874CD0A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4" name="KSO_Shape">
              <a:extLst>
                <a:ext uri="{FF2B5EF4-FFF2-40B4-BE49-F238E27FC236}">
                  <a16:creationId xmlns:a16="http://schemas.microsoft.com/office/drawing/2014/main" id="{D5B354F8-A069-C331-9575-9259B70646C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5" name="文本占位符 33">
            <a:extLst>
              <a:ext uri="{FF2B5EF4-FFF2-40B4-BE49-F238E27FC236}">
                <a16:creationId xmlns:a16="http://schemas.microsoft.com/office/drawing/2014/main" id="{57CBC1EA-D2F8-1F27-A35B-0EB35D8D0545}"/>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5242939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588963" y="805042"/>
            <a:ext cx="576446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79284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45274C2E-F0AD-2292-B1D2-A6E0BAAE7CF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1200640A-65BF-9929-A439-D583B2A0CC3A}"/>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6" name="组合 5">
            <a:extLst>
              <a:ext uri="{FF2B5EF4-FFF2-40B4-BE49-F238E27FC236}">
                <a16:creationId xmlns:a16="http://schemas.microsoft.com/office/drawing/2014/main" id="{5157EBAF-558A-CD90-B9F6-43CCCB87FB4B}"/>
              </a:ext>
            </a:extLst>
          </p:cNvPr>
          <p:cNvGrpSpPr/>
          <p:nvPr/>
        </p:nvGrpSpPr>
        <p:grpSpPr>
          <a:xfrm>
            <a:off x="71844" y="60398"/>
            <a:ext cx="593817" cy="593817"/>
            <a:chOff x="1131485" y="2234042"/>
            <a:chExt cx="1607262" cy="1607262"/>
          </a:xfrm>
        </p:grpSpPr>
        <p:sp>
          <p:nvSpPr>
            <p:cNvPr id="7" name="椭圆 6">
              <a:extLst>
                <a:ext uri="{FF2B5EF4-FFF2-40B4-BE49-F238E27FC236}">
                  <a16:creationId xmlns:a16="http://schemas.microsoft.com/office/drawing/2014/main" id="{E308B397-2839-4B6A-4D25-E7D2F2C321D3}"/>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103061F-CC05-33B7-0CD3-00006CD4B02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5372DDED-8415-8A28-814B-6B958870DDD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文本占位符 33">
            <a:extLst>
              <a:ext uri="{FF2B5EF4-FFF2-40B4-BE49-F238E27FC236}">
                <a16:creationId xmlns:a16="http://schemas.microsoft.com/office/drawing/2014/main" id="{F877CA57-D86B-59DA-065F-9A7B7CC6A258}"/>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9875211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3_两栏内容">
    <p:spTree>
      <p:nvGrpSpPr>
        <p:cNvPr id="1" name=""/>
        <p:cNvGrpSpPr/>
        <p:nvPr/>
      </p:nvGrpSpPr>
      <p:grpSpPr>
        <a:xfrm>
          <a:off x="0" y="0"/>
          <a:ext cx="0" cy="0"/>
          <a:chOff x="0" y="0"/>
          <a:chExt cx="0" cy="0"/>
        </a:xfrm>
      </p:grpSpPr>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6E7F149E-FDF3-A2E4-46B1-5F45E42A948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AA469707-33CD-2919-718B-7E3D05A6BBA9}"/>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D057A4CC-57C1-1C9D-0D52-813AF05E20E5}"/>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D1B808A0-679A-AC62-9527-3C8A20F8FEB4}"/>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E2BE32F6-BB06-B9C2-2DAB-A984078A764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8FAAABC9-F0B3-2024-785A-F7EAAD190FF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FDFC6117-3B35-5E72-42F6-C59BD58A315C}"/>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26772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22548646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5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16864" y="228600"/>
            <a:ext cx="10871200" cy="990600"/>
          </a:xfrm>
          <a:ln>
            <a:solidFill>
              <a:schemeClr val="accent2"/>
            </a:solidFill>
          </a:ln>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816864" y="1600200"/>
            <a:ext cx="10871200" cy="4925144"/>
          </a:xfrm>
          <a:ln>
            <a:solidFill>
              <a:schemeClr val="accent1"/>
            </a:solidFill>
          </a:ln>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extLst>
      <p:ext uri="{BB962C8B-B14F-4D97-AF65-F5344CB8AC3E}">
        <p14:creationId xmlns:p14="http://schemas.microsoft.com/office/powerpoint/2010/main" val="10465534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9880FA-7953-AB94-20A3-423A02C6F82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5DD66B0-0EC3-DD03-7884-33601555B0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C8914AC-028D-E30F-021B-D97D188001CA}"/>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4BD6CA26-E3DC-02EA-8654-6FD22D9A58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E9E422-93DC-3B55-4FEB-7FEBAC7A36C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37746869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646D28-B1E9-211A-267B-F093D029B29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46A6FE8-BC63-D0BF-A487-63D239078F7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D30D72A-52ED-2855-9420-587E872B6135}"/>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6748881F-A8F7-9999-72B1-06842FC029F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E5E46C-CBC1-5437-ABD8-E0BED454B60F}"/>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511815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DB498-A9A5-4822-126C-C3575A06EA8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0AB6DBA-1291-72C4-69CF-5F8A5AFF94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FEB7348-4087-92AC-49CA-4EE3D799D777}"/>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F6F32B8C-BE47-EF8E-D3BE-85E9CD6E43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B331D5F-5502-E31D-5F6D-6D5946BC4FA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7242404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28CA06-EA23-DFA8-5061-26E693C562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8B90FA1-EF10-968E-7B65-2DA75CEB40F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7B24C5A-DDD8-F711-6069-85BB3C677DC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BF3C253-41B1-B459-3819-7FF285222942}"/>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984CA635-DF1A-C282-9F80-7C819B339A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9B89C3-6B35-6390-FF94-50FB49F17B1E}"/>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1248274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394B5F-080A-FC52-5610-8A764DCD059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7A794F8-BA96-DCCB-17C0-A274240A74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970BE5-6560-16AF-1FE9-F457EBD43F2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25674BC-728B-522F-542B-DDDC49306D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E0C3F68-826F-ECE2-3CED-AC5D9553066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67F0031-A1FA-0F6E-A072-66921B42B5C1}"/>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8" name="页脚占位符 7">
            <a:extLst>
              <a:ext uri="{FF2B5EF4-FFF2-40B4-BE49-F238E27FC236}">
                <a16:creationId xmlns:a16="http://schemas.microsoft.com/office/drawing/2014/main" id="{5F45F4DE-FFF4-A21F-B006-FC8523C3523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77CD7ED-08CA-D495-27DA-CE4A0E9E6CCB}"/>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04587788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68D76-4C72-1001-F286-6CC1ADF5137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29F94D8-F944-C3BD-D8D0-6B379CF26AF7}"/>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4" name="页脚占位符 3">
            <a:extLst>
              <a:ext uri="{FF2B5EF4-FFF2-40B4-BE49-F238E27FC236}">
                <a16:creationId xmlns:a16="http://schemas.microsoft.com/office/drawing/2014/main" id="{7B63B473-0382-905E-A2A7-E76F10A39ED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6A031A0-B9D5-449C-71E8-5EE1A0C858C7}"/>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16712836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39E3E3E-07AE-A9D4-CE18-6E68D91AEB83}"/>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3" name="页脚占位符 2">
            <a:extLst>
              <a:ext uri="{FF2B5EF4-FFF2-40B4-BE49-F238E27FC236}">
                <a16:creationId xmlns:a16="http://schemas.microsoft.com/office/drawing/2014/main" id="{49B578EB-0268-EBD3-6074-1CE4D3381A9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921B1D0-C260-C78D-9038-A7FFE4ED127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04485275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9CADC-DC9B-E421-479C-175306EE298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DEB2E77-F59F-D7DD-4906-A882C11EFB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C7EB9D6-F287-94AC-48C8-C6F1FF44F5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BB87458-6975-4344-FE79-96434D0E154C}"/>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20655F48-A265-3AA6-7855-9DEB79A1F5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47E8523-5EE2-9C94-E7F1-5F0B9E9EA25A}"/>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3686596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D12804-2541-245C-F5F2-B1AB95967C6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409348E-F173-9EE8-C431-A0A2B437C2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097A82EA-FEEF-6CA5-5672-CA53EA23D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DCF668C-C775-B132-DFE5-5804377A7A81}"/>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8836AA60-13AF-64F5-66DA-C051B1541C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80809DA-BD91-4F80-B88E-B692B55F1A0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57384294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D58E44-25A3-D324-3191-DC7E452E1EE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665D06F-158E-E088-E943-AB07227C54C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EE67D29-00B2-0C68-6AF6-8CF48CE420B3}"/>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D8A2AC42-41AC-5CD5-56B4-26BB87FCB9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1873157-1C5F-69B1-96BA-63A5180FB4C3}"/>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8932594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DB0DB60-468E-D154-CC93-67C6280CCEA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34E5848-C8DB-C14A-9198-723B9F3A9D0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2975CBC-4361-1CFE-D284-C7ECADC20944}"/>
              </a:ext>
            </a:extLst>
          </p:cNvPr>
          <p:cNvSpPr>
            <a:spLocks noGrp="1"/>
          </p:cNvSpPr>
          <p:nvPr>
            <p:ph type="dt" sz="half" idx="10"/>
          </p:nvPr>
        </p:nvSpPr>
        <p:spPr/>
        <p:txBody>
          <a:bodyPr/>
          <a:lstStyle/>
          <a:p>
            <a:fld id="{19D62E01-43A6-484F-8DB8-44C5F907219B}"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DF9A52FD-C21C-5CF8-3BBE-4E3D2585D6A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64A33B-9A6F-63C9-2E23-0A7135FC1069}"/>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66672217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5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16864" y="228600"/>
            <a:ext cx="10871200" cy="990600"/>
          </a:xfrm>
          <a:ln>
            <a:solidFill>
              <a:schemeClr val="accent2"/>
            </a:solidFill>
          </a:ln>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816864" y="1600200"/>
            <a:ext cx="10871200" cy="4925144"/>
          </a:xfrm>
          <a:ln>
            <a:solidFill>
              <a:schemeClr val="accent1"/>
            </a:solidFill>
          </a:ln>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Tree>
    <p:extLst>
      <p:ext uri="{BB962C8B-B14F-4D97-AF65-F5344CB8AC3E}">
        <p14:creationId xmlns:p14="http://schemas.microsoft.com/office/powerpoint/2010/main" val="3413768914"/>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secHead" preserve="1">
  <p:cSld name="1_节标题">
    <p:bg>
      <p:bgRef idx="1003">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828801" y="2743200"/>
            <a:ext cx="9497484" cy="1673225"/>
          </a:xfrm>
        </p:spPr>
        <p:txBody>
          <a:bodyPr anchor="t"/>
          <a:lstStyle>
            <a:lvl1pPr marL="514350" indent="-514350">
              <a:buFont typeface="+mj-lt"/>
              <a:buAutoNum type="arabicPeriod"/>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2" name="标题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kumimoji="0" lang="zh-CN" altLang="en-US"/>
              <a:t>单击此处编辑母版标题样式</a:t>
            </a:r>
            <a:endParaRPr kumimoji="0" lang="en-US"/>
          </a:p>
        </p:txBody>
      </p:sp>
    </p:spTree>
    <p:extLst>
      <p:ext uri="{BB962C8B-B14F-4D97-AF65-F5344CB8AC3E}">
        <p14:creationId xmlns:p14="http://schemas.microsoft.com/office/powerpoint/2010/main" val="313345607"/>
      </p:ext>
    </p:extLst>
  </p:cSld>
  <p:clrMapOvr>
    <a:overrideClrMapping bg1="lt1" tx1="dk1" bg2="lt2" tx2="dk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Tree>
    <p:extLst>
      <p:ext uri="{BB962C8B-B14F-4D97-AF65-F5344CB8AC3E}">
        <p14:creationId xmlns:p14="http://schemas.microsoft.com/office/powerpoint/2010/main" val="156262601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711200" y="273050"/>
            <a:ext cx="10871200" cy="869950"/>
          </a:xfrm>
        </p:spPr>
        <p:txBody>
          <a:bodyPr anchor="ctr"/>
          <a:lstStyle>
            <a:lvl1pPr>
              <a:defRPr/>
            </a:lvl1pPr>
          </a:lstStyle>
          <a:p>
            <a:r>
              <a:rPr kumimoji="0" lang="zh-CN" altLang="en-US"/>
              <a:t>单击此处编辑母版标题样式</a:t>
            </a:r>
            <a:endParaRPr kumimoji="0" lang="en-US"/>
          </a:p>
        </p:txBody>
      </p:sp>
      <p:sp>
        <p:nvSpPr>
          <p:cNvPr id="11" name="内容占位符 10"/>
          <p:cNvSpPr>
            <a:spLocks noGrp="1"/>
          </p:cNvSpPr>
          <p:nvPr>
            <p:ph sz="quarter" idx="2"/>
          </p:nvPr>
        </p:nvSpPr>
        <p:spPr>
          <a:xfrm>
            <a:off x="812800" y="2438400"/>
            <a:ext cx="5181600" cy="4158952"/>
          </a:xfrm>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3" name="内容占位符 12"/>
          <p:cNvSpPr>
            <a:spLocks noGrp="1"/>
          </p:cNvSpPr>
          <p:nvPr>
            <p:ph sz="quarter" idx="4"/>
          </p:nvPr>
        </p:nvSpPr>
        <p:spPr>
          <a:xfrm>
            <a:off x="6400800" y="2438400"/>
            <a:ext cx="5181600" cy="4158952"/>
          </a:xfrm>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6" name="文本占位符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
        <p:nvSpPr>
          <p:cNvPr id="15" name="文本占位符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Tree>
    <p:extLst>
      <p:ext uri="{BB962C8B-B14F-4D97-AF65-F5344CB8AC3E}">
        <p14:creationId xmlns:p14="http://schemas.microsoft.com/office/powerpoint/2010/main" val="292249092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44721164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7714342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64305200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4135850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0587676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37768360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3698963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17393735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12877768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11543442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3121289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16743578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5016301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75481777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4020774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51778979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407899402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3451545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6314520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626192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10"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theme" Target="../theme/theme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7.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6999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08957355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966430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766118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58"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BD20DCB-D3B3-149B-27FD-3054D60899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E2F6981-36A2-7BE9-2269-D6D548DE1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B62050-5C6C-A75F-FC7B-2AEA8722A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D62E01-43A6-484F-8DB8-44C5F907219B}"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75D0F5FE-152F-CFF4-BA7B-839DED2E6A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3B0E4A5-BA5F-450F-9A8C-84D6C5AEFB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1290592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26027278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73793157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40.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0.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0.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0.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0.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0.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0.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0.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0.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4">
            <a:extLst>
              <a:ext uri="{FF2B5EF4-FFF2-40B4-BE49-F238E27FC236}">
                <a16:creationId xmlns:a16="http://schemas.microsoft.com/office/drawing/2014/main" id="{BE3B49BE-CD15-77E2-9163-14D70F6E1084}"/>
              </a:ext>
            </a:extLst>
          </p:cNvPr>
          <p:cNvSpPr>
            <a:spLocks noGrp="1"/>
          </p:cNvSpPr>
          <p:nvPr>
            <p:ph type="subTitle" idx="1"/>
          </p:nvPr>
        </p:nvSpPr>
        <p:spPr/>
        <p:txBody>
          <a:bodyPr/>
          <a:lstStyle/>
          <a:p>
            <a:r>
              <a:rPr lang="en-US" altLang="zh-CN"/>
              <a:t>PDO</a:t>
            </a:r>
            <a:r>
              <a:rPr lang="zh-CN" altLang="en-US"/>
              <a:t>连接工具类的构建</a:t>
            </a:r>
          </a:p>
        </p:txBody>
      </p:sp>
      <p:sp>
        <p:nvSpPr>
          <p:cNvPr id="3" name="标题 2"/>
          <p:cNvSpPr>
            <a:spLocks noGrp="1"/>
          </p:cNvSpPr>
          <p:nvPr>
            <p:ph type="ctrTitle"/>
          </p:nvPr>
        </p:nvSpPr>
        <p:spPr/>
        <p:txBody>
          <a:bodyPr/>
          <a:lstStyle/>
          <a:p>
            <a:r>
              <a:rPr lang="en-US" altLang="zh-CN" sz="4000"/>
              <a:t>252602 WEB</a:t>
            </a:r>
            <a:r>
              <a:rPr lang="zh-CN" altLang="en-US" sz="4000"/>
              <a:t>项目应用</a:t>
            </a:r>
          </a:p>
        </p:txBody>
      </p:sp>
      <p:sp>
        <p:nvSpPr>
          <p:cNvPr id="2" name="文本占位符 1"/>
          <p:cNvSpPr>
            <a:spLocks noGrp="1"/>
          </p:cNvSpPr>
          <p:nvPr>
            <p:ph type="body" sz="quarter" idx="10"/>
          </p:nvPr>
        </p:nvSpPr>
        <p:spPr/>
        <p:txBody>
          <a:bodyPr>
            <a:normAutofit fontScale="97500"/>
          </a:bodyPr>
          <a:lstStyle/>
          <a:p>
            <a:pPr lvl="0">
              <a:lnSpc>
                <a:spcPct val="100000"/>
              </a:lnSpc>
              <a:spcBef>
                <a:spcPct val="0"/>
              </a:spcBef>
              <a:spcAft>
                <a:spcPct val="15000"/>
              </a:spcAft>
            </a:pPr>
            <a:r>
              <a:rPr lang="en-US" altLang="zh-CN">
                <a:solidFill>
                  <a:schemeClr val="tx1"/>
                </a:solidFill>
                <a:latin typeface="+mn-ea"/>
              </a:rPr>
              <a:t>2026-4-28</a:t>
            </a:r>
            <a:endParaRPr lang="zh-CN" altLang="en-US">
              <a:solidFill>
                <a:srgbClr val="FFC000"/>
              </a:solidFill>
              <a:latin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79CA544-8678-E563-8725-0339EECD9050}"/>
              </a:ext>
            </a:extLst>
          </p:cNvPr>
          <p:cNvSpPr>
            <a:spLocks noGrp="1"/>
          </p:cNvSpPr>
          <p:nvPr>
            <p:ph type="body" sz="quarter" idx="18"/>
          </p:nvPr>
        </p:nvSpPr>
        <p:spPr/>
        <p:txBody>
          <a:bodyPr/>
          <a:lstStyle/>
          <a:p>
            <a:r>
              <a:rPr lang="zh-CN" altLang="en-US"/>
              <a:t>本次课内容</a:t>
            </a:r>
          </a:p>
        </p:txBody>
      </p:sp>
      <p:graphicFrame>
        <p:nvGraphicFramePr>
          <p:cNvPr id="4" name="内容占位符 3">
            <a:extLst>
              <a:ext uri="{FF2B5EF4-FFF2-40B4-BE49-F238E27FC236}">
                <a16:creationId xmlns:a16="http://schemas.microsoft.com/office/drawing/2014/main" id="{A28D2291-B642-93F4-2AEA-E43F1D6F7DE8}"/>
              </a:ext>
            </a:extLst>
          </p:cNvPr>
          <p:cNvGraphicFramePr>
            <a:graphicFrameLocks noGrp="1"/>
          </p:cNvGraphicFramePr>
          <p:nvPr>
            <p:ph sz="quarter" idx="19"/>
            <p:extLst>
              <p:ext uri="{D42A27DB-BD31-4B8C-83A1-F6EECF244321}">
                <p14:modId xmlns:p14="http://schemas.microsoft.com/office/powerpoint/2010/main" val="2697881102"/>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2915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5CD95C7-3280-422F-58CD-B268A4773345}"/>
              </a:ext>
            </a:extLst>
          </p:cNvPr>
          <p:cNvSpPr>
            <a:spLocks noGrp="1"/>
          </p:cNvSpPr>
          <p:nvPr>
            <p:ph type="body" sz="quarter" idx="10"/>
          </p:nvPr>
        </p:nvSpPr>
        <p:spPr/>
        <p:txBody>
          <a:bodyPr/>
          <a:lstStyle/>
          <a:p>
            <a:pPr lvl="0"/>
            <a:r>
              <a:rPr lang="zh-CN" altLang="en-US"/>
              <a:t>项目数据库连接需求分析</a:t>
            </a:r>
          </a:p>
          <a:p>
            <a:pPr lvl="0"/>
            <a:r>
              <a:rPr lang="en-US" altLang="zh-CN"/>
              <a:t>PDO</a:t>
            </a:r>
            <a:r>
              <a:rPr lang="zh-CN" altLang="en-US"/>
              <a:t>连接工具类的设计</a:t>
            </a:r>
          </a:p>
          <a:p>
            <a:pPr lvl="0"/>
            <a:r>
              <a:rPr lang="en-US" altLang="zh-CN"/>
              <a:t>PDO</a:t>
            </a:r>
            <a:r>
              <a:rPr lang="zh-CN" altLang="en-US"/>
              <a:t>连接工具类的代码编写</a:t>
            </a:r>
          </a:p>
          <a:p>
            <a:r>
              <a:rPr lang="zh-CN" altLang="en-US"/>
              <a:t>作业一、二</a:t>
            </a:r>
          </a:p>
          <a:p>
            <a:endParaRPr lang="zh-CN" altLang="en-US"/>
          </a:p>
        </p:txBody>
      </p:sp>
      <p:sp>
        <p:nvSpPr>
          <p:cNvPr id="3" name="文本占位符 2">
            <a:extLst>
              <a:ext uri="{FF2B5EF4-FFF2-40B4-BE49-F238E27FC236}">
                <a16:creationId xmlns:a16="http://schemas.microsoft.com/office/drawing/2014/main" id="{0D25DDCA-7C5F-E667-8571-63FFF368086B}"/>
              </a:ext>
            </a:extLst>
          </p:cNvPr>
          <p:cNvSpPr>
            <a:spLocks noGrp="1"/>
          </p:cNvSpPr>
          <p:nvPr>
            <p:ph type="body" sz="quarter" idx="12"/>
          </p:nvPr>
        </p:nvSpPr>
        <p:spPr/>
        <p:txBody>
          <a:bodyPr/>
          <a:lstStyle/>
          <a:p>
            <a:r>
              <a:rPr lang="en-US" altLang="zh-CN"/>
              <a:t>PDO</a:t>
            </a:r>
            <a:r>
              <a:rPr lang="zh-CN" altLang="en-US"/>
              <a:t>连接工具类的实现</a:t>
            </a:r>
          </a:p>
        </p:txBody>
      </p:sp>
    </p:spTree>
    <p:extLst>
      <p:ext uri="{BB962C8B-B14F-4D97-AF65-F5344CB8AC3E}">
        <p14:creationId xmlns:p14="http://schemas.microsoft.com/office/powerpoint/2010/main" val="1819187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1F852AA-BD7B-D16B-7360-6067C8768E19}"/>
              </a:ext>
            </a:extLst>
          </p:cNvPr>
          <p:cNvSpPr>
            <a:spLocks noGrp="1"/>
          </p:cNvSpPr>
          <p:nvPr>
            <p:ph type="body" sz="quarter" idx="18"/>
          </p:nvPr>
        </p:nvSpPr>
        <p:spPr/>
        <p:txBody>
          <a:bodyPr/>
          <a:lstStyle/>
          <a:p>
            <a:r>
              <a:rPr lang="zh-CN" altLang="en-US"/>
              <a:t>系统各功能数据库连接需求分析</a:t>
            </a:r>
          </a:p>
        </p:txBody>
      </p:sp>
      <p:pic>
        <p:nvPicPr>
          <p:cNvPr id="5" name="内容占位符 4">
            <a:extLst>
              <a:ext uri="{FF2B5EF4-FFF2-40B4-BE49-F238E27FC236}">
                <a16:creationId xmlns:a16="http://schemas.microsoft.com/office/drawing/2014/main" id="{F930CADD-754E-1678-BDB5-4BC795302A04}"/>
              </a:ext>
            </a:extLst>
          </p:cNvPr>
          <p:cNvPicPr>
            <a:picLocks noGrp="1" noChangeAspect="1"/>
          </p:cNvPicPr>
          <p:nvPr>
            <p:ph sz="quarter" idx="19"/>
          </p:nvPr>
        </p:nvPicPr>
        <p:blipFill>
          <a:blip r:embed="rId2"/>
          <a:stretch>
            <a:fillRect/>
          </a:stretch>
        </p:blipFill>
        <p:spPr>
          <a:xfrm>
            <a:off x="1229333" y="1121988"/>
            <a:ext cx="9733333" cy="3085714"/>
          </a:xfrm>
          <a:prstGeom prst="rect">
            <a:avLst/>
          </a:prstGeom>
        </p:spPr>
      </p:pic>
    </p:spTree>
    <p:extLst>
      <p:ext uri="{BB962C8B-B14F-4D97-AF65-F5344CB8AC3E}">
        <p14:creationId xmlns:p14="http://schemas.microsoft.com/office/powerpoint/2010/main" val="2557941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F49FA7A-6604-837C-70F5-F5E361D0600F}"/>
              </a:ext>
            </a:extLst>
          </p:cNvPr>
          <p:cNvSpPr>
            <a:spLocks noGrp="1"/>
          </p:cNvSpPr>
          <p:nvPr>
            <p:ph type="body" sz="quarter" idx="18"/>
          </p:nvPr>
        </p:nvSpPr>
        <p:spPr/>
        <p:txBody>
          <a:bodyPr/>
          <a:lstStyle/>
          <a:p>
            <a:r>
              <a:rPr lang="en-US" altLang="zh-CN"/>
              <a:t>PDO</a:t>
            </a:r>
            <a:r>
              <a:rPr lang="zh-CN" altLang="en-US"/>
              <a:t>连接工具类的架构</a:t>
            </a:r>
          </a:p>
        </p:txBody>
      </p:sp>
      <p:pic>
        <p:nvPicPr>
          <p:cNvPr id="4" name="内容占位符 3">
            <a:extLst>
              <a:ext uri="{FF2B5EF4-FFF2-40B4-BE49-F238E27FC236}">
                <a16:creationId xmlns:a16="http://schemas.microsoft.com/office/drawing/2014/main" id="{1AEB1253-AC60-B1F6-DEA6-43DBFDEF545F}"/>
              </a:ext>
            </a:extLst>
          </p:cNvPr>
          <p:cNvPicPr>
            <a:picLocks noGrp="1" noChangeAspect="1"/>
          </p:cNvPicPr>
          <p:nvPr>
            <p:ph sz="quarter" idx="19"/>
          </p:nvPr>
        </p:nvPicPr>
        <p:blipFill>
          <a:blip r:embed="rId2" cstate="print">
            <a:extLst>
              <a:ext uri="{28A0092B-C50C-407E-A947-70E740481C1C}">
                <a14:useLocalDpi xmlns:a14="http://schemas.microsoft.com/office/drawing/2010/main" val="0"/>
              </a:ext>
            </a:extLst>
          </a:blip>
          <a:stretch>
            <a:fillRect/>
          </a:stretch>
        </p:blipFill>
        <p:spPr>
          <a:xfrm>
            <a:off x="1772639" y="1037214"/>
            <a:ext cx="7902161" cy="5457929"/>
          </a:xfrm>
          <a:prstGeom prst="rect">
            <a:avLst/>
          </a:prstGeom>
          <a:ln>
            <a:solidFill>
              <a:srgbClr val="00B050"/>
            </a:solidFill>
          </a:ln>
        </p:spPr>
      </p:pic>
    </p:spTree>
    <p:extLst>
      <p:ext uri="{BB962C8B-B14F-4D97-AF65-F5344CB8AC3E}">
        <p14:creationId xmlns:p14="http://schemas.microsoft.com/office/powerpoint/2010/main" val="489566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内容占位符 3">
            <a:extLst>
              <a:ext uri="{FF2B5EF4-FFF2-40B4-BE49-F238E27FC236}">
                <a16:creationId xmlns:a16="http://schemas.microsoft.com/office/drawing/2014/main" id="{038F96E8-92CF-D115-A478-EF836D5D26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20622" y="1174129"/>
            <a:ext cx="6529346" cy="4509742"/>
          </a:xfrm>
          <a:prstGeom prst="rect">
            <a:avLst/>
          </a:prstGeom>
          <a:ln>
            <a:solidFill>
              <a:srgbClr val="00B050"/>
            </a:solidFill>
          </a:ln>
        </p:spPr>
      </p:pic>
      <p:sp>
        <p:nvSpPr>
          <p:cNvPr id="2" name="文本占位符 1">
            <a:extLst>
              <a:ext uri="{FF2B5EF4-FFF2-40B4-BE49-F238E27FC236}">
                <a16:creationId xmlns:a16="http://schemas.microsoft.com/office/drawing/2014/main" id="{683204A3-2B02-5DB9-E285-9FF159166C06}"/>
              </a:ext>
            </a:extLst>
          </p:cNvPr>
          <p:cNvSpPr>
            <a:spLocks noGrp="1"/>
          </p:cNvSpPr>
          <p:nvPr>
            <p:ph type="body" sz="quarter" idx="18"/>
          </p:nvPr>
        </p:nvSpPr>
        <p:spPr/>
        <p:txBody>
          <a:bodyPr/>
          <a:lstStyle/>
          <a:p>
            <a:r>
              <a:rPr lang="en-US" altLang="zh-CN"/>
              <a:t>PDO</a:t>
            </a:r>
            <a:r>
              <a:rPr lang="zh-CN" altLang="zh-CN"/>
              <a:t>连接工具类的架构</a:t>
            </a:r>
            <a:endParaRPr lang="zh-CN" altLang="en-US"/>
          </a:p>
        </p:txBody>
      </p:sp>
      <p:sp>
        <p:nvSpPr>
          <p:cNvPr id="6" name="内容占位符 5">
            <a:extLst>
              <a:ext uri="{FF2B5EF4-FFF2-40B4-BE49-F238E27FC236}">
                <a16:creationId xmlns:a16="http://schemas.microsoft.com/office/drawing/2014/main" id="{372F9F73-B96A-87C0-6224-4FC07E21FAE0}"/>
              </a:ext>
            </a:extLst>
          </p:cNvPr>
          <p:cNvSpPr>
            <a:spLocks noGrp="1"/>
          </p:cNvSpPr>
          <p:nvPr>
            <p:ph sz="quarter" idx="19"/>
          </p:nvPr>
        </p:nvSpPr>
        <p:spPr>
          <a:xfrm>
            <a:off x="536575" y="836613"/>
            <a:ext cx="4948165" cy="5761037"/>
          </a:xfrm>
        </p:spPr>
        <p:txBody>
          <a:bodyPr/>
          <a:lstStyle/>
          <a:p>
            <a:pPr lvl="0">
              <a:buFont typeface="Wingdings" panose="05000000000000000000" pitchFamily="2" charset="2"/>
              <a:buChar char=""/>
            </a:pPr>
            <a:r>
              <a:rPr lang="zh-CN" altLang="zh-CN" sz="2400"/>
              <a:t>高校教务管理系统的</a:t>
            </a:r>
            <a:r>
              <a:rPr lang="en-US" altLang="zh-CN" sz="2400"/>
              <a:t>PDO</a:t>
            </a:r>
            <a:r>
              <a:rPr lang="zh-CN" altLang="zh-CN" sz="2400"/>
              <a:t>连接工具类命名为</a:t>
            </a:r>
            <a:r>
              <a:rPr lang="en-US" altLang="zh-CN" sz="2400">
                <a:highlight>
                  <a:srgbClr val="FFFF00"/>
                </a:highlight>
              </a:rPr>
              <a:t>DB</a:t>
            </a:r>
            <a:r>
              <a:rPr lang="zh-CN" altLang="zh-CN" sz="2400"/>
              <a:t>，负责封装所有的数据库操作；</a:t>
            </a:r>
            <a:endParaRPr lang="zh-CN" altLang="en-US" sz="2400"/>
          </a:p>
          <a:p>
            <a:pPr lvl="0">
              <a:buFont typeface="Wingdings" panose="05000000000000000000" pitchFamily="2" charset="2"/>
              <a:buChar char=""/>
            </a:pPr>
            <a:r>
              <a:rPr lang="en-US" altLang="zh-CN" sz="2400"/>
              <a:t>DB</a:t>
            </a:r>
            <a:r>
              <a:rPr lang="zh-CN" altLang="zh-CN" sz="2400"/>
              <a:t>类的</a:t>
            </a:r>
            <a:r>
              <a:rPr lang="en-US" altLang="zh-CN" sz="2400">
                <a:highlight>
                  <a:srgbClr val="FFFF00"/>
                </a:highlight>
              </a:rPr>
              <a:t>getInstance</a:t>
            </a:r>
            <a:r>
              <a:rPr lang="zh-CN" altLang="zh-CN" sz="2400"/>
              <a:t>方法用于管理单例模式，提供适用于普通查询的数据库连接；</a:t>
            </a:r>
          </a:p>
          <a:p>
            <a:pPr lvl="0">
              <a:buFont typeface="Wingdings" panose="05000000000000000000" pitchFamily="2" charset="2"/>
              <a:buChar char=""/>
            </a:pPr>
            <a:r>
              <a:rPr lang="en-US" altLang="zh-CN" sz="2400"/>
              <a:t>DB</a:t>
            </a:r>
            <a:r>
              <a:rPr lang="zh-CN" altLang="zh-CN" sz="2400"/>
              <a:t>类的</a:t>
            </a:r>
            <a:r>
              <a:rPr lang="en-US" altLang="zh-CN" sz="2400">
                <a:highlight>
                  <a:srgbClr val="FFFF00"/>
                </a:highlight>
              </a:rPr>
              <a:t>createTransactionConnection</a:t>
            </a:r>
            <a:r>
              <a:rPr lang="zh-CN" altLang="zh-CN" sz="2400"/>
              <a:t>方法用于创建独立连接，专供需要事务支持的场景使用；</a:t>
            </a:r>
            <a:endParaRPr lang="en-US" altLang="zh-CN" sz="2400"/>
          </a:p>
          <a:p>
            <a:pPr>
              <a:buFont typeface="Wingdings" panose="05000000000000000000" pitchFamily="2" charset="2"/>
              <a:buChar char=""/>
            </a:pPr>
            <a:r>
              <a:rPr lang="en-US" altLang="zh-CN" sz="2400"/>
              <a:t>DB</a:t>
            </a:r>
            <a:r>
              <a:rPr lang="zh-CN" altLang="zh-CN" sz="2400"/>
              <a:t>类的</a:t>
            </a:r>
            <a:r>
              <a:rPr lang="zh-CN" altLang="zh-CN" sz="2400">
                <a:highlight>
                  <a:srgbClr val="FFFF00"/>
                </a:highlight>
              </a:rPr>
              <a:t>构造方法设置为</a:t>
            </a:r>
            <a:r>
              <a:rPr lang="en-US" altLang="zh-CN" sz="2400">
                <a:highlight>
                  <a:srgbClr val="FFFF00"/>
                </a:highlight>
              </a:rPr>
              <a:t> private</a:t>
            </a:r>
            <a:r>
              <a:rPr lang="zh-CN" altLang="zh-CN" sz="2400"/>
              <a:t>，禁止外部直接实例化，只能通过以下两种方法获取数据库连接；</a:t>
            </a:r>
          </a:p>
          <a:p>
            <a:pPr lvl="0">
              <a:buFont typeface="Wingdings" panose="05000000000000000000" pitchFamily="2" charset="2"/>
              <a:buChar char=""/>
            </a:pPr>
            <a:r>
              <a:rPr lang="en-US" altLang="zh-CN" sz="2400"/>
              <a:t>DB</a:t>
            </a:r>
            <a:r>
              <a:rPr lang="zh-CN" altLang="zh-CN" sz="2400"/>
              <a:t>类通过魔术方法</a:t>
            </a:r>
            <a:r>
              <a:rPr lang="en-US" altLang="zh-CN" sz="2400">
                <a:highlight>
                  <a:srgbClr val="FFFF00"/>
                </a:highlight>
              </a:rPr>
              <a:t>__call</a:t>
            </a:r>
            <a:r>
              <a:rPr lang="zh-CN" altLang="zh-CN" sz="2400"/>
              <a:t>和</a:t>
            </a:r>
            <a:r>
              <a:rPr lang="en-US" altLang="zh-CN" sz="2400">
                <a:highlight>
                  <a:srgbClr val="FFFF00"/>
                </a:highlight>
              </a:rPr>
              <a:t>__callStatic</a:t>
            </a:r>
            <a:r>
              <a:rPr lang="zh-CN" altLang="zh-CN" sz="2400"/>
              <a:t>，将</a:t>
            </a:r>
            <a:r>
              <a:rPr lang="en-US" altLang="zh-CN" sz="2400"/>
              <a:t>PDO</a:t>
            </a:r>
            <a:r>
              <a:rPr lang="zh-CN" altLang="zh-CN" sz="2400"/>
              <a:t>的原生方法透明地转发给调用方。</a:t>
            </a:r>
            <a:endParaRPr lang="zh-CN" altLang="en-US" sz="2400"/>
          </a:p>
        </p:txBody>
      </p:sp>
      <p:cxnSp>
        <p:nvCxnSpPr>
          <p:cNvPr id="5" name="直接箭头连接符 4">
            <a:extLst>
              <a:ext uri="{FF2B5EF4-FFF2-40B4-BE49-F238E27FC236}">
                <a16:creationId xmlns:a16="http://schemas.microsoft.com/office/drawing/2014/main" id="{52E45BD9-E53D-BEEC-5F84-2B9ABF447256}"/>
              </a:ext>
            </a:extLst>
          </p:cNvPr>
          <p:cNvCxnSpPr>
            <a:cxnSpLocks/>
          </p:cNvCxnSpPr>
          <p:nvPr/>
        </p:nvCxnSpPr>
        <p:spPr>
          <a:xfrm>
            <a:off x="2834034" y="1447295"/>
            <a:ext cx="5746792" cy="1051753"/>
          </a:xfrm>
          <a:prstGeom prst="straightConnector1">
            <a:avLst/>
          </a:prstGeom>
          <a:ln w="57150">
            <a:solidFill>
              <a:schemeClr val="tx1">
                <a:lumMod val="95000"/>
                <a:lumOff val="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72272B74-B4C2-08DA-865E-259C0EE5CB7E}"/>
              </a:ext>
            </a:extLst>
          </p:cNvPr>
          <p:cNvCxnSpPr>
            <a:cxnSpLocks/>
          </p:cNvCxnSpPr>
          <p:nvPr/>
        </p:nvCxnSpPr>
        <p:spPr>
          <a:xfrm flipV="1">
            <a:off x="4995894" y="3108289"/>
            <a:ext cx="902289" cy="1518212"/>
          </a:xfrm>
          <a:prstGeom prst="straightConnector1">
            <a:avLst/>
          </a:prstGeom>
          <a:ln w="57150">
            <a:solidFill>
              <a:schemeClr val="tx1">
                <a:lumMod val="95000"/>
                <a:lumOff val="5000"/>
              </a:schemeClr>
            </a:solidFill>
            <a:prstDash val="dash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9B19179D-DAD4-699F-5F47-2583D0852933}"/>
              </a:ext>
            </a:extLst>
          </p:cNvPr>
          <p:cNvCxnSpPr>
            <a:cxnSpLocks/>
          </p:cNvCxnSpPr>
          <p:nvPr/>
        </p:nvCxnSpPr>
        <p:spPr>
          <a:xfrm>
            <a:off x="3400830" y="2174756"/>
            <a:ext cx="2454963" cy="898274"/>
          </a:xfrm>
          <a:prstGeom prst="straightConnector1">
            <a:avLst/>
          </a:prstGeom>
          <a:ln w="57150">
            <a:solidFill>
              <a:schemeClr val="tx1">
                <a:lumMod val="95000"/>
                <a:lumOff val="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0CAF2993-10B3-5032-07ED-2DBDC53395E6}"/>
              </a:ext>
            </a:extLst>
          </p:cNvPr>
          <p:cNvCxnSpPr>
            <a:cxnSpLocks/>
          </p:cNvCxnSpPr>
          <p:nvPr/>
        </p:nvCxnSpPr>
        <p:spPr>
          <a:xfrm flipV="1">
            <a:off x="4796058" y="3347826"/>
            <a:ext cx="2488864" cy="248837"/>
          </a:xfrm>
          <a:prstGeom prst="straightConnector1">
            <a:avLst/>
          </a:prstGeom>
          <a:ln w="57150">
            <a:solidFill>
              <a:schemeClr val="tx1">
                <a:lumMod val="95000"/>
                <a:lumOff val="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51AEC7BF-0381-640C-2059-825E02D6F072}"/>
              </a:ext>
            </a:extLst>
          </p:cNvPr>
          <p:cNvCxnSpPr>
            <a:cxnSpLocks/>
          </p:cNvCxnSpPr>
          <p:nvPr/>
        </p:nvCxnSpPr>
        <p:spPr>
          <a:xfrm flipV="1">
            <a:off x="5056450" y="3532009"/>
            <a:ext cx="2320022" cy="1094492"/>
          </a:xfrm>
          <a:prstGeom prst="straightConnector1">
            <a:avLst/>
          </a:prstGeom>
          <a:ln w="57150">
            <a:solidFill>
              <a:schemeClr val="tx1">
                <a:lumMod val="95000"/>
                <a:lumOff val="5000"/>
              </a:schemeClr>
            </a:solidFill>
            <a:prstDash val="dash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A20CB679-5D50-391E-DE89-CEF1447078CF}"/>
              </a:ext>
            </a:extLst>
          </p:cNvPr>
          <p:cNvCxnSpPr>
            <a:cxnSpLocks/>
          </p:cNvCxnSpPr>
          <p:nvPr/>
        </p:nvCxnSpPr>
        <p:spPr>
          <a:xfrm flipV="1">
            <a:off x="4267009" y="3596663"/>
            <a:ext cx="6487788" cy="2224606"/>
          </a:xfrm>
          <a:prstGeom prst="straightConnector1">
            <a:avLst/>
          </a:prstGeom>
          <a:ln w="57150">
            <a:solidFill>
              <a:schemeClr val="tx1">
                <a:lumMod val="95000"/>
                <a:lumOff val="5000"/>
              </a:schemeClr>
            </a:solidFill>
            <a:prstDash val="dashDot"/>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F6CF3238-D93E-1A6C-5890-6485ECA2C3E7}"/>
              </a:ext>
            </a:extLst>
          </p:cNvPr>
          <p:cNvCxnSpPr>
            <a:cxnSpLocks/>
          </p:cNvCxnSpPr>
          <p:nvPr/>
        </p:nvCxnSpPr>
        <p:spPr>
          <a:xfrm flipV="1">
            <a:off x="2428307" y="3472244"/>
            <a:ext cx="8326490" cy="2568085"/>
          </a:xfrm>
          <a:prstGeom prst="straightConnector1">
            <a:avLst/>
          </a:prstGeom>
          <a:ln w="57150">
            <a:solidFill>
              <a:schemeClr val="tx1">
                <a:lumMod val="95000"/>
                <a:lumOff val="5000"/>
              </a:schemeClr>
            </a:solidFill>
            <a:prstDash val="dashDot"/>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4888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6">
                                            <p:txEl>
                                              <p:pRg st="1" end="1"/>
                                            </p:txEl>
                                          </p:spTgt>
                                        </p:tgtEl>
                                        <p:attrNameLst>
                                          <p:attrName>style.visibility</p:attrName>
                                        </p:attrNameLst>
                                      </p:cBhvr>
                                      <p:to>
                                        <p:strVal val="visible"/>
                                      </p:to>
                                    </p:set>
                                    <p:animEffect transition="in" filter="fade">
                                      <p:cBhvr>
                                        <p:cTn id="26" dur="1000"/>
                                        <p:tgtEl>
                                          <p:spTgt spid="6">
                                            <p:txEl>
                                              <p:pRg st="1" end="1"/>
                                            </p:txEl>
                                          </p:spTgt>
                                        </p:tgtEl>
                                      </p:cBhvr>
                                    </p:animEffect>
                                    <p:anim calcmode="lin" valueType="num">
                                      <p:cBhvr>
                                        <p:cTn id="27"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6">
                                            <p:txEl>
                                              <p:pRg st="2" end="2"/>
                                            </p:txEl>
                                          </p:spTgt>
                                        </p:tgtEl>
                                        <p:attrNameLst>
                                          <p:attrName>style.visibility</p:attrName>
                                        </p:attrNameLst>
                                      </p:cBhvr>
                                      <p:to>
                                        <p:strVal val="visible"/>
                                      </p:to>
                                    </p:set>
                                    <p:animEffect transition="in" filter="fade">
                                      <p:cBhvr>
                                        <p:cTn id="38" dur="1000"/>
                                        <p:tgtEl>
                                          <p:spTgt spid="6">
                                            <p:txEl>
                                              <p:pRg st="2" end="2"/>
                                            </p:txEl>
                                          </p:spTgt>
                                        </p:tgtEl>
                                      </p:cBhvr>
                                    </p:animEffect>
                                    <p:anim calcmode="lin" valueType="num">
                                      <p:cBhvr>
                                        <p:cTn id="39"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40"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6">
                                            <p:txEl>
                                              <p:pRg st="3" end="3"/>
                                            </p:txEl>
                                          </p:spTgt>
                                        </p:tgtEl>
                                        <p:attrNameLst>
                                          <p:attrName>style.visibility</p:attrName>
                                        </p:attrNameLst>
                                      </p:cBhvr>
                                      <p:to>
                                        <p:strVal val="visible"/>
                                      </p:to>
                                    </p:set>
                                    <p:animEffect transition="in" filter="fade">
                                      <p:cBhvr>
                                        <p:cTn id="50" dur="1000"/>
                                        <p:tgtEl>
                                          <p:spTgt spid="6">
                                            <p:txEl>
                                              <p:pRg st="3" end="3"/>
                                            </p:txEl>
                                          </p:spTgt>
                                        </p:tgtEl>
                                      </p:cBhvr>
                                    </p:animEffect>
                                    <p:anim calcmode="lin" valueType="num">
                                      <p:cBhvr>
                                        <p:cTn id="51"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52"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wipe(left)">
                                      <p:cBhvr>
                                        <p:cTn id="57" dur="500"/>
                                        <p:tgtEl>
                                          <p:spTgt spid="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wipe(left)">
                                      <p:cBhvr>
                                        <p:cTn id="62" dur="5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6">
                                            <p:txEl>
                                              <p:pRg st="4" end="4"/>
                                            </p:txEl>
                                          </p:spTgt>
                                        </p:tgtEl>
                                        <p:attrNameLst>
                                          <p:attrName>style.visibility</p:attrName>
                                        </p:attrNameLst>
                                      </p:cBhvr>
                                      <p:to>
                                        <p:strVal val="visible"/>
                                      </p:to>
                                    </p:set>
                                    <p:animEffect transition="in" filter="fade">
                                      <p:cBhvr>
                                        <p:cTn id="67" dur="1000"/>
                                        <p:tgtEl>
                                          <p:spTgt spid="6">
                                            <p:txEl>
                                              <p:pRg st="4" end="4"/>
                                            </p:txEl>
                                          </p:spTgt>
                                        </p:tgtEl>
                                      </p:cBhvr>
                                    </p:animEffect>
                                    <p:anim calcmode="lin" valueType="num">
                                      <p:cBhvr>
                                        <p:cTn id="68"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69"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wipe(left)">
                                      <p:cBhvr>
                                        <p:cTn id="74" dur="500"/>
                                        <p:tgtEl>
                                          <p:spTgt spid="29"/>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wipe(left)">
                                      <p:cBhvr>
                                        <p:cTn id="7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173CB00-2C3E-D762-A206-05C07ECC2919}"/>
              </a:ext>
            </a:extLst>
          </p:cNvPr>
          <p:cNvSpPr>
            <a:spLocks noGrp="1"/>
          </p:cNvSpPr>
          <p:nvPr>
            <p:ph type="body" sz="quarter" idx="18"/>
          </p:nvPr>
        </p:nvSpPr>
        <p:spPr/>
        <p:txBody>
          <a:bodyPr/>
          <a:lstStyle/>
          <a:p>
            <a:r>
              <a:rPr lang="zh-CN" altLang="en-US"/>
              <a:t>方法调用逻辑</a:t>
            </a:r>
          </a:p>
        </p:txBody>
      </p:sp>
      <p:graphicFrame>
        <p:nvGraphicFramePr>
          <p:cNvPr id="18" name="内容占位符 3">
            <a:extLst>
              <a:ext uri="{FF2B5EF4-FFF2-40B4-BE49-F238E27FC236}">
                <a16:creationId xmlns:a16="http://schemas.microsoft.com/office/drawing/2014/main" id="{21CC8493-DBF1-DD86-C8A4-16DD80B84F12}"/>
              </a:ext>
            </a:extLst>
          </p:cNvPr>
          <p:cNvGraphicFramePr>
            <a:graphicFrameLocks noGrp="1"/>
          </p:cNvGraphicFramePr>
          <p:nvPr>
            <p:ph sz="quarter" idx="19"/>
            <p:extLst>
              <p:ext uri="{D42A27DB-BD31-4B8C-83A1-F6EECF244321}">
                <p14:modId xmlns:p14="http://schemas.microsoft.com/office/powerpoint/2010/main" val="1653309988"/>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4752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8"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E61821C7-2E80-2A84-A258-ED2582FF4BF7}"/>
              </a:ext>
            </a:extLst>
          </p:cNvPr>
          <p:cNvPicPr>
            <a:picLocks noChangeAspect="1"/>
          </p:cNvPicPr>
          <p:nvPr/>
        </p:nvPicPr>
        <p:blipFill>
          <a:blip r:embed="rId2"/>
          <a:stretch>
            <a:fillRect/>
          </a:stretch>
        </p:blipFill>
        <p:spPr>
          <a:xfrm>
            <a:off x="1695436" y="4815742"/>
            <a:ext cx="7415698" cy="2180215"/>
          </a:xfrm>
          <a:prstGeom prst="rect">
            <a:avLst/>
          </a:prstGeom>
        </p:spPr>
      </p:pic>
      <p:sp>
        <p:nvSpPr>
          <p:cNvPr id="2" name="文本占位符 1">
            <a:extLst>
              <a:ext uri="{FF2B5EF4-FFF2-40B4-BE49-F238E27FC236}">
                <a16:creationId xmlns:a16="http://schemas.microsoft.com/office/drawing/2014/main" id="{CA0E5CBA-A071-A6B2-A934-A6F0B072A770}"/>
              </a:ext>
            </a:extLst>
          </p:cNvPr>
          <p:cNvSpPr>
            <a:spLocks noGrp="1"/>
          </p:cNvSpPr>
          <p:nvPr>
            <p:ph type="body" sz="quarter" idx="18"/>
          </p:nvPr>
        </p:nvSpPr>
        <p:spPr/>
        <p:txBody>
          <a:bodyPr/>
          <a:lstStyle/>
          <a:p>
            <a:r>
              <a:rPr lang="en-US" altLang="zh-CN"/>
              <a:t>PDO</a:t>
            </a:r>
            <a:r>
              <a:rPr lang="zh-CN" altLang="en-US"/>
              <a:t>连接工具类的方法</a:t>
            </a:r>
          </a:p>
        </p:txBody>
      </p:sp>
      <p:pic>
        <p:nvPicPr>
          <p:cNvPr id="5" name="内容占位符 4">
            <a:extLst>
              <a:ext uri="{FF2B5EF4-FFF2-40B4-BE49-F238E27FC236}">
                <a16:creationId xmlns:a16="http://schemas.microsoft.com/office/drawing/2014/main" id="{9CED3855-4670-EE14-1DA6-F41AB41AE59C}"/>
              </a:ext>
            </a:extLst>
          </p:cNvPr>
          <p:cNvPicPr>
            <a:picLocks noGrp="1" noChangeAspect="1"/>
          </p:cNvPicPr>
          <p:nvPr>
            <p:ph sz="quarter" idx="19"/>
          </p:nvPr>
        </p:nvPicPr>
        <p:blipFill>
          <a:blip r:embed="rId3"/>
          <a:stretch>
            <a:fillRect/>
          </a:stretch>
        </p:blipFill>
        <p:spPr>
          <a:xfrm>
            <a:off x="1655315" y="608079"/>
            <a:ext cx="7495941" cy="4304599"/>
          </a:xfrm>
          <a:prstGeom prst="rect">
            <a:avLst/>
          </a:prstGeom>
        </p:spPr>
      </p:pic>
    </p:spTree>
    <p:extLst>
      <p:ext uri="{BB962C8B-B14F-4D97-AF65-F5344CB8AC3E}">
        <p14:creationId xmlns:p14="http://schemas.microsoft.com/office/powerpoint/2010/main" val="3868740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内容占位符 8">
            <a:extLst>
              <a:ext uri="{FF2B5EF4-FFF2-40B4-BE49-F238E27FC236}">
                <a16:creationId xmlns:a16="http://schemas.microsoft.com/office/drawing/2014/main" id="{7F1FE18B-185F-9F09-A83D-303EB9E439E2}"/>
              </a:ext>
            </a:extLst>
          </p:cNvPr>
          <p:cNvPicPr>
            <a:picLocks noGrp="1" noChangeAspect="1"/>
          </p:cNvPicPr>
          <p:nvPr>
            <p:ph sz="quarter" idx="19"/>
          </p:nvPr>
        </p:nvPicPr>
        <p:blipFill>
          <a:blip r:embed="rId3"/>
          <a:stretch>
            <a:fillRect/>
          </a:stretch>
        </p:blipFill>
        <p:spPr>
          <a:xfrm>
            <a:off x="850256" y="932306"/>
            <a:ext cx="3619598" cy="5761037"/>
          </a:xfrm>
          <a:prstGeom prst="rect">
            <a:avLst/>
          </a:prstGeom>
          <a:ln>
            <a:solidFill>
              <a:schemeClr val="accent1"/>
            </a:solidFill>
          </a:ln>
        </p:spPr>
      </p:pic>
      <p:sp>
        <p:nvSpPr>
          <p:cNvPr id="2" name="文本占位符 1">
            <a:extLst>
              <a:ext uri="{FF2B5EF4-FFF2-40B4-BE49-F238E27FC236}">
                <a16:creationId xmlns:a16="http://schemas.microsoft.com/office/drawing/2014/main" id="{AC7414EE-989F-1333-6C3C-C3DC66990795}"/>
              </a:ext>
            </a:extLst>
          </p:cNvPr>
          <p:cNvSpPr>
            <a:spLocks noGrp="1"/>
          </p:cNvSpPr>
          <p:nvPr>
            <p:ph type="body" sz="quarter" idx="18"/>
          </p:nvPr>
        </p:nvSpPr>
        <p:spPr/>
        <p:txBody>
          <a:bodyPr/>
          <a:lstStyle/>
          <a:p>
            <a:r>
              <a:rPr lang="en-US" altLang="zh-CN"/>
              <a:t>DB</a:t>
            </a:r>
            <a:r>
              <a:rPr lang="zh-CN" altLang="en-US"/>
              <a:t>类的头部声明及属性</a:t>
            </a:r>
          </a:p>
        </p:txBody>
      </p:sp>
      <p:sp>
        <p:nvSpPr>
          <p:cNvPr id="3" name="标注: 线形(带边框和强调线) 2">
            <a:extLst>
              <a:ext uri="{FF2B5EF4-FFF2-40B4-BE49-F238E27FC236}">
                <a16:creationId xmlns:a16="http://schemas.microsoft.com/office/drawing/2014/main" id="{DDADCD08-D321-0CD7-BAFB-7BD44794D53E}"/>
              </a:ext>
            </a:extLst>
          </p:cNvPr>
          <p:cNvSpPr/>
          <p:nvPr/>
        </p:nvSpPr>
        <p:spPr>
          <a:xfrm>
            <a:off x="7672913" y="3303899"/>
            <a:ext cx="3645058" cy="1582993"/>
          </a:xfrm>
          <a:prstGeom prst="accentBorderCallout1">
            <a:avLst>
              <a:gd name="adj1" fmla="val 18750"/>
              <a:gd name="adj2" fmla="val -8333"/>
              <a:gd name="adj3" fmla="val 104619"/>
              <a:gd name="adj4" fmla="val -99755"/>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rPr>
              <a:t>静态属性：存储本类的实例对象</a:t>
            </a:r>
            <a:endParaRPr lang="en-US" altLang="zh-CN" sz="2000">
              <a:solidFill>
                <a:schemeClr val="tx1"/>
              </a:solidFill>
            </a:endParaRPr>
          </a:p>
          <a:p>
            <a:pPr algn="ctr"/>
            <a:r>
              <a:rPr lang="zh-CN" altLang="en-US" sz="2000">
                <a:solidFill>
                  <a:schemeClr val="tx1"/>
                </a:solidFill>
              </a:rPr>
              <a:t>是单例模式的标准写法</a:t>
            </a:r>
            <a:endParaRPr lang="en-US" altLang="zh-CN" sz="2000">
              <a:solidFill>
                <a:schemeClr val="tx1"/>
              </a:solidFill>
            </a:endParaRPr>
          </a:p>
          <a:p>
            <a:pPr algn="ctr"/>
            <a:r>
              <a:rPr lang="zh-CN" altLang="en-US" sz="2000">
                <a:solidFill>
                  <a:schemeClr val="tx1"/>
                </a:solidFill>
              </a:rPr>
              <a:t>在应用程序生存期可</a:t>
            </a:r>
            <a:r>
              <a:rPr lang="zh-CN" altLang="en-US" sz="2000">
                <a:solidFill>
                  <a:schemeClr val="tx1"/>
                </a:solidFill>
                <a:highlight>
                  <a:srgbClr val="FFFF00"/>
                </a:highlight>
              </a:rPr>
              <a:t>共享</a:t>
            </a:r>
            <a:r>
              <a:rPr lang="zh-CN" altLang="en-US" sz="2000">
                <a:solidFill>
                  <a:schemeClr val="tx1"/>
                </a:solidFill>
              </a:rPr>
              <a:t>连接</a:t>
            </a:r>
            <a:endParaRPr lang="zh-CN" altLang="en-US" sz="2800">
              <a:solidFill>
                <a:schemeClr val="tx1"/>
              </a:solidFill>
            </a:endParaRPr>
          </a:p>
        </p:txBody>
      </p:sp>
      <p:sp>
        <p:nvSpPr>
          <p:cNvPr id="6" name="标注: 线形(带边框和强调线) 5">
            <a:extLst>
              <a:ext uri="{FF2B5EF4-FFF2-40B4-BE49-F238E27FC236}">
                <a16:creationId xmlns:a16="http://schemas.microsoft.com/office/drawing/2014/main" id="{4F5E5CD4-1DDB-5521-5556-12D42395DBCC}"/>
              </a:ext>
            </a:extLst>
          </p:cNvPr>
          <p:cNvSpPr/>
          <p:nvPr/>
        </p:nvSpPr>
        <p:spPr>
          <a:xfrm>
            <a:off x="7672913" y="4982317"/>
            <a:ext cx="3645058" cy="1582993"/>
          </a:xfrm>
          <a:prstGeom prst="accentBorderCallout1">
            <a:avLst>
              <a:gd name="adj1" fmla="val 18750"/>
              <a:gd name="adj2" fmla="val -8333"/>
              <a:gd name="adj3" fmla="val 58295"/>
              <a:gd name="adj4" fmla="val -86446"/>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rPr>
              <a:t>属性：存储当前连接上下文（</a:t>
            </a:r>
            <a:r>
              <a:rPr lang="en-US" altLang="zh-CN" sz="2000">
                <a:solidFill>
                  <a:schemeClr val="tx1"/>
                </a:solidFill>
              </a:rPr>
              <a:t>true——</a:t>
            </a:r>
            <a:r>
              <a:rPr lang="zh-CN" altLang="en-US" sz="2000">
                <a:solidFill>
                  <a:schemeClr val="tx1"/>
                </a:solidFill>
              </a:rPr>
              <a:t>事务连接）</a:t>
            </a:r>
            <a:endParaRPr lang="en-US" altLang="zh-CN" sz="2000">
              <a:solidFill>
                <a:schemeClr val="tx1"/>
              </a:solidFill>
            </a:endParaRPr>
          </a:p>
        </p:txBody>
      </p:sp>
    </p:spTree>
    <p:extLst>
      <p:ext uri="{BB962C8B-B14F-4D97-AF65-F5344CB8AC3E}">
        <p14:creationId xmlns:p14="http://schemas.microsoft.com/office/powerpoint/2010/main" val="12679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8AE2998-127D-098B-2EF3-400144EC7EE4}"/>
              </a:ext>
            </a:extLst>
          </p:cNvPr>
          <p:cNvSpPr>
            <a:spLocks noGrp="1"/>
          </p:cNvSpPr>
          <p:nvPr>
            <p:ph type="body" sz="quarter" idx="18"/>
          </p:nvPr>
        </p:nvSpPr>
        <p:spPr/>
        <p:txBody>
          <a:bodyPr/>
          <a:lstStyle/>
          <a:p>
            <a:r>
              <a:rPr lang="zh-CN" altLang="en-US"/>
              <a:t>单例模式的开始</a:t>
            </a:r>
          </a:p>
        </p:txBody>
      </p:sp>
      <p:pic>
        <p:nvPicPr>
          <p:cNvPr id="4" name="内容占位符 4">
            <a:extLst>
              <a:ext uri="{FF2B5EF4-FFF2-40B4-BE49-F238E27FC236}">
                <a16:creationId xmlns:a16="http://schemas.microsoft.com/office/drawing/2014/main" id="{838B401E-3A98-8A77-B6B0-5786B944F9CB}"/>
              </a:ext>
            </a:extLst>
          </p:cNvPr>
          <p:cNvPicPr>
            <a:picLocks noGrp="1" noChangeAspect="1"/>
          </p:cNvPicPr>
          <p:nvPr>
            <p:ph sz="quarter" idx="19"/>
          </p:nvPr>
        </p:nvPicPr>
        <p:blipFill>
          <a:blip r:embed="rId3"/>
          <a:srcRect t="44999"/>
          <a:stretch>
            <a:fillRect/>
          </a:stretch>
        </p:blipFill>
        <p:spPr>
          <a:xfrm>
            <a:off x="938695" y="940136"/>
            <a:ext cx="6290265" cy="3168650"/>
          </a:xfrm>
          <a:prstGeom prst="rect">
            <a:avLst/>
          </a:prstGeom>
          <a:ln>
            <a:solidFill>
              <a:srgbClr val="00B050"/>
            </a:solidFill>
          </a:ln>
        </p:spPr>
      </p:pic>
      <p:sp>
        <p:nvSpPr>
          <p:cNvPr id="5" name="标注: 线形(带边框和强调线) 4">
            <a:extLst>
              <a:ext uri="{FF2B5EF4-FFF2-40B4-BE49-F238E27FC236}">
                <a16:creationId xmlns:a16="http://schemas.microsoft.com/office/drawing/2014/main" id="{DE9EC6E5-F885-3DA2-BF58-432E7F035499}"/>
              </a:ext>
            </a:extLst>
          </p:cNvPr>
          <p:cNvSpPr/>
          <p:nvPr/>
        </p:nvSpPr>
        <p:spPr>
          <a:xfrm>
            <a:off x="8054418" y="730256"/>
            <a:ext cx="3645058" cy="2224891"/>
          </a:xfrm>
          <a:prstGeom prst="accentBorderCallout1">
            <a:avLst>
              <a:gd name="adj1" fmla="val 18750"/>
              <a:gd name="adj2" fmla="val -8333"/>
              <a:gd name="adj3" fmla="val 84589"/>
              <a:gd name="adj4" fmla="val -121090"/>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rPr>
              <a:t>先问内存目前有没有已经创建的实例对象？</a:t>
            </a:r>
            <a:endParaRPr lang="en-US" altLang="zh-CN" sz="2000">
              <a:solidFill>
                <a:schemeClr val="tx1"/>
              </a:solidFill>
            </a:endParaRPr>
          </a:p>
          <a:p>
            <a:pPr algn="ctr"/>
            <a:r>
              <a:rPr lang="zh-CN" altLang="en-US" sz="2000">
                <a:solidFill>
                  <a:schemeClr val="tx1"/>
                </a:solidFill>
              </a:rPr>
              <a:t>没有就创建，有就继续使用</a:t>
            </a:r>
            <a:endParaRPr lang="en-US" altLang="zh-CN" sz="2000">
              <a:solidFill>
                <a:schemeClr val="tx1"/>
              </a:solidFill>
            </a:endParaRPr>
          </a:p>
          <a:p>
            <a:pPr algn="ctr"/>
            <a:r>
              <a:rPr lang="en-US" altLang="zh-CN" sz="2000">
                <a:solidFill>
                  <a:schemeClr val="tx1"/>
                </a:solidFill>
              </a:rPr>
              <a:t>——</a:t>
            </a:r>
            <a:r>
              <a:rPr lang="zh-CN" altLang="en-US" sz="2000">
                <a:solidFill>
                  <a:schemeClr val="tx1"/>
                </a:solidFill>
              </a:rPr>
              <a:t>内存只有一个实例，所以叫单例模式</a:t>
            </a:r>
            <a:endParaRPr lang="en-US" altLang="zh-CN" sz="2000">
              <a:solidFill>
                <a:schemeClr val="tx1"/>
              </a:solidFill>
            </a:endParaRPr>
          </a:p>
          <a:p>
            <a:pPr algn="ctr"/>
            <a:r>
              <a:rPr lang="en-US" altLang="zh-CN" sz="2000">
                <a:solidFill>
                  <a:schemeClr val="tx1"/>
                </a:solidFill>
              </a:rPr>
              <a:t>getInstance</a:t>
            </a:r>
            <a:r>
              <a:rPr lang="zh-CN" altLang="en-US" sz="2000">
                <a:solidFill>
                  <a:schemeClr val="tx1"/>
                </a:solidFill>
              </a:rPr>
              <a:t>必须是</a:t>
            </a:r>
            <a:r>
              <a:rPr lang="en-US" altLang="zh-CN" sz="2000">
                <a:solidFill>
                  <a:schemeClr val="tx1"/>
                </a:solidFill>
              </a:rPr>
              <a:t>static</a:t>
            </a:r>
            <a:endParaRPr lang="zh-CN" altLang="en-US" sz="2800">
              <a:solidFill>
                <a:schemeClr val="tx1"/>
              </a:solidFill>
            </a:endParaRPr>
          </a:p>
        </p:txBody>
      </p:sp>
    </p:spTree>
    <p:extLst>
      <p:ext uri="{BB962C8B-B14F-4D97-AF65-F5344CB8AC3E}">
        <p14:creationId xmlns:p14="http://schemas.microsoft.com/office/powerpoint/2010/main" val="284844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down)">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内容占位符 7">
            <a:extLst>
              <a:ext uri="{FF2B5EF4-FFF2-40B4-BE49-F238E27FC236}">
                <a16:creationId xmlns:a16="http://schemas.microsoft.com/office/drawing/2014/main" id="{C03E5066-65CC-862A-9A6A-B10E7637A4EC}"/>
              </a:ext>
            </a:extLst>
          </p:cNvPr>
          <p:cNvPicPr>
            <a:picLocks noGrp="1" noChangeAspect="1"/>
          </p:cNvPicPr>
          <p:nvPr>
            <p:ph sz="quarter" idx="19"/>
          </p:nvPr>
        </p:nvPicPr>
        <p:blipFill>
          <a:blip r:embed="rId3"/>
          <a:stretch>
            <a:fillRect/>
          </a:stretch>
        </p:blipFill>
        <p:spPr>
          <a:xfrm>
            <a:off x="666494" y="2358809"/>
            <a:ext cx="10076190" cy="3333333"/>
          </a:xfrm>
          <a:prstGeom prst="rect">
            <a:avLst/>
          </a:prstGeom>
          <a:ln>
            <a:solidFill>
              <a:schemeClr val="accent1"/>
            </a:solidFill>
          </a:ln>
        </p:spPr>
      </p:pic>
      <p:sp>
        <p:nvSpPr>
          <p:cNvPr id="2" name="文本占位符 1">
            <a:extLst>
              <a:ext uri="{FF2B5EF4-FFF2-40B4-BE49-F238E27FC236}">
                <a16:creationId xmlns:a16="http://schemas.microsoft.com/office/drawing/2014/main" id="{4D4834F6-FA31-369D-0411-6AA40D53025F}"/>
              </a:ext>
            </a:extLst>
          </p:cNvPr>
          <p:cNvSpPr>
            <a:spLocks noGrp="1"/>
          </p:cNvSpPr>
          <p:nvPr>
            <p:ph type="body" sz="quarter" idx="18"/>
          </p:nvPr>
        </p:nvSpPr>
        <p:spPr/>
        <p:txBody>
          <a:bodyPr/>
          <a:lstStyle/>
          <a:p>
            <a:r>
              <a:rPr lang="zh-CN" altLang="en-US"/>
              <a:t>事务模式的开始</a:t>
            </a:r>
          </a:p>
        </p:txBody>
      </p:sp>
      <p:sp>
        <p:nvSpPr>
          <p:cNvPr id="6" name="标注: 线形(带边框和强调线) 5">
            <a:extLst>
              <a:ext uri="{FF2B5EF4-FFF2-40B4-BE49-F238E27FC236}">
                <a16:creationId xmlns:a16="http://schemas.microsoft.com/office/drawing/2014/main" id="{257E944C-E882-A6DF-E093-24746BDFD44E}"/>
              </a:ext>
            </a:extLst>
          </p:cNvPr>
          <p:cNvSpPr/>
          <p:nvPr/>
        </p:nvSpPr>
        <p:spPr>
          <a:xfrm>
            <a:off x="7666408" y="902496"/>
            <a:ext cx="3645058" cy="1582993"/>
          </a:xfrm>
          <a:prstGeom prst="accentBorderCallout1">
            <a:avLst>
              <a:gd name="adj1" fmla="val 18750"/>
              <a:gd name="adj2" fmla="val -8333"/>
              <a:gd name="adj3" fmla="val 258636"/>
              <a:gd name="adj4" fmla="val -11322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tx1"/>
                </a:solidFill>
              </a:rPr>
              <a:t>直接实例化</a:t>
            </a:r>
            <a:r>
              <a:rPr lang="en-US" altLang="zh-CN" sz="2000">
                <a:solidFill>
                  <a:schemeClr val="tx1"/>
                </a:solidFill>
              </a:rPr>
              <a:t>DB</a:t>
            </a:r>
            <a:r>
              <a:rPr lang="zh-CN" altLang="en-US" sz="2000">
                <a:solidFill>
                  <a:schemeClr val="tx1"/>
                </a:solidFill>
              </a:rPr>
              <a:t>类</a:t>
            </a:r>
            <a:endParaRPr lang="en-US" altLang="zh-CN" sz="2000">
              <a:solidFill>
                <a:schemeClr val="tx1"/>
              </a:solidFill>
            </a:endParaRPr>
          </a:p>
          <a:p>
            <a:pPr algn="ctr"/>
            <a:r>
              <a:rPr lang="zh-CN" altLang="en-US" sz="2000">
                <a:solidFill>
                  <a:schemeClr val="tx1"/>
                </a:solidFill>
              </a:rPr>
              <a:t>每次执行都是一个新的实例</a:t>
            </a:r>
            <a:endParaRPr lang="en-US" altLang="zh-CN" sz="2000">
              <a:solidFill>
                <a:schemeClr val="tx1"/>
              </a:solidFill>
            </a:endParaRPr>
          </a:p>
        </p:txBody>
      </p:sp>
    </p:spTree>
    <p:extLst>
      <p:ext uri="{BB962C8B-B14F-4D97-AF65-F5344CB8AC3E}">
        <p14:creationId xmlns:p14="http://schemas.microsoft.com/office/powerpoint/2010/main" val="480164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内容占位符 10">
            <a:extLst>
              <a:ext uri="{FF2B5EF4-FFF2-40B4-BE49-F238E27FC236}">
                <a16:creationId xmlns:a16="http://schemas.microsoft.com/office/drawing/2014/main" id="{AD39DEF1-7A9E-BED5-1DE1-2E6B755EA2A6}"/>
              </a:ext>
            </a:extLst>
          </p:cNvPr>
          <p:cNvPicPr>
            <a:picLocks noGrp="1" noChangeAspect="1"/>
          </p:cNvPicPr>
          <p:nvPr>
            <p:ph sz="quarter" idx="19"/>
          </p:nvPr>
        </p:nvPicPr>
        <p:blipFill>
          <a:blip r:embed="rId2"/>
          <a:stretch>
            <a:fillRect/>
          </a:stretch>
        </p:blipFill>
        <p:spPr>
          <a:xfrm>
            <a:off x="335078" y="793099"/>
            <a:ext cx="8822078" cy="5761037"/>
          </a:xfrm>
          <a:prstGeom prst="rect">
            <a:avLst/>
          </a:prstGeom>
          <a:ln>
            <a:solidFill>
              <a:schemeClr val="accent1"/>
            </a:solidFill>
          </a:ln>
        </p:spPr>
      </p:pic>
      <p:sp>
        <p:nvSpPr>
          <p:cNvPr id="2" name="文本占位符 1">
            <a:extLst>
              <a:ext uri="{FF2B5EF4-FFF2-40B4-BE49-F238E27FC236}">
                <a16:creationId xmlns:a16="http://schemas.microsoft.com/office/drawing/2014/main" id="{7CE880AF-E647-1DFD-EB93-DA9981C01ACB}"/>
              </a:ext>
            </a:extLst>
          </p:cNvPr>
          <p:cNvSpPr>
            <a:spLocks noGrp="1"/>
          </p:cNvSpPr>
          <p:nvPr>
            <p:ph type="body" sz="quarter" idx="18"/>
          </p:nvPr>
        </p:nvSpPr>
        <p:spPr/>
        <p:txBody>
          <a:bodyPr/>
          <a:lstStyle/>
          <a:p>
            <a:r>
              <a:rPr lang="zh-CN" altLang="en-US"/>
              <a:t>构造方法和</a:t>
            </a:r>
            <a:r>
              <a:rPr lang="en-US" altLang="zh-CN"/>
              <a:t>connect</a:t>
            </a:r>
            <a:r>
              <a:rPr lang="zh-CN" altLang="en-US"/>
              <a:t>方法</a:t>
            </a:r>
          </a:p>
        </p:txBody>
      </p:sp>
      <p:sp>
        <p:nvSpPr>
          <p:cNvPr id="3" name="标注: 线形(带边框和强调线) 2">
            <a:extLst>
              <a:ext uri="{FF2B5EF4-FFF2-40B4-BE49-F238E27FC236}">
                <a16:creationId xmlns:a16="http://schemas.microsoft.com/office/drawing/2014/main" id="{BB181894-36B1-8163-86C3-14D75FE182BF}"/>
              </a:ext>
            </a:extLst>
          </p:cNvPr>
          <p:cNvSpPr/>
          <p:nvPr/>
        </p:nvSpPr>
        <p:spPr>
          <a:xfrm>
            <a:off x="8211864" y="239751"/>
            <a:ext cx="3645058" cy="1582993"/>
          </a:xfrm>
          <a:prstGeom prst="accentBorderCallout1">
            <a:avLst>
              <a:gd name="adj1" fmla="val 18750"/>
              <a:gd name="adj2" fmla="val -8333"/>
              <a:gd name="adj3" fmla="val 147577"/>
              <a:gd name="adj4" fmla="val -138399"/>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bg1"/>
                </a:solidFill>
              </a:rPr>
              <a:t>构造方法是私有的</a:t>
            </a:r>
            <a:endParaRPr lang="en-US" altLang="zh-CN" sz="2000">
              <a:solidFill>
                <a:schemeClr val="bg1"/>
              </a:solidFill>
            </a:endParaRPr>
          </a:p>
          <a:p>
            <a:pPr algn="ctr"/>
            <a:r>
              <a:rPr lang="zh-CN" altLang="en-US" sz="2000">
                <a:solidFill>
                  <a:schemeClr val="bg1"/>
                </a:solidFill>
              </a:rPr>
              <a:t>意味着不能直接</a:t>
            </a:r>
            <a:r>
              <a:rPr lang="en-US" altLang="zh-CN" sz="2000">
                <a:solidFill>
                  <a:schemeClr val="bg1"/>
                </a:solidFill>
              </a:rPr>
              <a:t>new DB</a:t>
            </a:r>
          </a:p>
          <a:p>
            <a:pPr algn="ctr"/>
            <a:r>
              <a:rPr lang="zh-CN" altLang="en-US" sz="2000">
                <a:solidFill>
                  <a:schemeClr val="bg1"/>
                </a:solidFill>
              </a:rPr>
              <a:t>而必须使用单例模式或事务模式实例化对象</a:t>
            </a:r>
            <a:endParaRPr lang="zh-CN" altLang="en-US" sz="2800">
              <a:solidFill>
                <a:schemeClr val="bg1"/>
              </a:solidFill>
            </a:endParaRPr>
          </a:p>
        </p:txBody>
      </p:sp>
      <p:sp>
        <p:nvSpPr>
          <p:cNvPr id="4" name="标注: 线形(带边框和强调线) 3">
            <a:extLst>
              <a:ext uri="{FF2B5EF4-FFF2-40B4-BE49-F238E27FC236}">
                <a16:creationId xmlns:a16="http://schemas.microsoft.com/office/drawing/2014/main" id="{1274CA7F-9EBF-D488-87CA-EF51DB537DF2}"/>
              </a:ext>
            </a:extLst>
          </p:cNvPr>
          <p:cNvSpPr/>
          <p:nvPr/>
        </p:nvSpPr>
        <p:spPr>
          <a:xfrm>
            <a:off x="8211864" y="3080850"/>
            <a:ext cx="3645058" cy="1582993"/>
          </a:xfrm>
          <a:prstGeom prst="accentBorderCallout1">
            <a:avLst>
              <a:gd name="adj1" fmla="val 18750"/>
              <a:gd name="adj2" fmla="val -8333"/>
              <a:gd name="adj3" fmla="val 158455"/>
              <a:gd name="adj4" fmla="val -135662"/>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bg1"/>
                </a:solidFill>
              </a:rPr>
              <a:t>由构造方法调用，</a:t>
            </a:r>
            <a:endParaRPr lang="en-US" altLang="zh-CN" sz="2000">
              <a:solidFill>
                <a:schemeClr val="bg1"/>
              </a:solidFill>
            </a:endParaRPr>
          </a:p>
          <a:p>
            <a:pPr algn="ctr"/>
            <a:r>
              <a:rPr lang="zh-CN" altLang="en-US" sz="2000">
                <a:solidFill>
                  <a:schemeClr val="bg1"/>
                </a:solidFill>
              </a:rPr>
              <a:t>执行</a:t>
            </a:r>
            <a:r>
              <a:rPr lang="en-US" altLang="zh-CN" sz="2000">
                <a:solidFill>
                  <a:schemeClr val="bg1"/>
                </a:solidFill>
              </a:rPr>
              <a:t>PDO</a:t>
            </a:r>
            <a:r>
              <a:rPr lang="zh-CN" altLang="en-US" sz="2000">
                <a:solidFill>
                  <a:schemeClr val="bg1"/>
                </a:solidFill>
              </a:rPr>
              <a:t>连接，</a:t>
            </a:r>
            <a:endParaRPr lang="en-US" altLang="zh-CN" sz="2000">
              <a:solidFill>
                <a:schemeClr val="bg1"/>
              </a:solidFill>
            </a:endParaRPr>
          </a:p>
          <a:p>
            <a:pPr algn="ctr"/>
            <a:r>
              <a:rPr lang="zh-CN" altLang="en-US" sz="2000">
                <a:solidFill>
                  <a:schemeClr val="bg1"/>
                </a:solidFill>
              </a:rPr>
              <a:t>成功后类的</a:t>
            </a:r>
            <a:r>
              <a:rPr lang="en-US" altLang="zh-CN" sz="2000">
                <a:solidFill>
                  <a:schemeClr val="bg1"/>
                </a:solidFill>
              </a:rPr>
              <a:t>$pdo</a:t>
            </a:r>
            <a:r>
              <a:rPr lang="zh-CN" altLang="en-US" sz="2000">
                <a:solidFill>
                  <a:schemeClr val="bg1"/>
                </a:solidFill>
              </a:rPr>
              <a:t>属性即可被赋值为一个</a:t>
            </a:r>
            <a:r>
              <a:rPr lang="en-US" altLang="zh-CN" sz="2000">
                <a:solidFill>
                  <a:schemeClr val="bg1"/>
                </a:solidFill>
              </a:rPr>
              <a:t>PDO</a:t>
            </a:r>
            <a:r>
              <a:rPr lang="zh-CN" altLang="en-US" sz="2000">
                <a:solidFill>
                  <a:schemeClr val="bg1"/>
                </a:solidFill>
              </a:rPr>
              <a:t>类的实例</a:t>
            </a:r>
            <a:endParaRPr lang="zh-CN" altLang="en-US" sz="2800">
              <a:solidFill>
                <a:schemeClr val="bg1"/>
              </a:solidFill>
            </a:endParaRPr>
          </a:p>
        </p:txBody>
      </p:sp>
    </p:spTree>
    <p:extLst>
      <p:ext uri="{BB962C8B-B14F-4D97-AF65-F5344CB8AC3E}">
        <p14:creationId xmlns:p14="http://schemas.microsoft.com/office/powerpoint/2010/main" val="3472427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7F1B300-BA49-0CD0-88D7-74AB90397771}"/>
              </a:ext>
            </a:extLst>
          </p:cNvPr>
          <p:cNvSpPr>
            <a:spLocks noGrp="1"/>
          </p:cNvSpPr>
          <p:nvPr>
            <p:ph type="body" sz="quarter" idx="18"/>
          </p:nvPr>
        </p:nvSpPr>
        <p:spPr/>
        <p:txBody>
          <a:bodyPr/>
          <a:lstStyle/>
          <a:p>
            <a:r>
              <a:rPr lang="en-US" altLang="zh-CN"/>
              <a:t>connect</a:t>
            </a:r>
            <a:r>
              <a:rPr lang="zh-CN" altLang="en-US"/>
              <a:t>方法的执行逻辑（类似于练习</a:t>
            </a:r>
            <a:r>
              <a:rPr lang="en-US" altLang="zh-CN"/>
              <a:t>1</a:t>
            </a:r>
            <a:r>
              <a:rPr lang="zh-CN" altLang="en-US"/>
              <a:t>）</a:t>
            </a:r>
          </a:p>
        </p:txBody>
      </p:sp>
      <p:pic>
        <p:nvPicPr>
          <p:cNvPr id="5" name="内容占位符 4">
            <a:extLst>
              <a:ext uri="{FF2B5EF4-FFF2-40B4-BE49-F238E27FC236}">
                <a16:creationId xmlns:a16="http://schemas.microsoft.com/office/drawing/2014/main" id="{93CA5285-18D8-2405-4A4B-F53A5F950642}"/>
              </a:ext>
            </a:extLst>
          </p:cNvPr>
          <p:cNvPicPr>
            <a:picLocks noGrp="1" noChangeAspect="1"/>
          </p:cNvPicPr>
          <p:nvPr>
            <p:ph sz="quarter" idx="19"/>
          </p:nvPr>
        </p:nvPicPr>
        <p:blipFill>
          <a:blip r:embed="rId2"/>
          <a:stretch>
            <a:fillRect/>
          </a:stretch>
        </p:blipFill>
        <p:spPr>
          <a:xfrm>
            <a:off x="1019888" y="1059988"/>
            <a:ext cx="10019048" cy="5314286"/>
          </a:xfrm>
          <a:prstGeom prst="rect">
            <a:avLst/>
          </a:prstGeom>
        </p:spPr>
      </p:pic>
    </p:spTree>
    <p:extLst>
      <p:ext uri="{BB962C8B-B14F-4D97-AF65-F5344CB8AC3E}">
        <p14:creationId xmlns:p14="http://schemas.microsoft.com/office/powerpoint/2010/main" val="233490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内容占位符 7">
            <a:extLst>
              <a:ext uri="{FF2B5EF4-FFF2-40B4-BE49-F238E27FC236}">
                <a16:creationId xmlns:a16="http://schemas.microsoft.com/office/drawing/2014/main" id="{045FEF60-C5B0-D2BD-7B78-C4ACAB290994}"/>
              </a:ext>
            </a:extLst>
          </p:cNvPr>
          <p:cNvPicPr>
            <a:picLocks noGrp="1" noChangeAspect="1"/>
          </p:cNvPicPr>
          <p:nvPr>
            <p:ph sz="quarter" idx="19"/>
          </p:nvPr>
        </p:nvPicPr>
        <p:blipFill>
          <a:blip r:embed="rId3"/>
          <a:stretch>
            <a:fillRect/>
          </a:stretch>
        </p:blipFill>
        <p:spPr>
          <a:xfrm>
            <a:off x="694676" y="876389"/>
            <a:ext cx="10513892" cy="5761037"/>
          </a:xfrm>
          <a:prstGeom prst="rect">
            <a:avLst/>
          </a:prstGeom>
          <a:ln>
            <a:solidFill>
              <a:schemeClr val="accent1"/>
            </a:solidFill>
          </a:ln>
        </p:spPr>
      </p:pic>
      <p:sp>
        <p:nvSpPr>
          <p:cNvPr id="2" name="文本占位符 1">
            <a:extLst>
              <a:ext uri="{FF2B5EF4-FFF2-40B4-BE49-F238E27FC236}">
                <a16:creationId xmlns:a16="http://schemas.microsoft.com/office/drawing/2014/main" id="{541C1AE7-F8F8-36D6-1107-9E41F1DBA416}"/>
              </a:ext>
            </a:extLst>
          </p:cNvPr>
          <p:cNvSpPr>
            <a:spLocks noGrp="1"/>
          </p:cNvSpPr>
          <p:nvPr>
            <p:ph type="body" sz="quarter" idx="18"/>
          </p:nvPr>
        </p:nvSpPr>
        <p:spPr/>
        <p:txBody>
          <a:bodyPr/>
          <a:lstStyle/>
          <a:p>
            <a:r>
              <a:rPr lang="en-US" altLang="zh-CN"/>
              <a:t>getDbConfig</a:t>
            </a:r>
            <a:r>
              <a:rPr lang="zh-CN" altLang="en-US"/>
              <a:t>和</a:t>
            </a:r>
            <a:r>
              <a:rPr lang="en-US" altLang="zh-CN"/>
              <a:t>getInstance</a:t>
            </a:r>
            <a:endParaRPr lang="zh-CN" altLang="en-US"/>
          </a:p>
        </p:txBody>
      </p:sp>
      <p:sp>
        <p:nvSpPr>
          <p:cNvPr id="3" name="标注: 线形(带边框和强调线) 2">
            <a:extLst>
              <a:ext uri="{FF2B5EF4-FFF2-40B4-BE49-F238E27FC236}">
                <a16:creationId xmlns:a16="http://schemas.microsoft.com/office/drawing/2014/main" id="{AB3A4A09-887A-D8E2-57C0-3170B343FF74}"/>
              </a:ext>
            </a:extLst>
          </p:cNvPr>
          <p:cNvSpPr/>
          <p:nvPr/>
        </p:nvSpPr>
        <p:spPr>
          <a:xfrm>
            <a:off x="8275037" y="0"/>
            <a:ext cx="3645058" cy="1582993"/>
          </a:xfrm>
          <a:prstGeom prst="accentBorderCallout1">
            <a:avLst>
              <a:gd name="adj1" fmla="val 18750"/>
              <a:gd name="adj2" fmla="val -8333"/>
              <a:gd name="adj3" fmla="val 138460"/>
              <a:gd name="adj4" fmla="val -132080"/>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bg1"/>
                </a:solidFill>
              </a:rPr>
              <a:t>由</a:t>
            </a:r>
            <a:r>
              <a:rPr lang="en-US" altLang="zh-CN" sz="2000">
                <a:solidFill>
                  <a:schemeClr val="bg1"/>
                </a:solidFill>
              </a:rPr>
              <a:t>connect</a:t>
            </a:r>
            <a:r>
              <a:rPr lang="zh-CN" altLang="en-US" sz="2000">
                <a:solidFill>
                  <a:schemeClr val="bg1"/>
                </a:solidFill>
              </a:rPr>
              <a:t>方法调用，</a:t>
            </a:r>
            <a:endParaRPr lang="en-US" altLang="zh-CN" sz="2000">
              <a:solidFill>
                <a:schemeClr val="bg1"/>
              </a:solidFill>
            </a:endParaRPr>
          </a:p>
          <a:p>
            <a:pPr algn="ctr"/>
            <a:r>
              <a:rPr lang="zh-CN" altLang="en-US" sz="2000">
                <a:solidFill>
                  <a:schemeClr val="bg1"/>
                </a:solidFill>
              </a:rPr>
              <a:t>从配置文件读取数据库连接参数，帮助</a:t>
            </a:r>
            <a:r>
              <a:rPr lang="en-US" altLang="zh-CN" sz="2000">
                <a:solidFill>
                  <a:schemeClr val="bg1"/>
                </a:solidFill>
              </a:rPr>
              <a:t>connect</a:t>
            </a:r>
            <a:r>
              <a:rPr lang="zh-CN" altLang="en-US" sz="2000">
                <a:solidFill>
                  <a:schemeClr val="bg1"/>
                </a:solidFill>
              </a:rPr>
              <a:t>方法完成数据库连接</a:t>
            </a:r>
            <a:endParaRPr lang="zh-CN" altLang="en-US" sz="2800">
              <a:solidFill>
                <a:schemeClr val="bg1"/>
              </a:solidFill>
            </a:endParaRPr>
          </a:p>
        </p:txBody>
      </p:sp>
    </p:spTree>
    <p:extLst>
      <p:ext uri="{BB962C8B-B14F-4D97-AF65-F5344CB8AC3E}">
        <p14:creationId xmlns:p14="http://schemas.microsoft.com/office/powerpoint/2010/main" val="1897361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E7B9B1D-40C2-1AD8-64B6-E2279EC068B5}"/>
              </a:ext>
            </a:extLst>
          </p:cNvPr>
          <p:cNvSpPr>
            <a:spLocks noGrp="1"/>
          </p:cNvSpPr>
          <p:nvPr>
            <p:ph type="body" sz="quarter" idx="18"/>
          </p:nvPr>
        </p:nvSpPr>
        <p:spPr/>
        <p:txBody>
          <a:bodyPr/>
          <a:lstStyle/>
          <a:p>
            <a:r>
              <a:rPr lang="zh-CN" altLang="en-US"/>
              <a:t>练习</a:t>
            </a:r>
          </a:p>
        </p:txBody>
      </p:sp>
      <p:sp>
        <p:nvSpPr>
          <p:cNvPr id="3" name="内容占位符 2">
            <a:extLst>
              <a:ext uri="{FF2B5EF4-FFF2-40B4-BE49-F238E27FC236}">
                <a16:creationId xmlns:a16="http://schemas.microsoft.com/office/drawing/2014/main" id="{F9EF6A76-45FB-0B7C-8D28-5CAD6181E0F0}"/>
              </a:ext>
            </a:extLst>
          </p:cNvPr>
          <p:cNvSpPr>
            <a:spLocks noGrp="1"/>
          </p:cNvSpPr>
          <p:nvPr>
            <p:ph sz="quarter" idx="19"/>
          </p:nvPr>
        </p:nvSpPr>
        <p:spPr/>
        <p:txBody>
          <a:bodyPr/>
          <a:lstStyle/>
          <a:p>
            <a:r>
              <a:rPr lang="zh-CN" altLang="en-US"/>
              <a:t>完成</a:t>
            </a:r>
            <a:r>
              <a:rPr lang="en-US" altLang="zh-CN"/>
              <a:t>[</a:t>
            </a:r>
            <a:r>
              <a:rPr lang="zh-CN" altLang="en-US"/>
              <a:t>姓名拼音</a:t>
            </a:r>
            <a:r>
              <a:rPr lang="en-US" altLang="zh-CN"/>
              <a:t>]DB</a:t>
            </a:r>
            <a:r>
              <a:rPr lang="zh-CN" altLang="en-US"/>
              <a:t>类的普通连接相关方法搭建；</a:t>
            </a:r>
            <a:endParaRPr lang="en-US" altLang="zh-CN"/>
          </a:p>
          <a:p>
            <a:r>
              <a:rPr lang="zh-CN" altLang="en-US"/>
              <a:t>修改入口文件的脚本，使用工具类完成数据库的连接（通过静态方法</a:t>
            </a:r>
            <a:r>
              <a:rPr lang="en-US" altLang="zh-CN"/>
              <a:t>getInstance</a:t>
            </a:r>
            <a:r>
              <a:rPr lang="zh-CN" altLang="en-US"/>
              <a:t>获取实例）</a:t>
            </a:r>
            <a:endParaRPr lang="en-US" altLang="zh-CN"/>
          </a:p>
          <a:p>
            <a:r>
              <a:rPr lang="zh-CN" altLang="en-US"/>
              <a:t>使用获取到的实例，代替</a:t>
            </a:r>
            <a:r>
              <a:rPr lang="en-US" altLang="zh-CN"/>
              <a:t>$pdo</a:t>
            </a:r>
            <a:r>
              <a:rPr lang="zh-CN" altLang="en-US"/>
              <a:t>，完成老师登录验证的原生方法调用，观察结果，分析不成功的原因。</a:t>
            </a:r>
          </a:p>
        </p:txBody>
      </p:sp>
    </p:spTree>
    <p:extLst>
      <p:ext uri="{BB962C8B-B14F-4D97-AF65-F5344CB8AC3E}">
        <p14:creationId xmlns:p14="http://schemas.microsoft.com/office/powerpoint/2010/main" val="4005297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3978C-575E-8DD3-351B-0BE8E0DD35D8}"/>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F830A1DE-AAB2-9288-0B20-DFB00333CAD2}"/>
              </a:ext>
            </a:extLst>
          </p:cNvPr>
          <p:cNvSpPr>
            <a:spLocks noGrp="1"/>
          </p:cNvSpPr>
          <p:nvPr>
            <p:ph type="body" sz="quarter" idx="18"/>
          </p:nvPr>
        </p:nvSpPr>
        <p:spPr/>
        <p:txBody>
          <a:bodyPr/>
          <a:lstStyle/>
          <a:p>
            <a:r>
              <a:rPr lang="en-US" altLang="zh-CN"/>
              <a:t>PDO</a:t>
            </a:r>
            <a:r>
              <a:rPr lang="zh-CN" altLang="en-US"/>
              <a:t>的原生方法列表</a:t>
            </a:r>
          </a:p>
        </p:txBody>
      </p:sp>
      <p:pic>
        <p:nvPicPr>
          <p:cNvPr id="5" name="内容占位符 4">
            <a:extLst>
              <a:ext uri="{FF2B5EF4-FFF2-40B4-BE49-F238E27FC236}">
                <a16:creationId xmlns:a16="http://schemas.microsoft.com/office/drawing/2014/main" id="{28240F86-A9E6-B941-28C3-687712C3DEB1}"/>
              </a:ext>
            </a:extLst>
          </p:cNvPr>
          <p:cNvPicPr>
            <a:picLocks noGrp="1" noChangeAspect="1"/>
          </p:cNvPicPr>
          <p:nvPr>
            <p:ph sz="quarter" idx="19"/>
          </p:nvPr>
        </p:nvPicPr>
        <p:blipFill>
          <a:blip r:embed="rId2"/>
          <a:stretch>
            <a:fillRect/>
          </a:stretch>
        </p:blipFill>
        <p:spPr>
          <a:xfrm>
            <a:off x="1560033" y="836613"/>
            <a:ext cx="5890583" cy="5761037"/>
          </a:xfrm>
          <a:prstGeom prst="rect">
            <a:avLst/>
          </a:prstGeom>
          <a:ln>
            <a:solidFill>
              <a:schemeClr val="accent1"/>
            </a:solidFill>
          </a:ln>
        </p:spPr>
      </p:pic>
    </p:spTree>
    <p:extLst>
      <p:ext uri="{BB962C8B-B14F-4D97-AF65-F5344CB8AC3E}">
        <p14:creationId xmlns:p14="http://schemas.microsoft.com/office/powerpoint/2010/main" val="2803439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内容占位符 8">
            <a:extLst>
              <a:ext uri="{FF2B5EF4-FFF2-40B4-BE49-F238E27FC236}">
                <a16:creationId xmlns:a16="http://schemas.microsoft.com/office/drawing/2014/main" id="{BD7A8931-B4DC-BEB6-2A04-2EFA5F057A3C}"/>
              </a:ext>
            </a:extLst>
          </p:cNvPr>
          <p:cNvPicPr>
            <a:picLocks noGrp="1" noChangeAspect="1"/>
          </p:cNvPicPr>
          <p:nvPr>
            <p:ph sz="quarter" idx="19"/>
          </p:nvPr>
        </p:nvPicPr>
        <p:blipFill>
          <a:blip r:embed="rId2"/>
          <a:stretch>
            <a:fillRect/>
          </a:stretch>
        </p:blipFill>
        <p:spPr>
          <a:xfrm>
            <a:off x="460180" y="870333"/>
            <a:ext cx="8725290" cy="5761037"/>
          </a:xfrm>
          <a:prstGeom prst="rect">
            <a:avLst/>
          </a:prstGeom>
          <a:ln>
            <a:solidFill>
              <a:schemeClr val="accent1"/>
            </a:solidFill>
          </a:ln>
        </p:spPr>
      </p:pic>
      <p:sp>
        <p:nvSpPr>
          <p:cNvPr id="2" name="文本占位符 1">
            <a:extLst>
              <a:ext uri="{FF2B5EF4-FFF2-40B4-BE49-F238E27FC236}">
                <a16:creationId xmlns:a16="http://schemas.microsoft.com/office/drawing/2014/main" id="{3848529F-E0A3-6999-DCCD-E7997A936AD0}"/>
              </a:ext>
            </a:extLst>
          </p:cNvPr>
          <p:cNvSpPr>
            <a:spLocks noGrp="1"/>
          </p:cNvSpPr>
          <p:nvPr>
            <p:ph type="body" sz="quarter" idx="18"/>
          </p:nvPr>
        </p:nvSpPr>
        <p:spPr/>
        <p:txBody>
          <a:bodyPr/>
          <a:lstStyle/>
          <a:p>
            <a:r>
              <a:rPr lang="zh-CN" altLang="en-US"/>
              <a:t>解决方法：魔术方法</a:t>
            </a:r>
          </a:p>
        </p:txBody>
      </p:sp>
      <p:sp>
        <p:nvSpPr>
          <p:cNvPr id="3" name="标注: 线形(带边框和强调线) 2">
            <a:extLst>
              <a:ext uri="{FF2B5EF4-FFF2-40B4-BE49-F238E27FC236}">
                <a16:creationId xmlns:a16="http://schemas.microsoft.com/office/drawing/2014/main" id="{C68CFD78-E08E-93D3-9B10-960E00421193}"/>
              </a:ext>
            </a:extLst>
          </p:cNvPr>
          <p:cNvSpPr/>
          <p:nvPr/>
        </p:nvSpPr>
        <p:spPr>
          <a:xfrm>
            <a:off x="7932874" y="316985"/>
            <a:ext cx="4035068" cy="1582993"/>
          </a:xfrm>
          <a:prstGeom prst="accentBorderCallout1">
            <a:avLst>
              <a:gd name="adj1" fmla="val 18750"/>
              <a:gd name="adj2" fmla="val -8333"/>
              <a:gd name="adj3" fmla="val 105264"/>
              <a:gd name="adj4" fmla="val -115552"/>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bg1"/>
                </a:solidFill>
              </a:rPr>
              <a:t>“调用转移”</a:t>
            </a:r>
            <a:endParaRPr lang="en-US" altLang="zh-CN" sz="2000">
              <a:solidFill>
                <a:schemeClr val="bg1"/>
              </a:solidFill>
            </a:endParaRPr>
          </a:p>
          <a:p>
            <a:pPr algn="ctr"/>
            <a:r>
              <a:rPr lang="en-US" altLang="zh-CN" sz="2000">
                <a:solidFill>
                  <a:schemeClr val="bg1"/>
                </a:solidFill>
              </a:rPr>
              <a:t>DB</a:t>
            </a:r>
            <a:r>
              <a:rPr lang="zh-CN" altLang="en-US" sz="2000">
                <a:solidFill>
                  <a:schemeClr val="bg1"/>
                </a:solidFill>
              </a:rPr>
              <a:t>类调用</a:t>
            </a:r>
            <a:r>
              <a:rPr lang="en-US" altLang="zh-CN" sz="2000">
                <a:solidFill>
                  <a:schemeClr val="bg1"/>
                </a:solidFill>
              </a:rPr>
              <a:t>PDO</a:t>
            </a:r>
            <a:r>
              <a:rPr lang="zh-CN" altLang="en-US" sz="2000">
                <a:solidFill>
                  <a:schemeClr val="bg1"/>
                </a:solidFill>
              </a:rPr>
              <a:t>类的原生方法时，</a:t>
            </a:r>
            <a:endParaRPr lang="en-US" altLang="zh-CN" sz="2000">
              <a:solidFill>
                <a:schemeClr val="bg1"/>
              </a:solidFill>
            </a:endParaRPr>
          </a:p>
          <a:p>
            <a:pPr algn="ctr"/>
            <a:r>
              <a:rPr lang="zh-CN" altLang="en-US" sz="2000">
                <a:solidFill>
                  <a:schemeClr val="bg1"/>
                </a:solidFill>
              </a:rPr>
              <a:t>通过</a:t>
            </a:r>
            <a:r>
              <a:rPr lang="en-US" altLang="zh-CN" sz="2000">
                <a:solidFill>
                  <a:schemeClr val="bg1"/>
                </a:solidFill>
              </a:rPr>
              <a:t>__call</a:t>
            </a:r>
            <a:r>
              <a:rPr lang="zh-CN" altLang="en-US" sz="2000">
                <a:solidFill>
                  <a:schemeClr val="bg1"/>
                </a:solidFill>
              </a:rPr>
              <a:t>转移给</a:t>
            </a:r>
            <a:r>
              <a:rPr lang="en-US" altLang="zh-CN" sz="2000">
                <a:solidFill>
                  <a:schemeClr val="bg1"/>
                </a:solidFill>
              </a:rPr>
              <a:t>DB</a:t>
            </a:r>
            <a:r>
              <a:rPr lang="zh-CN" altLang="en-US" sz="2000">
                <a:solidFill>
                  <a:schemeClr val="bg1"/>
                </a:solidFill>
              </a:rPr>
              <a:t>类的</a:t>
            </a:r>
            <a:r>
              <a:rPr lang="en-US" altLang="zh-CN" sz="2000">
                <a:solidFill>
                  <a:schemeClr val="bg1"/>
                </a:solidFill>
              </a:rPr>
              <a:t>$pdo</a:t>
            </a:r>
            <a:r>
              <a:rPr lang="zh-CN" altLang="en-US" sz="2000">
                <a:solidFill>
                  <a:schemeClr val="bg1"/>
                </a:solidFill>
              </a:rPr>
              <a:t>来执行</a:t>
            </a:r>
            <a:endParaRPr lang="zh-CN" altLang="en-US" sz="2800">
              <a:solidFill>
                <a:schemeClr val="bg1"/>
              </a:solidFill>
            </a:endParaRPr>
          </a:p>
        </p:txBody>
      </p:sp>
      <p:sp>
        <p:nvSpPr>
          <p:cNvPr id="4" name="标注: 线形(带边框和强调线) 3">
            <a:extLst>
              <a:ext uri="{FF2B5EF4-FFF2-40B4-BE49-F238E27FC236}">
                <a16:creationId xmlns:a16="http://schemas.microsoft.com/office/drawing/2014/main" id="{5384DF72-E1C8-5FB4-3044-4EAF72FD85CB}"/>
              </a:ext>
            </a:extLst>
          </p:cNvPr>
          <p:cNvSpPr/>
          <p:nvPr/>
        </p:nvSpPr>
        <p:spPr>
          <a:xfrm>
            <a:off x="7932874" y="3242863"/>
            <a:ext cx="4035068" cy="1582993"/>
          </a:xfrm>
          <a:prstGeom prst="accentBorderCallout1">
            <a:avLst>
              <a:gd name="adj1" fmla="val 18750"/>
              <a:gd name="adj2" fmla="val -8333"/>
              <a:gd name="adj3" fmla="val 102668"/>
              <a:gd name="adj4" fmla="val -8298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a:solidFill>
                  <a:schemeClr val="bg1"/>
                </a:solidFill>
              </a:rPr>
              <a:t>为了兼容事务连接，禁止调用</a:t>
            </a:r>
            <a:r>
              <a:rPr lang="en-US" altLang="zh-CN" sz="2000">
                <a:solidFill>
                  <a:schemeClr val="bg1"/>
                </a:solidFill>
              </a:rPr>
              <a:t>PDO</a:t>
            </a:r>
            <a:r>
              <a:rPr lang="zh-CN" altLang="en-US" sz="2000">
                <a:solidFill>
                  <a:schemeClr val="bg1"/>
                </a:solidFill>
              </a:rPr>
              <a:t>的静态方法</a:t>
            </a:r>
            <a:endParaRPr lang="zh-CN" altLang="en-US" sz="2800">
              <a:solidFill>
                <a:schemeClr val="bg1"/>
              </a:solidFill>
            </a:endParaRPr>
          </a:p>
        </p:txBody>
      </p:sp>
    </p:spTree>
    <p:extLst>
      <p:ext uri="{BB962C8B-B14F-4D97-AF65-F5344CB8AC3E}">
        <p14:creationId xmlns:p14="http://schemas.microsoft.com/office/powerpoint/2010/main" val="3873224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97C5E45-8504-8FAD-22C7-A641DC0D96E9}"/>
              </a:ext>
            </a:extLst>
          </p:cNvPr>
          <p:cNvSpPr>
            <a:spLocks noGrp="1"/>
          </p:cNvSpPr>
          <p:nvPr>
            <p:ph type="body" sz="quarter" idx="18"/>
          </p:nvPr>
        </p:nvSpPr>
        <p:spPr/>
        <p:txBody>
          <a:bodyPr/>
          <a:lstStyle/>
          <a:p>
            <a:r>
              <a:rPr lang="en-US" altLang="zh-CN"/>
              <a:t>PDO</a:t>
            </a:r>
            <a:r>
              <a:rPr lang="zh-CN" altLang="en-US"/>
              <a:t>的原生方法列表</a:t>
            </a:r>
          </a:p>
        </p:txBody>
      </p:sp>
      <p:pic>
        <p:nvPicPr>
          <p:cNvPr id="5" name="内容占位符 4">
            <a:extLst>
              <a:ext uri="{FF2B5EF4-FFF2-40B4-BE49-F238E27FC236}">
                <a16:creationId xmlns:a16="http://schemas.microsoft.com/office/drawing/2014/main" id="{91686840-FEFC-FBA8-7281-4E5605E83454}"/>
              </a:ext>
            </a:extLst>
          </p:cNvPr>
          <p:cNvPicPr>
            <a:picLocks noGrp="1" noChangeAspect="1"/>
          </p:cNvPicPr>
          <p:nvPr>
            <p:ph sz="quarter" idx="19"/>
          </p:nvPr>
        </p:nvPicPr>
        <p:blipFill>
          <a:blip r:embed="rId2"/>
          <a:stretch>
            <a:fillRect/>
          </a:stretch>
        </p:blipFill>
        <p:spPr>
          <a:xfrm>
            <a:off x="1560033" y="836613"/>
            <a:ext cx="5890583" cy="5761037"/>
          </a:xfrm>
          <a:prstGeom prst="rect">
            <a:avLst/>
          </a:prstGeom>
          <a:ln>
            <a:solidFill>
              <a:schemeClr val="accent1"/>
            </a:solidFill>
          </a:ln>
        </p:spPr>
      </p:pic>
      <p:sp>
        <p:nvSpPr>
          <p:cNvPr id="6" name="标注: 线形(带边框和强调线) 5">
            <a:extLst>
              <a:ext uri="{FF2B5EF4-FFF2-40B4-BE49-F238E27FC236}">
                <a16:creationId xmlns:a16="http://schemas.microsoft.com/office/drawing/2014/main" id="{D6F07BAA-BAA6-0CD8-4D5F-7AB829DE17D1}"/>
              </a:ext>
            </a:extLst>
          </p:cNvPr>
          <p:cNvSpPr/>
          <p:nvPr/>
        </p:nvSpPr>
        <p:spPr>
          <a:xfrm>
            <a:off x="8091624" y="1058463"/>
            <a:ext cx="4035068" cy="1582993"/>
          </a:xfrm>
          <a:prstGeom prst="accentBorderCallout1">
            <a:avLst>
              <a:gd name="adj1" fmla="val 18750"/>
              <a:gd name="adj2" fmla="val -8333"/>
              <a:gd name="adj3" fmla="val 102668"/>
              <a:gd name="adj4" fmla="val -82984"/>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a:solidFill>
                  <a:schemeClr val="bg1"/>
                </a:solidFill>
              </a:rPr>
              <a:t>仅</a:t>
            </a:r>
            <a:r>
              <a:rPr lang="en-US" altLang="zh-CN" sz="2800">
                <a:solidFill>
                  <a:schemeClr val="bg1"/>
                </a:solidFill>
              </a:rPr>
              <a:t>2</a:t>
            </a:r>
            <a:r>
              <a:rPr lang="zh-CN" altLang="en-US" sz="2800">
                <a:solidFill>
                  <a:schemeClr val="bg1"/>
                </a:solidFill>
              </a:rPr>
              <a:t>个静态方法，禁用不影响使用</a:t>
            </a:r>
          </a:p>
        </p:txBody>
      </p:sp>
    </p:spTree>
    <p:extLst>
      <p:ext uri="{BB962C8B-B14F-4D97-AF65-F5344CB8AC3E}">
        <p14:creationId xmlns:p14="http://schemas.microsoft.com/office/powerpoint/2010/main" val="2095054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circle(in)">
                                      <p:cBhvr>
                                        <p:cTn id="14"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E88D500-915B-B662-746A-93895F0AC8AF}"/>
              </a:ext>
            </a:extLst>
          </p:cNvPr>
          <p:cNvSpPr>
            <a:spLocks noGrp="1"/>
          </p:cNvSpPr>
          <p:nvPr>
            <p:ph type="body" sz="quarter" idx="18"/>
          </p:nvPr>
        </p:nvSpPr>
        <p:spPr/>
        <p:txBody>
          <a:bodyPr/>
          <a:lstStyle/>
          <a:p>
            <a:r>
              <a:rPr lang="zh-CN" altLang="en-US"/>
              <a:t>事务类相关方法</a:t>
            </a:r>
            <a:r>
              <a:rPr lang="en-US" altLang="zh-CN"/>
              <a:t>1</a:t>
            </a:r>
            <a:endParaRPr lang="zh-CN" altLang="en-US"/>
          </a:p>
        </p:txBody>
      </p:sp>
      <p:pic>
        <p:nvPicPr>
          <p:cNvPr id="7" name="内容占位符 6">
            <a:extLst>
              <a:ext uri="{FF2B5EF4-FFF2-40B4-BE49-F238E27FC236}">
                <a16:creationId xmlns:a16="http://schemas.microsoft.com/office/drawing/2014/main" id="{507D5E5A-FA31-2009-7D40-F81C591427F7}"/>
              </a:ext>
            </a:extLst>
          </p:cNvPr>
          <p:cNvPicPr>
            <a:picLocks noGrp="1" noChangeAspect="1"/>
          </p:cNvPicPr>
          <p:nvPr>
            <p:ph sz="quarter" idx="19"/>
          </p:nvPr>
        </p:nvPicPr>
        <p:blipFill>
          <a:blip r:embed="rId2"/>
          <a:stretch>
            <a:fillRect/>
          </a:stretch>
        </p:blipFill>
        <p:spPr>
          <a:xfrm>
            <a:off x="2333228" y="836613"/>
            <a:ext cx="7525543" cy="5761037"/>
          </a:xfrm>
          <a:prstGeom prst="rect">
            <a:avLst/>
          </a:prstGeom>
          <a:ln>
            <a:solidFill>
              <a:schemeClr val="accent1"/>
            </a:solidFill>
          </a:ln>
        </p:spPr>
      </p:pic>
    </p:spTree>
    <p:extLst>
      <p:ext uri="{BB962C8B-B14F-4D97-AF65-F5344CB8AC3E}">
        <p14:creationId xmlns:p14="http://schemas.microsoft.com/office/powerpoint/2010/main" val="2803908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5BD6ABC-E68F-E0C4-B152-CAD6C15FC401}"/>
              </a:ext>
            </a:extLst>
          </p:cNvPr>
          <p:cNvSpPr>
            <a:spLocks noGrp="1"/>
          </p:cNvSpPr>
          <p:nvPr>
            <p:ph type="body" sz="quarter" idx="18"/>
          </p:nvPr>
        </p:nvSpPr>
        <p:spPr/>
        <p:txBody>
          <a:bodyPr/>
          <a:lstStyle/>
          <a:p>
            <a:r>
              <a:rPr lang="zh-CN" altLang="en-US"/>
              <a:t>事务类相关方法</a:t>
            </a:r>
            <a:r>
              <a:rPr lang="en-US" altLang="zh-CN"/>
              <a:t>2</a:t>
            </a:r>
            <a:endParaRPr lang="zh-CN" altLang="en-US"/>
          </a:p>
        </p:txBody>
      </p:sp>
      <p:pic>
        <p:nvPicPr>
          <p:cNvPr id="7" name="内容占位符 6">
            <a:extLst>
              <a:ext uri="{FF2B5EF4-FFF2-40B4-BE49-F238E27FC236}">
                <a16:creationId xmlns:a16="http://schemas.microsoft.com/office/drawing/2014/main" id="{14894293-7B96-EED8-02D4-FCA5BE013056}"/>
              </a:ext>
            </a:extLst>
          </p:cNvPr>
          <p:cNvPicPr>
            <a:picLocks noGrp="1" noChangeAspect="1"/>
          </p:cNvPicPr>
          <p:nvPr>
            <p:ph sz="quarter" idx="19"/>
          </p:nvPr>
        </p:nvPicPr>
        <p:blipFill>
          <a:blip r:embed="rId2"/>
          <a:stretch>
            <a:fillRect/>
          </a:stretch>
        </p:blipFill>
        <p:spPr>
          <a:xfrm>
            <a:off x="2583319" y="836613"/>
            <a:ext cx="7082511" cy="5761037"/>
          </a:xfrm>
          <a:prstGeom prst="rect">
            <a:avLst/>
          </a:prstGeom>
          <a:ln>
            <a:solidFill>
              <a:schemeClr val="accent1"/>
            </a:solidFill>
          </a:ln>
        </p:spPr>
      </p:pic>
    </p:spTree>
    <p:extLst>
      <p:ext uri="{BB962C8B-B14F-4D97-AF65-F5344CB8AC3E}">
        <p14:creationId xmlns:p14="http://schemas.microsoft.com/office/powerpoint/2010/main" val="22322895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99CE4BA3-8B36-897D-3E71-CC325513C58C}"/>
              </a:ext>
            </a:extLst>
          </p:cNvPr>
          <p:cNvSpPr>
            <a:spLocks noGrp="1"/>
          </p:cNvSpPr>
          <p:nvPr>
            <p:ph type="body" sz="quarter" idx="18"/>
          </p:nvPr>
        </p:nvSpPr>
        <p:spPr/>
        <p:txBody>
          <a:bodyPr/>
          <a:lstStyle/>
          <a:p>
            <a:r>
              <a:rPr lang="zh-CN" altLang="en-US"/>
              <a:t>事务类相关方法</a:t>
            </a:r>
            <a:r>
              <a:rPr lang="en-US" altLang="zh-CN"/>
              <a:t>3</a:t>
            </a:r>
            <a:endParaRPr lang="zh-CN" altLang="en-US"/>
          </a:p>
        </p:txBody>
      </p:sp>
      <p:pic>
        <p:nvPicPr>
          <p:cNvPr id="5" name="内容占位符 4">
            <a:extLst>
              <a:ext uri="{FF2B5EF4-FFF2-40B4-BE49-F238E27FC236}">
                <a16:creationId xmlns:a16="http://schemas.microsoft.com/office/drawing/2014/main" id="{96F35164-ED88-CC1D-CF7C-FDA82A692746}"/>
              </a:ext>
            </a:extLst>
          </p:cNvPr>
          <p:cNvPicPr>
            <a:picLocks noGrp="1" noChangeAspect="1"/>
          </p:cNvPicPr>
          <p:nvPr>
            <p:ph sz="quarter" idx="19"/>
          </p:nvPr>
        </p:nvPicPr>
        <p:blipFill>
          <a:blip r:embed="rId2"/>
          <a:stretch>
            <a:fillRect/>
          </a:stretch>
        </p:blipFill>
        <p:spPr>
          <a:xfrm>
            <a:off x="2555725" y="836613"/>
            <a:ext cx="7137700" cy="5761037"/>
          </a:xfrm>
          <a:prstGeom prst="rect">
            <a:avLst/>
          </a:prstGeom>
          <a:ln>
            <a:solidFill>
              <a:schemeClr val="accent1"/>
            </a:solidFill>
          </a:ln>
        </p:spPr>
      </p:pic>
    </p:spTree>
    <p:extLst>
      <p:ext uri="{BB962C8B-B14F-4D97-AF65-F5344CB8AC3E}">
        <p14:creationId xmlns:p14="http://schemas.microsoft.com/office/powerpoint/2010/main" val="1593055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AE40B77-6E2C-1441-5956-2FE8F8AED4DC}"/>
              </a:ext>
            </a:extLst>
          </p:cNvPr>
          <p:cNvSpPr>
            <a:spLocks noGrp="1"/>
          </p:cNvSpPr>
          <p:nvPr>
            <p:ph type="body" sz="quarter" idx="18"/>
          </p:nvPr>
        </p:nvSpPr>
        <p:spPr>
          <a:xfrm>
            <a:off x="916844" y="0"/>
            <a:ext cx="10358312" cy="553348"/>
          </a:xfrm>
        </p:spPr>
        <p:txBody>
          <a:bodyPr/>
          <a:lstStyle/>
          <a:p>
            <a:r>
              <a:rPr lang="zh-CN" altLang="en-US"/>
              <a:t>作业一</a:t>
            </a:r>
          </a:p>
        </p:txBody>
      </p:sp>
      <p:pic>
        <p:nvPicPr>
          <p:cNvPr id="11" name="内容占位符 10">
            <a:extLst>
              <a:ext uri="{FF2B5EF4-FFF2-40B4-BE49-F238E27FC236}">
                <a16:creationId xmlns:a16="http://schemas.microsoft.com/office/drawing/2014/main" id="{9EB1D4C3-BD94-C8DF-F47F-545ECBC06A4C}"/>
              </a:ext>
            </a:extLst>
          </p:cNvPr>
          <p:cNvPicPr>
            <a:picLocks noGrp="1" noChangeAspect="1"/>
          </p:cNvPicPr>
          <p:nvPr>
            <p:ph sz="quarter" idx="19"/>
          </p:nvPr>
        </p:nvPicPr>
        <p:blipFill>
          <a:blip r:embed="rId2"/>
          <a:stretch>
            <a:fillRect/>
          </a:stretch>
        </p:blipFill>
        <p:spPr>
          <a:xfrm>
            <a:off x="508151" y="826885"/>
            <a:ext cx="6719213" cy="5761037"/>
          </a:xfrm>
          <a:prstGeom prst="rect">
            <a:avLst/>
          </a:prstGeom>
        </p:spPr>
      </p:pic>
      <p:sp>
        <p:nvSpPr>
          <p:cNvPr id="12" name="标注: 线形 11">
            <a:extLst>
              <a:ext uri="{FF2B5EF4-FFF2-40B4-BE49-F238E27FC236}">
                <a16:creationId xmlns:a16="http://schemas.microsoft.com/office/drawing/2014/main" id="{EFD00AF5-759A-40CA-EFE6-4B3C8F46E4AE}"/>
              </a:ext>
            </a:extLst>
          </p:cNvPr>
          <p:cNvSpPr/>
          <p:nvPr/>
        </p:nvSpPr>
        <p:spPr>
          <a:xfrm>
            <a:off x="8025319" y="904672"/>
            <a:ext cx="3112851" cy="1517515"/>
          </a:xfrm>
          <a:prstGeom prst="borderCallout1">
            <a:avLst>
              <a:gd name="adj1" fmla="val 18750"/>
              <a:gd name="adj2" fmla="val -8333"/>
              <a:gd name="adj3" fmla="val 75321"/>
              <a:gd name="adj4" fmla="val -52708"/>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zh-CN" sz="2400">
                <a:solidFill>
                  <a:schemeClr val="tx1"/>
                </a:solidFill>
              </a:rPr>
              <a:t>DB</a:t>
            </a:r>
            <a:r>
              <a:rPr lang="zh-CN" altLang="en-US" sz="2400">
                <a:solidFill>
                  <a:schemeClr val="tx1"/>
                </a:solidFill>
              </a:rPr>
              <a:t>类的命名</a:t>
            </a:r>
            <a:br>
              <a:rPr lang="en-US" altLang="zh-CN" sz="2400">
                <a:solidFill>
                  <a:schemeClr val="tx1"/>
                </a:solidFill>
              </a:rPr>
            </a:br>
            <a:r>
              <a:rPr lang="zh-CN" altLang="en-US" sz="2400">
                <a:solidFill>
                  <a:schemeClr val="tx1"/>
                </a:solidFill>
              </a:rPr>
              <a:t>姓名拼音</a:t>
            </a:r>
            <a:r>
              <a:rPr lang="en-US" altLang="zh-CN" sz="2400">
                <a:solidFill>
                  <a:schemeClr val="tx1"/>
                </a:solidFill>
              </a:rPr>
              <a:t>DB</a:t>
            </a:r>
            <a:r>
              <a:rPr lang="zh-CN" altLang="en-US" sz="2400">
                <a:solidFill>
                  <a:schemeClr val="tx1"/>
                </a:solidFill>
              </a:rPr>
              <a:t>，如</a:t>
            </a:r>
            <a:br>
              <a:rPr lang="en-US" altLang="zh-CN" sz="2400">
                <a:solidFill>
                  <a:schemeClr val="tx1"/>
                </a:solidFill>
              </a:rPr>
            </a:br>
            <a:r>
              <a:rPr lang="en-US" altLang="zh-CN" sz="2400">
                <a:solidFill>
                  <a:schemeClr val="tx1"/>
                </a:solidFill>
              </a:rPr>
              <a:t>ZhangsDB</a:t>
            </a:r>
            <a:endParaRPr lang="zh-CN" altLang="en-US" sz="2400">
              <a:solidFill>
                <a:schemeClr val="tx1"/>
              </a:solidFill>
            </a:endParaRPr>
          </a:p>
        </p:txBody>
      </p:sp>
    </p:spTree>
    <p:extLst>
      <p:ext uri="{BB962C8B-B14F-4D97-AF65-F5344CB8AC3E}">
        <p14:creationId xmlns:p14="http://schemas.microsoft.com/office/powerpoint/2010/main" val="1144600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37144C62-A52B-3CA5-1B53-E8B12ABDDA0A}"/>
              </a:ext>
            </a:extLst>
          </p:cNvPr>
          <p:cNvSpPr>
            <a:spLocks noGrp="1"/>
          </p:cNvSpPr>
          <p:nvPr>
            <p:ph type="body" sz="quarter" idx="18"/>
          </p:nvPr>
        </p:nvSpPr>
        <p:spPr/>
        <p:txBody>
          <a:bodyPr/>
          <a:lstStyle/>
          <a:p>
            <a:r>
              <a:rPr lang="zh-CN" altLang="en-US"/>
              <a:t>作业二</a:t>
            </a:r>
          </a:p>
        </p:txBody>
      </p:sp>
      <p:pic>
        <p:nvPicPr>
          <p:cNvPr id="6" name="内容占位符 5">
            <a:extLst>
              <a:ext uri="{FF2B5EF4-FFF2-40B4-BE49-F238E27FC236}">
                <a16:creationId xmlns:a16="http://schemas.microsoft.com/office/drawing/2014/main" id="{8F70E409-85E2-0948-A56F-07F3DCEFE45E}"/>
              </a:ext>
            </a:extLst>
          </p:cNvPr>
          <p:cNvPicPr>
            <a:picLocks noGrp="1" noChangeAspect="1"/>
          </p:cNvPicPr>
          <p:nvPr>
            <p:ph sz="quarter" idx="19"/>
          </p:nvPr>
        </p:nvPicPr>
        <p:blipFill>
          <a:blip r:embed="rId2"/>
          <a:stretch>
            <a:fillRect/>
          </a:stretch>
        </p:blipFill>
        <p:spPr>
          <a:xfrm>
            <a:off x="610364" y="1128433"/>
            <a:ext cx="10838095" cy="4438095"/>
          </a:xfrm>
          <a:prstGeom prst="rect">
            <a:avLst/>
          </a:prstGeom>
        </p:spPr>
      </p:pic>
    </p:spTree>
    <p:extLst>
      <p:ext uri="{BB962C8B-B14F-4D97-AF65-F5344CB8AC3E}">
        <p14:creationId xmlns:p14="http://schemas.microsoft.com/office/powerpoint/2010/main" val="22949878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77D34A3-9AA0-B6EF-9285-C9EC9AB0CA56}"/>
              </a:ext>
            </a:extLst>
          </p:cNvPr>
          <p:cNvSpPr>
            <a:spLocks noGrp="1"/>
          </p:cNvSpPr>
          <p:nvPr>
            <p:ph type="body" sz="quarter" idx="18"/>
          </p:nvPr>
        </p:nvSpPr>
        <p:spPr/>
        <p:txBody>
          <a:bodyPr/>
          <a:lstStyle/>
          <a:p>
            <a:r>
              <a:rPr lang="zh-CN" altLang="en-US"/>
              <a:t>作业二课程信息获取结果</a:t>
            </a:r>
          </a:p>
        </p:txBody>
      </p:sp>
      <p:pic>
        <p:nvPicPr>
          <p:cNvPr id="5" name="内容占位符 4">
            <a:extLst>
              <a:ext uri="{FF2B5EF4-FFF2-40B4-BE49-F238E27FC236}">
                <a16:creationId xmlns:a16="http://schemas.microsoft.com/office/drawing/2014/main" id="{8B1EE13A-2D5A-9974-7D66-045880A57391}"/>
              </a:ext>
            </a:extLst>
          </p:cNvPr>
          <p:cNvPicPr>
            <a:picLocks noGrp="1" noChangeAspect="1"/>
          </p:cNvPicPr>
          <p:nvPr>
            <p:ph sz="quarter" idx="19"/>
          </p:nvPr>
        </p:nvPicPr>
        <p:blipFill>
          <a:blip r:embed="rId2"/>
          <a:srcRect r="20533"/>
          <a:stretch>
            <a:fillRect/>
          </a:stretch>
        </p:blipFill>
        <p:spPr>
          <a:xfrm>
            <a:off x="1900844" y="960582"/>
            <a:ext cx="3177004" cy="5796551"/>
          </a:xfrm>
          <a:prstGeom prst="rect">
            <a:avLst/>
          </a:prstGeom>
          <a:ln>
            <a:solidFill>
              <a:srgbClr val="00B050"/>
            </a:solidFill>
          </a:ln>
        </p:spPr>
      </p:pic>
      <p:pic>
        <p:nvPicPr>
          <p:cNvPr id="7" name="图片 6">
            <a:extLst>
              <a:ext uri="{FF2B5EF4-FFF2-40B4-BE49-F238E27FC236}">
                <a16:creationId xmlns:a16="http://schemas.microsoft.com/office/drawing/2014/main" id="{833B6D06-1F42-20F0-BEB8-6D468DD6BD7C}"/>
              </a:ext>
            </a:extLst>
          </p:cNvPr>
          <p:cNvPicPr>
            <a:picLocks noChangeAspect="1"/>
          </p:cNvPicPr>
          <p:nvPr/>
        </p:nvPicPr>
        <p:blipFill>
          <a:blip r:embed="rId3"/>
          <a:stretch>
            <a:fillRect/>
          </a:stretch>
        </p:blipFill>
        <p:spPr>
          <a:xfrm>
            <a:off x="5835288" y="960582"/>
            <a:ext cx="3318439" cy="5796551"/>
          </a:xfrm>
          <a:prstGeom prst="rect">
            <a:avLst/>
          </a:prstGeom>
          <a:ln>
            <a:solidFill>
              <a:srgbClr val="00B050"/>
            </a:solidFill>
          </a:ln>
        </p:spPr>
      </p:pic>
    </p:spTree>
    <p:extLst>
      <p:ext uri="{BB962C8B-B14F-4D97-AF65-F5344CB8AC3E}">
        <p14:creationId xmlns:p14="http://schemas.microsoft.com/office/powerpoint/2010/main" val="8401822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7F4DD1C-3F21-1A9C-BAF3-5D84F4761CD0}"/>
              </a:ext>
            </a:extLst>
          </p:cNvPr>
          <p:cNvSpPr>
            <a:spLocks noGrp="1"/>
          </p:cNvSpPr>
          <p:nvPr>
            <p:ph type="body" sz="quarter" idx="18"/>
          </p:nvPr>
        </p:nvSpPr>
        <p:spPr/>
        <p:txBody>
          <a:bodyPr/>
          <a:lstStyle/>
          <a:p>
            <a:r>
              <a:rPr lang="zh-CN" altLang="en-US"/>
              <a:t>作业二</a:t>
            </a:r>
            <a:r>
              <a:rPr lang="zh-CN" altLang="zh-CN"/>
              <a:t>老师登录验证的结果</a:t>
            </a:r>
            <a:endParaRPr lang="zh-CN" altLang="en-US"/>
          </a:p>
        </p:txBody>
      </p:sp>
      <p:pic>
        <p:nvPicPr>
          <p:cNvPr id="10" name="内容占位符 9">
            <a:extLst>
              <a:ext uri="{FF2B5EF4-FFF2-40B4-BE49-F238E27FC236}">
                <a16:creationId xmlns:a16="http://schemas.microsoft.com/office/drawing/2014/main" id="{86BF868D-B407-CBA0-81B3-49288DC7CA20}"/>
              </a:ext>
            </a:extLst>
          </p:cNvPr>
          <p:cNvPicPr>
            <a:picLocks noGrp="1" noChangeAspect="1"/>
          </p:cNvPicPr>
          <p:nvPr>
            <p:ph sz="quarter" idx="19"/>
          </p:nvPr>
        </p:nvPicPr>
        <p:blipFill>
          <a:blip r:embed="rId2"/>
          <a:stretch>
            <a:fillRect/>
          </a:stretch>
        </p:blipFill>
        <p:spPr>
          <a:xfrm>
            <a:off x="6342581" y="924161"/>
            <a:ext cx="5186575" cy="5761037"/>
          </a:xfrm>
          <a:prstGeom prst="rect">
            <a:avLst/>
          </a:prstGeom>
          <a:ln>
            <a:solidFill>
              <a:srgbClr val="00B050"/>
            </a:solidFill>
          </a:ln>
        </p:spPr>
      </p:pic>
      <p:pic>
        <p:nvPicPr>
          <p:cNvPr id="8" name="内容占位符 4">
            <a:extLst>
              <a:ext uri="{FF2B5EF4-FFF2-40B4-BE49-F238E27FC236}">
                <a16:creationId xmlns:a16="http://schemas.microsoft.com/office/drawing/2014/main" id="{B5411EEE-E765-5992-428F-DDD43C210E1E}"/>
              </a:ext>
            </a:extLst>
          </p:cNvPr>
          <p:cNvPicPr>
            <a:picLocks noChangeAspect="1"/>
          </p:cNvPicPr>
          <p:nvPr/>
        </p:nvPicPr>
        <p:blipFill>
          <a:blip r:embed="rId3"/>
          <a:stretch>
            <a:fillRect/>
          </a:stretch>
        </p:blipFill>
        <p:spPr>
          <a:xfrm>
            <a:off x="147469" y="924161"/>
            <a:ext cx="5771429" cy="5638095"/>
          </a:xfrm>
          <a:prstGeom prst="rect">
            <a:avLst/>
          </a:prstGeom>
          <a:ln>
            <a:solidFill>
              <a:srgbClr val="00B050"/>
            </a:solidFill>
          </a:ln>
        </p:spPr>
      </p:pic>
    </p:spTree>
    <p:extLst>
      <p:ext uri="{BB962C8B-B14F-4D97-AF65-F5344CB8AC3E}">
        <p14:creationId xmlns:p14="http://schemas.microsoft.com/office/powerpoint/2010/main" val="6668240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作业一</a:t>
            </a:r>
            <a:r>
              <a:rPr lang="en-US" altLang="zh-CN"/>
              <a:t>~</a:t>
            </a:r>
            <a:r>
              <a:rPr lang="zh-CN" altLang="en-US"/>
              <a:t>六的提交要求（第八次课）</a:t>
            </a:r>
          </a:p>
        </p:txBody>
      </p:sp>
      <p:grpSp>
        <p:nvGrpSpPr>
          <p:cNvPr id="5" name="组合 4"/>
          <p:cNvGrpSpPr/>
          <p:nvPr/>
        </p:nvGrpSpPr>
        <p:grpSpPr>
          <a:xfrm>
            <a:off x="817563" y="1710901"/>
            <a:ext cx="10871200" cy="5092380"/>
            <a:chOff x="817563" y="1710901"/>
            <a:chExt cx="10871200" cy="5092380"/>
          </a:xfrm>
        </p:grpSpPr>
        <p:sp>
          <p:nvSpPr>
            <p:cNvPr id="6" name="任意多边形 5"/>
            <p:cNvSpPr/>
            <p:nvPr/>
          </p:nvSpPr>
          <p:spPr>
            <a:xfrm>
              <a:off x="817563" y="1991341"/>
              <a:ext cx="10871200" cy="3112200"/>
            </a:xfrm>
            <a:custGeom>
              <a:avLst/>
              <a:gdLst>
                <a:gd name="connsiteX0" fmla="*/ 0 w 10871200"/>
                <a:gd name="connsiteY0" fmla="*/ 0 h 3112200"/>
                <a:gd name="connsiteX1" fmla="*/ 10871200 w 10871200"/>
                <a:gd name="connsiteY1" fmla="*/ 0 h 3112200"/>
                <a:gd name="connsiteX2" fmla="*/ 10871200 w 10871200"/>
                <a:gd name="connsiteY2" fmla="*/ 3112200 h 3112200"/>
                <a:gd name="connsiteX3" fmla="*/ 0 w 10871200"/>
                <a:gd name="connsiteY3" fmla="*/ 3112200 h 3112200"/>
                <a:gd name="connsiteX4" fmla="*/ 0 w 10871200"/>
                <a:gd name="connsiteY4" fmla="*/ 0 h 311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1200" h="3112200">
                  <a:moveTo>
                    <a:pt x="0" y="0"/>
                  </a:moveTo>
                  <a:lnTo>
                    <a:pt x="10871200" y="0"/>
                  </a:lnTo>
                  <a:lnTo>
                    <a:pt x="10871200" y="3112200"/>
                  </a:lnTo>
                  <a:lnTo>
                    <a:pt x="0" y="3112200"/>
                  </a:lnTo>
                  <a:lnTo>
                    <a:pt x="0" y="0"/>
                  </a:lnTo>
                  <a:close/>
                </a:path>
              </a:pathLst>
            </a:cu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3726" tIns="395732" rIns="843726" bIns="85344" numCol="1" spcCol="1270" anchor="t" anchorCtr="0">
              <a:noAutofit/>
            </a:bodyPr>
            <a:lstStyle/>
            <a:p>
              <a:pPr marL="228600" lvl="1" indent="-228600" defTabSz="533400">
                <a:lnSpc>
                  <a:spcPts val="2300"/>
                </a:lnSpc>
                <a:spcBef>
                  <a:spcPct val="0"/>
                </a:spcBef>
                <a:spcAft>
                  <a:spcPct val="15000"/>
                </a:spcAft>
                <a:buFont typeface="+mj-ea"/>
                <a:buAutoNum type="circleNumDbPlain"/>
              </a:pPr>
              <a:r>
                <a:rPr lang="zh-CN" altLang="en-US" sz="1600"/>
                <a:t>作业一</a:t>
              </a:r>
              <a:r>
                <a:rPr lang="en-US" altLang="zh-CN" sz="1600"/>
                <a:t> </a:t>
              </a:r>
              <a:r>
                <a:rPr lang="zh-CN" altLang="en-US" sz="1600"/>
                <a:t>表</a:t>
              </a:r>
              <a:r>
                <a:rPr lang="en-US" altLang="zh-CN" sz="1600"/>
                <a:t>8-11</a:t>
              </a:r>
              <a:r>
                <a:rPr lang="zh-CN" altLang="en-US" sz="1600"/>
                <a:t>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作业一 </a:t>
              </a:r>
              <a:r>
                <a:rPr lang="en-US" altLang="zh-CN" sz="1600"/>
                <a:t>***DB</a:t>
              </a:r>
              <a:r>
                <a:rPr lang="zh-CN" altLang="en-US" sz="1600"/>
                <a:t>类的完整代码截图；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作业一 配置文件</a:t>
              </a:r>
              <a:r>
                <a:rPr lang="en-US" altLang="zh-CN" sz="1600"/>
                <a:t>config/database.php</a:t>
              </a:r>
              <a:r>
                <a:rPr lang="zh-CN" altLang="en-US" sz="1600"/>
                <a:t>的代码截图；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作业二 </a:t>
              </a:r>
              <a:r>
                <a:rPr lang="en-US" altLang="zh-CN" sz="1600"/>
                <a:t>index.php</a:t>
              </a:r>
              <a:r>
                <a:rPr lang="zh-CN" altLang="en-US" sz="1600"/>
                <a:t>的预览截图（老师登录成功；老师登录失败）；</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作业二 </a:t>
              </a:r>
              <a:r>
                <a:rPr lang="en-US" altLang="zh-CN" sz="1600"/>
                <a:t>index.php</a:t>
              </a:r>
              <a:r>
                <a:rPr lang="zh-CN" altLang="en-US" sz="1600"/>
                <a:t>的预览截图（课程完整信息打印）；</a:t>
              </a: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p:txBody>
        </p:sp>
        <p:sp>
          <p:nvSpPr>
            <p:cNvPr id="7" name="任意多边形 6"/>
            <p:cNvSpPr/>
            <p:nvPr/>
          </p:nvSpPr>
          <p:spPr>
            <a:xfrm>
              <a:off x="1361123" y="1710901"/>
              <a:ext cx="7609840" cy="560880"/>
            </a:xfrm>
            <a:custGeom>
              <a:avLst/>
              <a:gdLst>
                <a:gd name="connsiteX0" fmla="*/ 0 w 7609840"/>
                <a:gd name="connsiteY0" fmla="*/ 93482 h 560880"/>
                <a:gd name="connsiteX1" fmla="*/ 93482 w 7609840"/>
                <a:gd name="connsiteY1" fmla="*/ 0 h 560880"/>
                <a:gd name="connsiteX2" fmla="*/ 7516358 w 7609840"/>
                <a:gd name="connsiteY2" fmla="*/ 0 h 560880"/>
                <a:gd name="connsiteX3" fmla="*/ 7609840 w 7609840"/>
                <a:gd name="connsiteY3" fmla="*/ 93482 h 560880"/>
                <a:gd name="connsiteX4" fmla="*/ 7609840 w 7609840"/>
                <a:gd name="connsiteY4" fmla="*/ 467398 h 560880"/>
                <a:gd name="connsiteX5" fmla="*/ 7516358 w 7609840"/>
                <a:gd name="connsiteY5" fmla="*/ 560880 h 560880"/>
                <a:gd name="connsiteX6" fmla="*/ 93482 w 7609840"/>
                <a:gd name="connsiteY6" fmla="*/ 560880 h 560880"/>
                <a:gd name="connsiteX7" fmla="*/ 0 w 7609840"/>
                <a:gd name="connsiteY7" fmla="*/ 467398 h 560880"/>
                <a:gd name="connsiteX8" fmla="*/ 0 w 7609840"/>
                <a:gd name="connsiteY8" fmla="*/ 93482 h 5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9840" h="560880">
                  <a:moveTo>
                    <a:pt x="0" y="93482"/>
                  </a:moveTo>
                  <a:cubicBezTo>
                    <a:pt x="0" y="41853"/>
                    <a:pt x="41853" y="0"/>
                    <a:pt x="93482" y="0"/>
                  </a:cubicBezTo>
                  <a:lnTo>
                    <a:pt x="7516358" y="0"/>
                  </a:lnTo>
                  <a:cubicBezTo>
                    <a:pt x="7567987" y="0"/>
                    <a:pt x="7609840" y="41853"/>
                    <a:pt x="7609840" y="93482"/>
                  </a:cubicBezTo>
                  <a:lnTo>
                    <a:pt x="7609840" y="467398"/>
                  </a:lnTo>
                  <a:cubicBezTo>
                    <a:pt x="7609840" y="519027"/>
                    <a:pt x="7567987" y="560880"/>
                    <a:pt x="7516358" y="560880"/>
                  </a:cubicBezTo>
                  <a:lnTo>
                    <a:pt x="93482" y="560880"/>
                  </a:lnTo>
                  <a:cubicBezTo>
                    <a:pt x="41853" y="560880"/>
                    <a:pt x="0" y="519027"/>
                    <a:pt x="0" y="467398"/>
                  </a:cubicBezTo>
                  <a:lnTo>
                    <a:pt x="0" y="93482"/>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15014" tIns="27380" rIns="315014" bIns="27380" numCol="1" spcCol="1270" anchor="ctr" anchorCtr="0">
              <a:noAutofit/>
            </a:bodyPr>
            <a:lstStyle/>
            <a:p>
              <a:pPr lvl="0" algn="l" defTabSz="844550">
                <a:lnSpc>
                  <a:spcPct val="90000"/>
                </a:lnSpc>
                <a:spcBef>
                  <a:spcPct val="0"/>
                </a:spcBef>
                <a:spcAft>
                  <a:spcPct val="35000"/>
                </a:spcAft>
              </a:pPr>
              <a:r>
                <a:rPr lang="zh-CN" altLang="en-US" sz="1900" kern="1200"/>
                <a:t>提交内容（合并</a:t>
              </a:r>
              <a:r>
                <a:rPr lang="en-US" altLang="zh-CN" sz="1900"/>
                <a:t>7</a:t>
              </a:r>
              <a:r>
                <a:rPr lang="zh-CN" altLang="en-US" sz="1900" kern="1200"/>
                <a:t>张图片为一个文件，允许是图片或</a:t>
              </a:r>
              <a:r>
                <a:rPr lang="en-US" altLang="zh-CN" sz="1900" kern="1200"/>
                <a:t>pdf</a:t>
              </a:r>
              <a:r>
                <a:rPr lang="zh-CN" altLang="en-US" sz="1900" kern="1200"/>
                <a:t>）</a:t>
              </a:r>
            </a:p>
          </p:txBody>
        </p:sp>
        <p:sp>
          <p:nvSpPr>
            <p:cNvPr id="8" name="任意多边形 7"/>
            <p:cNvSpPr/>
            <p:nvPr/>
          </p:nvSpPr>
          <p:spPr>
            <a:xfrm>
              <a:off x="817563" y="5486581"/>
              <a:ext cx="10871200" cy="1316700"/>
            </a:xfrm>
            <a:custGeom>
              <a:avLst/>
              <a:gdLst>
                <a:gd name="connsiteX0" fmla="*/ 0 w 10871200"/>
                <a:gd name="connsiteY0" fmla="*/ 0 h 1316700"/>
                <a:gd name="connsiteX1" fmla="*/ 10871200 w 10871200"/>
                <a:gd name="connsiteY1" fmla="*/ 0 h 1316700"/>
                <a:gd name="connsiteX2" fmla="*/ 10871200 w 10871200"/>
                <a:gd name="connsiteY2" fmla="*/ 1316700 h 1316700"/>
                <a:gd name="connsiteX3" fmla="*/ 0 w 10871200"/>
                <a:gd name="connsiteY3" fmla="*/ 1316700 h 1316700"/>
                <a:gd name="connsiteX4" fmla="*/ 0 w 10871200"/>
                <a:gd name="connsiteY4" fmla="*/ 0 h 1316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1200" h="1316700">
                  <a:moveTo>
                    <a:pt x="0" y="0"/>
                  </a:moveTo>
                  <a:lnTo>
                    <a:pt x="10871200" y="0"/>
                  </a:lnTo>
                  <a:lnTo>
                    <a:pt x="10871200" y="1316700"/>
                  </a:lnTo>
                  <a:lnTo>
                    <a:pt x="0" y="1316700"/>
                  </a:lnTo>
                  <a:lnTo>
                    <a:pt x="0" y="0"/>
                  </a:lnTo>
                  <a:close/>
                </a:path>
              </a:pathLst>
            </a:custGeom>
          </p:spPr>
          <p:style>
            <a:lnRef idx="2">
              <a:schemeClr val="accent5">
                <a:hueOff val="-3010874"/>
                <a:satOff val="15631"/>
                <a:lumOff val="1137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3726" tIns="395732" rIns="843726" bIns="135128" numCol="1" spcCol="1270" anchor="t" anchorCtr="0">
              <a:noAutofit/>
            </a:bodyPr>
            <a:lstStyle/>
            <a:p>
              <a:pPr lvl="1" indent="-457200" algn="l" defTabSz="844550">
                <a:lnSpc>
                  <a:spcPct val="90000"/>
                </a:lnSpc>
                <a:spcBef>
                  <a:spcPct val="0"/>
                </a:spcBef>
                <a:spcAft>
                  <a:spcPct val="15000"/>
                </a:spcAft>
                <a:buFont typeface="+mj-ea"/>
                <a:buAutoNum type="circleNumDbPlain"/>
              </a:pPr>
              <a:r>
                <a:rPr lang="zh-CN" altLang="en-US" sz="1900" kern="1200"/>
                <a:t>图片显眼位置写入学号；方法的注释写入学号。</a:t>
              </a:r>
            </a:p>
          </p:txBody>
        </p:sp>
        <p:sp>
          <p:nvSpPr>
            <p:cNvPr id="9" name="任意多边形 8"/>
            <p:cNvSpPr/>
            <p:nvPr/>
          </p:nvSpPr>
          <p:spPr>
            <a:xfrm>
              <a:off x="1361123" y="5206142"/>
              <a:ext cx="7609840" cy="560880"/>
            </a:xfrm>
            <a:custGeom>
              <a:avLst/>
              <a:gdLst>
                <a:gd name="connsiteX0" fmla="*/ 0 w 7609840"/>
                <a:gd name="connsiteY0" fmla="*/ 93482 h 560880"/>
                <a:gd name="connsiteX1" fmla="*/ 93482 w 7609840"/>
                <a:gd name="connsiteY1" fmla="*/ 0 h 560880"/>
                <a:gd name="connsiteX2" fmla="*/ 7516358 w 7609840"/>
                <a:gd name="connsiteY2" fmla="*/ 0 h 560880"/>
                <a:gd name="connsiteX3" fmla="*/ 7609840 w 7609840"/>
                <a:gd name="connsiteY3" fmla="*/ 93482 h 560880"/>
                <a:gd name="connsiteX4" fmla="*/ 7609840 w 7609840"/>
                <a:gd name="connsiteY4" fmla="*/ 467398 h 560880"/>
                <a:gd name="connsiteX5" fmla="*/ 7516358 w 7609840"/>
                <a:gd name="connsiteY5" fmla="*/ 560880 h 560880"/>
                <a:gd name="connsiteX6" fmla="*/ 93482 w 7609840"/>
                <a:gd name="connsiteY6" fmla="*/ 560880 h 560880"/>
                <a:gd name="connsiteX7" fmla="*/ 0 w 7609840"/>
                <a:gd name="connsiteY7" fmla="*/ 467398 h 560880"/>
                <a:gd name="connsiteX8" fmla="*/ 0 w 7609840"/>
                <a:gd name="connsiteY8" fmla="*/ 93482 h 5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9840" h="560880">
                  <a:moveTo>
                    <a:pt x="0" y="93482"/>
                  </a:moveTo>
                  <a:cubicBezTo>
                    <a:pt x="0" y="41853"/>
                    <a:pt x="41853" y="0"/>
                    <a:pt x="93482" y="0"/>
                  </a:cubicBezTo>
                  <a:lnTo>
                    <a:pt x="7516358" y="0"/>
                  </a:lnTo>
                  <a:cubicBezTo>
                    <a:pt x="7567987" y="0"/>
                    <a:pt x="7609840" y="41853"/>
                    <a:pt x="7609840" y="93482"/>
                  </a:cubicBezTo>
                  <a:lnTo>
                    <a:pt x="7609840" y="467398"/>
                  </a:lnTo>
                  <a:cubicBezTo>
                    <a:pt x="7609840" y="519027"/>
                    <a:pt x="7567987" y="560880"/>
                    <a:pt x="7516358" y="560880"/>
                  </a:cubicBezTo>
                  <a:lnTo>
                    <a:pt x="93482" y="560880"/>
                  </a:lnTo>
                  <a:cubicBezTo>
                    <a:pt x="41853" y="560880"/>
                    <a:pt x="0" y="519027"/>
                    <a:pt x="0" y="467398"/>
                  </a:cubicBezTo>
                  <a:lnTo>
                    <a:pt x="0" y="93482"/>
                  </a:lnTo>
                  <a:close/>
                </a:path>
              </a:pathLst>
            </a:custGeom>
          </p:spPr>
          <p:style>
            <a:lnRef idx="2">
              <a:schemeClr val="lt1">
                <a:hueOff val="0"/>
                <a:satOff val="0"/>
                <a:lumOff val="0"/>
                <a:alphaOff val="0"/>
              </a:schemeClr>
            </a:lnRef>
            <a:fillRef idx="1">
              <a:schemeClr val="accent5">
                <a:hueOff val="-3010874"/>
                <a:satOff val="15631"/>
                <a:lumOff val="11372"/>
                <a:alphaOff val="0"/>
              </a:schemeClr>
            </a:fillRef>
            <a:effectRef idx="0">
              <a:schemeClr val="accent5">
                <a:hueOff val="-3010874"/>
                <a:satOff val="15631"/>
                <a:lumOff val="11372"/>
                <a:alphaOff val="0"/>
              </a:schemeClr>
            </a:effectRef>
            <a:fontRef idx="minor">
              <a:schemeClr val="lt1"/>
            </a:fontRef>
          </p:style>
          <p:txBody>
            <a:bodyPr spcFirstLastPara="0" vert="horz" wrap="square" lIns="315014" tIns="27380" rIns="315014" bIns="27380" numCol="1" spcCol="1270" anchor="ctr" anchorCtr="0">
              <a:noAutofit/>
            </a:bodyPr>
            <a:lstStyle/>
            <a:p>
              <a:pPr lvl="0" algn="l" defTabSz="844550">
                <a:lnSpc>
                  <a:spcPct val="90000"/>
                </a:lnSpc>
                <a:spcBef>
                  <a:spcPct val="0"/>
                </a:spcBef>
                <a:spcAft>
                  <a:spcPct val="35000"/>
                </a:spcAft>
              </a:pPr>
              <a:r>
                <a:rPr lang="zh-CN" altLang="en-US" sz="1900" kern="1200"/>
                <a:t>提交标识</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7354004"/>
      </p:ext>
    </p:extLst>
  </p:cSld>
  <p:clrMapOvr>
    <a:masterClrMapping/>
  </p:clrMapOvr>
</p:sld>
</file>

<file path=ppt/theme/theme1.xml><?xml version="1.0" encoding="utf-8"?>
<a:theme xmlns:a="http://schemas.openxmlformats.org/drawingml/2006/main" name="2026绿色主题">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6绿色主题" id="{9D59F0FF-9DE1-4FD8-B542-85E5090F44B8}" vid="{7C6C7B51-D446-4378-B131-6CFA378A3A87}"/>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主题1">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2094BA78-B0FD-4069-8085-5BDBD23254F9}" vid="{597F16F3-6BD7-41B8-9533-1A7E1BB3BB65}"/>
    </a:ext>
  </a:extLst>
</a:theme>
</file>

<file path=ppt/theme/theme5.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1239</TotalTime>
  <Words>738</Words>
  <Application>Microsoft Office PowerPoint</Application>
  <PresentationFormat>宽屏</PresentationFormat>
  <Paragraphs>97</Paragraphs>
  <Slides>27</Slides>
  <Notes>5</Notes>
  <HiddenSlides>0</HiddenSlides>
  <MMClips>0</MMClips>
  <ScaleCrop>false</ScaleCrop>
  <HeadingPairs>
    <vt:vector size="6" baseType="variant">
      <vt:variant>
        <vt:lpstr>已用的字体</vt:lpstr>
      </vt:variant>
      <vt:variant>
        <vt:i4>5</vt:i4>
      </vt:variant>
      <vt:variant>
        <vt:lpstr>主题</vt:lpstr>
      </vt:variant>
      <vt:variant>
        <vt:i4>7</vt:i4>
      </vt:variant>
      <vt:variant>
        <vt:lpstr>幻灯片标题</vt:lpstr>
      </vt:variant>
      <vt:variant>
        <vt:i4>27</vt:i4>
      </vt:variant>
    </vt:vector>
  </HeadingPairs>
  <TitlesOfParts>
    <vt:vector size="39" baseType="lpstr">
      <vt:lpstr>等线</vt:lpstr>
      <vt:lpstr>等线 Light</vt:lpstr>
      <vt:lpstr>Arial</vt:lpstr>
      <vt:lpstr>Calibri</vt:lpstr>
      <vt:lpstr>Wingdings</vt:lpstr>
      <vt:lpstr>2026绿色主题</vt:lpstr>
      <vt:lpstr>1_自定义设计方案</vt:lpstr>
      <vt:lpstr>自定义设计方案</vt:lpstr>
      <vt:lpstr>主题1</vt:lpstr>
      <vt:lpstr>2_自定义设计方案</vt:lpstr>
      <vt:lpstr>3_自定义设计方案</vt:lpstr>
      <vt:lpstr>4_自定义设计方案</vt:lpstr>
      <vt:lpstr>252602 WEB项目应用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作业一~六的提交要求（第八次课）</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荣枝 桂</dc:creator>
  <cp:lastModifiedBy>荣枝 桂</cp:lastModifiedBy>
  <cp:revision>510</cp:revision>
  <dcterms:created xsi:type="dcterms:W3CDTF">2026-03-27T11:24:42Z</dcterms:created>
  <dcterms:modified xsi:type="dcterms:W3CDTF">2026-04-28T13:01:31Z</dcterms:modified>
</cp:coreProperties>
</file>