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4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5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6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7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8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9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10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11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notesSlides/notesSlide17.xml" ContentType="application/vnd.openxmlformats-officedocument.presentationml.notesSlide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72"/>
  </p:notesMasterIdLst>
  <p:sldIdLst>
    <p:sldId id="1020" r:id="rId2"/>
    <p:sldId id="1052" r:id="rId3"/>
    <p:sldId id="1235" r:id="rId4"/>
    <p:sldId id="1230" r:id="rId5"/>
    <p:sldId id="1231" r:id="rId6"/>
    <p:sldId id="1258" r:id="rId7"/>
    <p:sldId id="1259" r:id="rId8"/>
    <p:sldId id="1232" r:id="rId9"/>
    <p:sldId id="1233" r:id="rId10"/>
    <p:sldId id="1244" r:id="rId11"/>
    <p:sldId id="1245" r:id="rId12"/>
    <p:sldId id="1107" r:id="rId13"/>
    <p:sldId id="1265" r:id="rId14"/>
    <p:sldId id="1291" r:id="rId15"/>
    <p:sldId id="1267" r:id="rId16"/>
    <p:sldId id="1268" r:id="rId17"/>
    <p:sldId id="1289" r:id="rId18"/>
    <p:sldId id="1269" r:id="rId19"/>
    <p:sldId id="1270" r:id="rId20"/>
    <p:sldId id="1282" r:id="rId21"/>
    <p:sldId id="1284" r:id="rId22"/>
    <p:sldId id="1283" r:id="rId23"/>
    <p:sldId id="1285" r:id="rId24"/>
    <p:sldId id="1271" r:id="rId25"/>
    <p:sldId id="1272" r:id="rId26"/>
    <p:sldId id="1292" r:id="rId27"/>
    <p:sldId id="1273" r:id="rId28"/>
    <p:sldId id="1274" r:id="rId29"/>
    <p:sldId id="1275" r:id="rId30"/>
    <p:sldId id="1093" r:id="rId31"/>
    <p:sldId id="1276" r:id="rId32"/>
    <p:sldId id="1277" r:id="rId33"/>
    <p:sldId id="1278" r:id="rId34"/>
    <p:sldId id="1262" r:id="rId35"/>
    <p:sldId id="1286" r:id="rId36"/>
    <p:sldId id="1287" r:id="rId37"/>
    <p:sldId id="1288" r:id="rId38"/>
    <p:sldId id="1263" r:id="rId39"/>
    <p:sldId id="1290" r:id="rId40"/>
    <p:sldId id="1095" r:id="rId41"/>
    <p:sldId id="1257" r:id="rId42"/>
    <p:sldId id="1279" r:id="rId43"/>
    <p:sldId id="1216" r:id="rId44"/>
    <p:sldId id="1255" r:id="rId45"/>
    <p:sldId id="1242" r:id="rId46"/>
    <p:sldId id="1090" r:id="rId47"/>
    <p:sldId id="1243" r:id="rId48"/>
    <p:sldId id="1087" r:id="rId49"/>
    <p:sldId id="1089" r:id="rId50"/>
    <p:sldId id="1217" r:id="rId51"/>
    <p:sldId id="1222" r:id="rId52"/>
    <p:sldId id="1223" r:id="rId53"/>
    <p:sldId id="1228" r:id="rId54"/>
    <p:sldId id="1088" r:id="rId55"/>
    <p:sldId id="1224" r:id="rId56"/>
    <p:sldId id="1225" r:id="rId57"/>
    <p:sldId id="1226" r:id="rId58"/>
    <p:sldId id="1227" r:id="rId59"/>
    <p:sldId id="1092" r:id="rId60"/>
    <p:sldId id="1098" r:id="rId61"/>
    <p:sldId id="1280" r:id="rId62"/>
    <p:sldId id="1072" r:id="rId63"/>
    <p:sldId id="1073" r:id="rId64"/>
    <p:sldId id="1210" r:id="rId65"/>
    <p:sldId id="1211" r:id="rId66"/>
    <p:sldId id="1074" r:id="rId67"/>
    <p:sldId id="1281" r:id="rId68"/>
    <p:sldId id="1159" r:id="rId69"/>
    <p:sldId id="1100" r:id="rId70"/>
    <p:sldId id="1082" r:id="rId7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55F51"/>
    <a:srgbClr val="4BFF9C"/>
    <a:srgbClr val="549E39"/>
    <a:srgbClr val="7030A0"/>
    <a:srgbClr val="37A76F"/>
    <a:srgbClr val="62A336"/>
    <a:srgbClr val="45C0A2"/>
    <a:srgbClr val="4BC6A9"/>
    <a:srgbClr val="36A56E"/>
    <a:srgbClr val="50C2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中度样式 1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中度样式 3 - 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47" autoAdjust="0"/>
    <p:restoredTop sz="94660"/>
  </p:normalViewPr>
  <p:slideViewPr>
    <p:cSldViewPr>
      <p:cViewPr varScale="1">
        <p:scale>
          <a:sx n="91" d="100"/>
          <a:sy n="91" d="100"/>
        </p:scale>
        <p:origin x="750" y="5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diagrams/_rels/data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diagrams/_rels/drawing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8F381C-A0E3-4B41-AD69-C63D2E751E23}" type="doc">
      <dgm:prSet loTypeId="urn:microsoft.com/office/officeart/2005/8/layout/list1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zh-CN" altLang="en-US"/>
        </a:p>
      </dgm:t>
    </dgm:pt>
    <dgm:pt modelId="{D780DDB2-6B26-4D21-B5B0-F9116A59F435}">
      <dgm:prSet phldrT="[文本]" custT="1"/>
      <dgm:spPr/>
      <dgm:t>
        <a:bodyPr/>
        <a:lstStyle/>
        <a:p>
          <a:r>
            <a:rPr lang="zh-CN" altLang="en-US" sz="1800" b="0">
              <a:latin typeface="微软雅黑" panose="020B0503020204020204" pitchFamily="34" charset="-122"/>
              <a:ea typeface="微软雅黑" panose="020B0503020204020204" pitchFamily="34" charset="-122"/>
            </a:rPr>
            <a:t>测试记录的添加</a:t>
          </a:r>
          <a:endParaRPr lang="zh-CN" altLang="en-US" sz="1800" b="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7E651CF-68EA-4CB2-9334-156F78EB6F70}" type="parTrans" cxnId="{5C8D37C4-484E-4B93-95D9-DC4998FD9AF3}">
      <dgm:prSet/>
      <dgm:spPr/>
      <dgm:t>
        <a:bodyPr/>
        <a:lstStyle/>
        <a:p>
          <a:endParaRPr lang="zh-CN" altLang="en-US"/>
        </a:p>
      </dgm:t>
    </dgm:pt>
    <dgm:pt modelId="{654B7B3A-8DDB-4BC5-A823-F08322C723C4}" type="sibTrans" cxnId="{5C8D37C4-484E-4B93-95D9-DC4998FD9AF3}">
      <dgm:prSet/>
      <dgm:spPr/>
      <dgm:t>
        <a:bodyPr/>
        <a:lstStyle/>
        <a:p>
          <a:endParaRPr lang="zh-CN" altLang="en-US"/>
        </a:p>
      </dgm:t>
    </dgm:pt>
    <dgm:pt modelId="{06C7788D-EAED-4A06-B329-D78F3293E164}">
      <dgm:prSet phldrT="[文本]" custT="1"/>
      <dgm:spPr/>
      <dgm:t>
        <a:bodyPr/>
        <a:lstStyle/>
        <a:p>
          <a:r>
            <a:rPr lang="en-US" altLang="zh-CN" sz="1800"/>
            <a:t>MySQL</a:t>
          </a:r>
          <a:r>
            <a:rPr lang="zh-CN" altLang="en-US" sz="1800"/>
            <a:t>数据库操作内容</a:t>
          </a:r>
          <a:endParaRPr lang="zh-CN" altLang="en-US" sz="1800" b="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370BCF0-F362-4AA3-8D70-7C3A49CC2998}" type="parTrans" cxnId="{33BE0010-2F11-4BC5-9E82-A045D1B70332}">
      <dgm:prSet/>
      <dgm:spPr/>
      <dgm:t>
        <a:bodyPr/>
        <a:lstStyle/>
        <a:p>
          <a:endParaRPr lang="zh-CN" altLang="en-US"/>
        </a:p>
      </dgm:t>
    </dgm:pt>
    <dgm:pt modelId="{307C6430-7020-41C7-A5F5-EEA0EC90E59F}" type="sibTrans" cxnId="{33BE0010-2F11-4BC5-9E82-A045D1B70332}">
      <dgm:prSet/>
      <dgm:spPr/>
      <dgm:t>
        <a:bodyPr/>
        <a:lstStyle/>
        <a:p>
          <a:endParaRPr lang="zh-CN" altLang="en-US"/>
        </a:p>
      </dgm:t>
    </dgm:pt>
    <dgm:pt modelId="{62C3DC0B-9F84-463C-BF1A-93F92EE34144}">
      <dgm:prSet phldrT="[文本]" custT="1"/>
      <dgm:spPr/>
      <dgm:t>
        <a:bodyPr/>
        <a:lstStyle/>
        <a:p>
          <a:r>
            <a:rPr lang="zh-CN" altLang="en-US" sz="1800" b="0">
              <a:latin typeface="微软雅黑" panose="020B0503020204020204" pitchFamily="34" charset="-122"/>
              <a:ea typeface="微软雅黑" panose="020B0503020204020204" pitchFamily="34" charset="-122"/>
            </a:rPr>
            <a:t>数据库物理建模分析</a:t>
          </a:r>
          <a:endParaRPr lang="zh-CN" altLang="en-US" sz="1800" b="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CFB274C-C68A-4763-AEFA-5FE1111B920C}" type="parTrans" cxnId="{A14CFD74-CDB8-4C67-B770-6248D992B26A}">
      <dgm:prSet/>
      <dgm:spPr/>
      <dgm:t>
        <a:bodyPr/>
        <a:lstStyle/>
        <a:p>
          <a:endParaRPr lang="zh-CN" altLang="en-US"/>
        </a:p>
      </dgm:t>
    </dgm:pt>
    <dgm:pt modelId="{CAB3206C-E770-48A4-A2F1-EF5A6D2F9CE6}" type="sibTrans" cxnId="{A14CFD74-CDB8-4C67-B770-6248D992B26A}">
      <dgm:prSet/>
      <dgm:spPr/>
      <dgm:t>
        <a:bodyPr/>
        <a:lstStyle/>
        <a:p>
          <a:endParaRPr lang="zh-CN" altLang="en-US"/>
        </a:p>
      </dgm:t>
    </dgm:pt>
    <dgm:pt modelId="{B44C2D4C-58ED-4E9A-9261-2942CA7605B0}">
      <dgm:prSet phldrT="[文本]" custT="1"/>
      <dgm:spPr/>
      <dgm:t>
        <a:bodyPr/>
        <a:lstStyle/>
        <a:p>
          <a:r>
            <a:rPr lang="en-US" altLang="zh-CN" sz="1800" b="0">
              <a:latin typeface="微软雅黑" panose="020B0503020204020204" pitchFamily="34" charset="-122"/>
              <a:ea typeface="微软雅黑" panose="020B0503020204020204" pitchFamily="34" charset="-122"/>
            </a:rPr>
            <a:t>MySQL</a:t>
          </a:r>
          <a:r>
            <a:rPr lang="zh-CN" altLang="en-US" sz="1800" b="0">
              <a:latin typeface="微软雅黑" panose="020B0503020204020204" pitchFamily="34" charset="-122"/>
              <a:ea typeface="微软雅黑" panose="020B0503020204020204" pitchFamily="34" charset="-122"/>
            </a:rPr>
            <a:t>数据库的创建</a:t>
          </a:r>
          <a:endParaRPr lang="zh-CN" altLang="en-US" sz="1800" b="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459C55D-55E8-4B22-89BC-1918229D09D7}" type="parTrans" cxnId="{2F625332-9654-41C1-907A-2823CBCFD330}">
      <dgm:prSet/>
      <dgm:spPr/>
      <dgm:t>
        <a:bodyPr/>
        <a:lstStyle/>
        <a:p>
          <a:endParaRPr lang="zh-CN" altLang="en-US"/>
        </a:p>
      </dgm:t>
    </dgm:pt>
    <dgm:pt modelId="{3B784711-9573-4FDA-B371-A9C44349B324}" type="sibTrans" cxnId="{2F625332-9654-41C1-907A-2823CBCFD330}">
      <dgm:prSet/>
      <dgm:spPr/>
      <dgm:t>
        <a:bodyPr/>
        <a:lstStyle/>
        <a:p>
          <a:endParaRPr lang="zh-CN" altLang="en-US"/>
        </a:p>
      </dgm:t>
    </dgm:pt>
    <dgm:pt modelId="{66369922-2257-4FCD-99A3-52A9C0508136}">
      <dgm:prSet phldrT="[文本]" custT="1"/>
      <dgm:spPr/>
      <dgm:t>
        <a:bodyPr/>
        <a:lstStyle/>
        <a:p>
          <a:r>
            <a:rPr lang="zh-CN" altLang="en-US" sz="1800" b="0">
              <a:latin typeface="微软雅黑" panose="020B0503020204020204" pitchFamily="34" charset="-122"/>
              <a:ea typeface="微软雅黑" panose="020B0503020204020204" pitchFamily="34" charset="-122"/>
            </a:rPr>
            <a:t>数据库和表操作</a:t>
          </a:r>
          <a:endParaRPr lang="zh-CN" altLang="en-US" sz="1800" b="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5105A13-4210-4932-B3B9-05F2C37C4049}" type="parTrans" cxnId="{9239DB6F-D757-4925-92AB-D6B4CDC9DF67}">
      <dgm:prSet/>
      <dgm:spPr/>
      <dgm:t>
        <a:bodyPr/>
        <a:lstStyle/>
        <a:p>
          <a:endParaRPr lang="zh-CN" altLang="en-US"/>
        </a:p>
      </dgm:t>
    </dgm:pt>
    <dgm:pt modelId="{2E278B8F-187F-480D-9D8F-AB8117EF37ED}" type="sibTrans" cxnId="{9239DB6F-D757-4925-92AB-D6B4CDC9DF67}">
      <dgm:prSet/>
      <dgm:spPr/>
      <dgm:t>
        <a:bodyPr/>
        <a:lstStyle/>
        <a:p>
          <a:endParaRPr lang="zh-CN" altLang="en-US"/>
        </a:p>
      </dgm:t>
    </dgm:pt>
    <dgm:pt modelId="{C73DE49F-965D-46A9-9B79-8B5DC148CC4B}">
      <dgm:prSet phldrT="[文本]" custT="1"/>
      <dgm:spPr/>
      <dgm:t>
        <a:bodyPr/>
        <a:lstStyle/>
        <a:p>
          <a:r>
            <a:rPr lang="zh-CN" altLang="en-US" sz="1800" b="0">
              <a:latin typeface="微软雅黑" panose="020B0503020204020204" pitchFamily="34" charset="-122"/>
              <a:ea typeface="微软雅黑" panose="020B0503020204020204" pitchFamily="34" charset="-122"/>
            </a:rPr>
            <a:t>字段、记录操作</a:t>
          </a:r>
          <a:endParaRPr lang="zh-CN" altLang="en-US" sz="1800" b="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231570D-7550-4548-A734-A390740108F2}" type="parTrans" cxnId="{D268B343-E294-47DE-B0EE-80E308CFD44E}">
      <dgm:prSet/>
      <dgm:spPr/>
      <dgm:t>
        <a:bodyPr/>
        <a:lstStyle/>
        <a:p>
          <a:endParaRPr lang="zh-CN" altLang="en-US"/>
        </a:p>
      </dgm:t>
    </dgm:pt>
    <dgm:pt modelId="{877C0513-0A85-4BA4-B9A4-36683FB3334A}" type="sibTrans" cxnId="{D268B343-E294-47DE-B0EE-80E308CFD44E}">
      <dgm:prSet/>
      <dgm:spPr/>
      <dgm:t>
        <a:bodyPr/>
        <a:lstStyle/>
        <a:p>
          <a:endParaRPr lang="zh-CN" altLang="en-US"/>
        </a:p>
      </dgm:t>
    </dgm:pt>
    <dgm:pt modelId="{08DFE72F-AA17-4C57-9E57-10F942DA97C1}">
      <dgm:prSet phldrT="[文本]" custT="1"/>
      <dgm:spPr/>
      <dgm:t>
        <a:bodyPr/>
        <a:lstStyle/>
        <a:p>
          <a:r>
            <a:rPr lang="zh-CN" altLang="en-US" sz="1800" b="0">
              <a:latin typeface="微软雅黑" panose="020B0503020204020204" pitchFamily="34" charset="-122"/>
              <a:ea typeface="微软雅黑" panose="020B0503020204020204" pitchFamily="34" charset="-122"/>
            </a:rPr>
            <a:t>索引、外键、导入和导出</a:t>
          </a:r>
          <a:endParaRPr lang="zh-CN" altLang="en-US" sz="1800" b="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158107B-FF40-416E-8E34-CD89D801DFEE}" type="parTrans" cxnId="{9584BA72-AA4C-4047-B9BD-B19DDE7BFFB6}">
      <dgm:prSet/>
      <dgm:spPr/>
      <dgm:t>
        <a:bodyPr/>
        <a:lstStyle/>
        <a:p>
          <a:endParaRPr lang="zh-CN" altLang="en-US"/>
        </a:p>
      </dgm:t>
    </dgm:pt>
    <dgm:pt modelId="{DB4A98C4-10F7-4EF3-BBA7-BE12B625482C}" type="sibTrans" cxnId="{9584BA72-AA4C-4047-B9BD-B19DDE7BFFB6}">
      <dgm:prSet/>
      <dgm:spPr/>
      <dgm:t>
        <a:bodyPr/>
        <a:lstStyle/>
        <a:p>
          <a:endParaRPr lang="zh-CN" altLang="en-US"/>
        </a:p>
      </dgm:t>
    </dgm:pt>
    <dgm:pt modelId="{9D0E4BDF-0383-428D-8895-71BBCFF9C9DC}">
      <dgm:prSet phldrT="[文本]" custT="1"/>
      <dgm:spPr/>
      <dgm:t>
        <a:bodyPr/>
        <a:lstStyle/>
        <a:p>
          <a:r>
            <a:rPr lang="zh-CN" altLang="en-US" sz="1800" b="0">
              <a:latin typeface="微软雅黑" panose="020B0503020204020204" pitchFamily="34" charset="-122"/>
              <a:ea typeface="微软雅黑" panose="020B0503020204020204" pitchFamily="34" charset="-122"/>
            </a:rPr>
            <a:t>系统数据库物理建模过程</a:t>
          </a:r>
        </a:p>
      </dgm:t>
    </dgm:pt>
    <dgm:pt modelId="{1855257F-A7AC-473D-80AB-ADBAC0FB5028}" type="parTrans" cxnId="{F4D5985C-5D30-4B2B-AA67-467811F7200C}">
      <dgm:prSet/>
      <dgm:spPr/>
      <dgm:t>
        <a:bodyPr/>
        <a:lstStyle/>
        <a:p>
          <a:endParaRPr lang="zh-CN" altLang="en-US"/>
        </a:p>
      </dgm:t>
    </dgm:pt>
    <dgm:pt modelId="{AEE9C2C5-FC22-4645-B58D-3B5E7BA974B9}" type="sibTrans" cxnId="{F4D5985C-5D30-4B2B-AA67-467811F7200C}">
      <dgm:prSet/>
      <dgm:spPr/>
      <dgm:t>
        <a:bodyPr/>
        <a:lstStyle/>
        <a:p>
          <a:endParaRPr lang="zh-CN" altLang="en-US"/>
        </a:p>
      </dgm:t>
    </dgm:pt>
    <dgm:pt modelId="{78C7A15D-97B2-4685-9248-0B4F43921995}">
      <dgm:prSet phldrT="[文本]" custT="1"/>
      <dgm:spPr/>
      <dgm:t>
        <a:bodyPr/>
        <a:lstStyle/>
        <a:p>
          <a:r>
            <a:rPr lang="zh-CN" altLang="en-US" sz="1800" b="0">
              <a:latin typeface="微软雅黑" panose="020B0503020204020204" pitchFamily="34" charset="-122"/>
              <a:ea typeface="微软雅黑" panose="020B0503020204020204" pitchFamily="34" charset="-122"/>
            </a:rPr>
            <a:t>创建数据库和表的命令解析</a:t>
          </a:r>
        </a:p>
      </dgm:t>
    </dgm:pt>
    <dgm:pt modelId="{31B6A6A6-7DFF-4DC7-AE24-6DA7573908AF}" type="parTrans" cxnId="{AF3371C7-53FA-461B-81C1-C3F9328F877C}">
      <dgm:prSet/>
      <dgm:spPr/>
      <dgm:t>
        <a:bodyPr/>
        <a:lstStyle/>
        <a:p>
          <a:endParaRPr lang="zh-CN" altLang="en-US"/>
        </a:p>
      </dgm:t>
    </dgm:pt>
    <dgm:pt modelId="{705361D8-EDE4-48BC-A444-A411F56BB1B5}" type="sibTrans" cxnId="{AF3371C7-53FA-461B-81C1-C3F9328F877C}">
      <dgm:prSet/>
      <dgm:spPr/>
      <dgm:t>
        <a:bodyPr/>
        <a:lstStyle/>
        <a:p>
          <a:endParaRPr lang="zh-CN" altLang="en-US"/>
        </a:p>
      </dgm:t>
    </dgm:pt>
    <dgm:pt modelId="{EA7FE05D-3F43-4B8D-8260-97CB82E17DBE}">
      <dgm:prSet phldrT="[文本]" custT="1"/>
      <dgm:spPr/>
      <dgm:t>
        <a:bodyPr/>
        <a:lstStyle/>
        <a:p>
          <a:r>
            <a:rPr lang="zh-CN" altLang="en-US" sz="1800" b="0">
              <a:latin typeface="微软雅黑" panose="020B0503020204020204" pitchFamily="34" charset="-122"/>
              <a:ea typeface="微软雅黑" panose="020B0503020204020204" pitchFamily="34" charset="-122"/>
            </a:rPr>
            <a:t>外键约束</a:t>
          </a:r>
        </a:p>
      </dgm:t>
    </dgm:pt>
    <dgm:pt modelId="{0BF5119F-2FB3-47B6-878F-BE56119A3376}" type="parTrans" cxnId="{30EAA647-45F7-405C-8C13-9465CC71698B}">
      <dgm:prSet/>
      <dgm:spPr/>
      <dgm:t>
        <a:bodyPr/>
        <a:lstStyle/>
        <a:p>
          <a:endParaRPr lang="zh-CN" altLang="en-US"/>
        </a:p>
      </dgm:t>
    </dgm:pt>
    <dgm:pt modelId="{EF3D6A1C-B865-4DDE-91AA-42B38CA84E7A}" type="sibTrans" cxnId="{30EAA647-45F7-405C-8C13-9465CC71698B}">
      <dgm:prSet/>
      <dgm:spPr/>
      <dgm:t>
        <a:bodyPr/>
        <a:lstStyle/>
        <a:p>
          <a:endParaRPr lang="zh-CN" altLang="en-US"/>
        </a:p>
      </dgm:t>
    </dgm:pt>
    <dgm:pt modelId="{C38653C4-A2F7-4C04-AA90-1BDDEAB73937}" type="pres">
      <dgm:prSet presAssocID="{DE8F381C-A0E3-4B41-AD69-C63D2E751E23}" presName="linear" presStyleCnt="0">
        <dgm:presLayoutVars>
          <dgm:dir/>
          <dgm:animLvl val="lvl"/>
          <dgm:resizeHandles val="exact"/>
        </dgm:presLayoutVars>
      </dgm:prSet>
      <dgm:spPr/>
    </dgm:pt>
    <dgm:pt modelId="{AC7F65B5-D94A-4BEF-AF17-2D63F892F865}" type="pres">
      <dgm:prSet presAssocID="{06C7788D-EAED-4A06-B329-D78F3293E164}" presName="parentLin" presStyleCnt="0"/>
      <dgm:spPr/>
    </dgm:pt>
    <dgm:pt modelId="{3C304B6E-4A28-48C4-A374-5A96DA7E149F}" type="pres">
      <dgm:prSet presAssocID="{06C7788D-EAED-4A06-B329-D78F3293E164}" presName="parentLeftMargin" presStyleLbl="node1" presStyleIdx="0" presStyleCnt="3"/>
      <dgm:spPr/>
    </dgm:pt>
    <dgm:pt modelId="{70681A12-BB79-4FA5-AA1D-9E1907C51158}" type="pres">
      <dgm:prSet presAssocID="{06C7788D-EAED-4A06-B329-D78F3293E16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2DFB58E-295D-4A41-88BF-F0235E4031CA}" type="pres">
      <dgm:prSet presAssocID="{06C7788D-EAED-4A06-B329-D78F3293E164}" presName="negativeSpace" presStyleCnt="0"/>
      <dgm:spPr/>
    </dgm:pt>
    <dgm:pt modelId="{D3862857-85C1-48CD-92C6-84AF58C75060}" type="pres">
      <dgm:prSet presAssocID="{06C7788D-EAED-4A06-B329-D78F3293E164}" presName="childText" presStyleLbl="conFgAcc1" presStyleIdx="0" presStyleCnt="3">
        <dgm:presLayoutVars>
          <dgm:bulletEnabled val="1"/>
        </dgm:presLayoutVars>
      </dgm:prSet>
      <dgm:spPr/>
    </dgm:pt>
    <dgm:pt modelId="{5EE47642-1837-4962-B4EC-B7820C85A7CA}" type="pres">
      <dgm:prSet presAssocID="{307C6430-7020-41C7-A5F5-EEA0EC90E59F}" presName="spaceBetweenRectangles" presStyleCnt="0"/>
      <dgm:spPr/>
    </dgm:pt>
    <dgm:pt modelId="{D6F5A305-33EF-4598-9E86-CBFFA6171DC8}" type="pres">
      <dgm:prSet presAssocID="{B44C2D4C-58ED-4E9A-9261-2942CA7605B0}" presName="parentLin" presStyleCnt="0"/>
      <dgm:spPr/>
    </dgm:pt>
    <dgm:pt modelId="{56F491B3-96B8-49B8-A7FD-8904BE1B42B5}" type="pres">
      <dgm:prSet presAssocID="{B44C2D4C-58ED-4E9A-9261-2942CA7605B0}" presName="parentLeftMargin" presStyleLbl="node1" presStyleIdx="0" presStyleCnt="3"/>
      <dgm:spPr/>
    </dgm:pt>
    <dgm:pt modelId="{14D96B29-0C7D-4742-ACBC-B4328E590A7B}" type="pres">
      <dgm:prSet presAssocID="{B44C2D4C-58ED-4E9A-9261-2942CA7605B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650E010-BE5B-4492-9199-6045D433CF7C}" type="pres">
      <dgm:prSet presAssocID="{B44C2D4C-58ED-4E9A-9261-2942CA7605B0}" presName="negativeSpace" presStyleCnt="0"/>
      <dgm:spPr/>
    </dgm:pt>
    <dgm:pt modelId="{9FF7C330-C6E5-43A3-B8A2-3FD6FB3FB6AF}" type="pres">
      <dgm:prSet presAssocID="{B44C2D4C-58ED-4E9A-9261-2942CA7605B0}" presName="childText" presStyleLbl="conFgAcc1" presStyleIdx="1" presStyleCnt="3">
        <dgm:presLayoutVars>
          <dgm:bulletEnabled val="1"/>
        </dgm:presLayoutVars>
      </dgm:prSet>
      <dgm:spPr/>
    </dgm:pt>
    <dgm:pt modelId="{7F657394-452A-4742-B60D-3241A9B5DCAF}" type="pres">
      <dgm:prSet presAssocID="{3B784711-9573-4FDA-B371-A9C44349B324}" presName="spaceBetweenRectangles" presStyleCnt="0"/>
      <dgm:spPr/>
    </dgm:pt>
    <dgm:pt modelId="{AB27560D-7322-4241-817E-9067E274A977}" type="pres">
      <dgm:prSet presAssocID="{D780DDB2-6B26-4D21-B5B0-F9116A59F435}" presName="parentLin" presStyleCnt="0"/>
      <dgm:spPr/>
    </dgm:pt>
    <dgm:pt modelId="{86893C17-BD51-4E50-98F0-1C57E9214C05}" type="pres">
      <dgm:prSet presAssocID="{D780DDB2-6B26-4D21-B5B0-F9116A59F435}" presName="parentLeftMargin" presStyleLbl="node1" presStyleIdx="1" presStyleCnt="3"/>
      <dgm:spPr/>
    </dgm:pt>
    <dgm:pt modelId="{4BF0FE41-8FE8-4C33-A475-1B0588B5006A}" type="pres">
      <dgm:prSet presAssocID="{D780DDB2-6B26-4D21-B5B0-F9116A59F43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474E09F6-E44D-4303-962B-80D7835D4D36}" type="pres">
      <dgm:prSet presAssocID="{D780DDB2-6B26-4D21-B5B0-F9116A59F435}" presName="negativeSpace" presStyleCnt="0"/>
      <dgm:spPr/>
    </dgm:pt>
    <dgm:pt modelId="{C838B978-8562-40CA-8887-49A72FBC3429}" type="pres">
      <dgm:prSet presAssocID="{D780DDB2-6B26-4D21-B5B0-F9116A59F435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33BE0010-2F11-4BC5-9E82-A045D1B70332}" srcId="{DE8F381C-A0E3-4B41-AD69-C63D2E751E23}" destId="{06C7788D-EAED-4A06-B329-D78F3293E164}" srcOrd="0" destOrd="0" parTransId="{0370BCF0-F362-4AA3-8D70-7C3A49CC2998}" sibTransId="{307C6430-7020-41C7-A5F5-EEA0EC90E59F}"/>
    <dgm:cxn modelId="{C976C520-1386-4824-978C-3D57F174A1E7}" type="presOf" srcId="{08DFE72F-AA17-4C57-9E57-10F942DA97C1}" destId="{D3862857-85C1-48CD-92C6-84AF58C75060}" srcOrd="0" destOrd="2" presId="urn:microsoft.com/office/officeart/2005/8/layout/list1"/>
    <dgm:cxn modelId="{2F625332-9654-41C1-907A-2823CBCFD330}" srcId="{DE8F381C-A0E3-4B41-AD69-C63D2E751E23}" destId="{B44C2D4C-58ED-4E9A-9261-2942CA7605B0}" srcOrd="1" destOrd="0" parTransId="{A459C55D-55E8-4B22-89BC-1918229D09D7}" sibTransId="{3B784711-9573-4FDA-B371-A9C44349B324}"/>
    <dgm:cxn modelId="{4959413C-50A9-44D0-8D05-D2F859B4E826}" type="presOf" srcId="{DE8F381C-A0E3-4B41-AD69-C63D2E751E23}" destId="{C38653C4-A2F7-4C04-AA90-1BDDEAB73937}" srcOrd="0" destOrd="0" presId="urn:microsoft.com/office/officeart/2005/8/layout/list1"/>
    <dgm:cxn modelId="{F4D5985C-5D30-4B2B-AA67-467811F7200C}" srcId="{B44C2D4C-58ED-4E9A-9261-2942CA7605B0}" destId="{9D0E4BDF-0383-428D-8895-71BBCFF9C9DC}" srcOrd="1" destOrd="0" parTransId="{1855257F-A7AC-473D-80AB-ADBAC0FB5028}" sibTransId="{AEE9C2C5-FC22-4645-B58D-3B5E7BA974B9}"/>
    <dgm:cxn modelId="{06FE4A61-89D1-484D-BC93-53C1F3DD901C}" type="presOf" srcId="{06C7788D-EAED-4A06-B329-D78F3293E164}" destId="{70681A12-BB79-4FA5-AA1D-9E1907C51158}" srcOrd="1" destOrd="0" presId="urn:microsoft.com/office/officeart/2005/8/layout/list1"/>
    <dgm:cxn modelId="{9B9B7B41-453C-4764-8CD9-78008A9BB8CE}" type="presOf" srcId="{62C3DC0B-9F84-463C-BF1A-93F92EE34144}" destId="{9FF7C330-C6E5-43A3-B8A2-3FD6FB3FB6AF}" srcOrd="0" destOrd="0" presId="urn:microsoft.com/office/officeart/2005/8/layout/list1"/>
    <dgm:cxn modelId="{D268B343-E294-47DE-B0EE-80E308CFD44E}" srcId="{06C7788D-EAED-4A06-B329-D78F3293E164}" destId="{C73DE49F-965D-46A9-9B79-8B5DC148CC4B}" srcOrd="1" destOrd="0" parTransId="{F231570D-7550-4548-A734-A390740108F2}" sibTransId="{877C0513-0A85-4BA4-B9A4-36683FB3334A}"/>
    <dgm:cxn modelId="{1110CF65-8E4D-4148-A2F0-A432FFACC87A}" type="presOf" srcId="{9D0E4BDF-0383-428D-8895-71BBCFF9C9DC}" destId="{9FF7C330-C6E5-43A3-B8A2-3FD6FB3FB6AF}" srcOrd="0" destOrd="1" presId="urn:microsoft.com/office/officeart/2005/8/layout/list1"/>
    <dgm:cxn modelId="{30EAA647-45F7-405C-8C13-9465CC71698B}" srcId="{B44C2D4C-58ED-4E9A-9261-2942CA7605B0}" destId="{EA7FE05D-3F43-4B8D-8260-97CB82E17DBE}" srcOrd="3" destOrd="0" parTransId="{0BF5119F-2FB3-47B6-878F-BE56119A3376}" sibTransId="{EF3D6A1C-B865-4DDE-91AA-42B38CA84E7A}"/>
    <dgm:cxn modelId="{D8D85F48-385F-4A7E-A060-B118DD028755}" type="presOf" srcId="{06C7788D-EAED-4A06-B329-D78F3293E164}" destId="{3C304B6E-4A28-48C4-A374-5A96DA7E149F}" srcOrd="0" destOrd="0" presId="urn:microsoft.com/office/officeart/2005/8/layout/list1"/>
    <dgm:cxn modelId="{9239DB6F-D757-4925-92AB-D6B4CDC9DF67}" srcId="{06C7788D-EAED-4A06-B329-D78F3293E164}" destId="{66369922-2257-4FCD-99A3-52A9C0508136}" srcOrd="0" destOrd="0" parTransId="{95105A13-4210-4932-B3B9-05F2C37C4049}" sibTransId="{2E278B8F-187F-480D-9D8F-AB8117EF37ED}"/>
    <dgm:cxn modelId="{9584BA72-AA4C-4047-B9BD-B19DDE7BFFB6}" srcId="{06C7788D-EAED-4A06-B329-D78F3293E164}" destId="{08DFE72F-AA17-4C57-9E57-10F942DA97C1}" srcOrd="2" destOrd="0" parTransId="{9158107B-FF40-416E-8E34-CD89D801DFEE}" sibTransId="{DB4A98C4-10F7-4EF3-BBA7-BE12B625482C}"/>
    <dgm:cxn modelId="{A14CFD74-CDB8-4C67-B770-6248D992B26A}" srcId="{B44C2D4C-58ED-4E9A-9261-2942CA7605B0}" destId="{62C3DC0B-9F84-463C-BF1A-93F92EE34144}" srcOrd="0" destOrd="0" parTransId="{ECFB274C-C68A-4763-AEFA-5FE1111B920C}" sibTransId="{CAB3206C-E770-48A4-A2F1-EF5A6D2F9CE6}"/>
    <dgm:cxn modelId="{2A07C259-2507-4CA2-A640-5A9A3B545904}" type="presOf" srcId="{D780DDB2-6B26-4D21-B5B0-F9116A59F435}" destId="{86893C17-BD51-4E50-98F0-1C57E9214C05}" srcOrd="0" destOrd="0" presId="urn:microsoft.com/office/officeart/2005/8/layout/list1"/>
    <dgm:cxn modelId="{D9B07482-C353-4E07-8109-1BFF46D7B3EA}" type="presOf" srcId="{D780DDB2-6B26-4D21-B5B0-F9116A59F435}" destId="{4BF0FE41-8FE8-4C33-A475-1B0588B5006A}" srcOrd="1" destOrd="0" presId="urn:microsoft.com/office/officeart/2005/8/layout/list1"/>
    <dgm:cxn modelId="{BB94CD84-EE9A-4D46-B14E-10CC927CA154}" type="presOf" srcId="{C73DE49F-965D-46A9-9B79-8B5DC148CC4B}" destId="{D3862857-85C1-48CD-92C6-84AF58C75060}" srcOrd="0" destOrd="1" presId="urn:microsoft.com/office/officeart/2005/8/layout/list1"/>
    <dgm:cxn modelId="{DD9749A3-A737-4622-B2B7-F4C7F0C65715}" type="presOf" srcId="{78C7A15D-97B2-4685-9248-0B4F43921995}" destId="{9FF7C330-C6E5-43A3-B8A2-3FD6FB3FB6AF}" srcOrd="0" destOrd="2" presId="urn:microsoft.com/office/officeart/2005/8/layout/list1"/>
    <dgm:cxn modelId="{5C8D37C4-484E-4B93-95D9-DC4998FD9AF3}" srcId="{DE8F381C-A0E3-4B41-AD69-C63D2E751E23}" destId="{D780DDB2-6B26-4D21-B5B0-F9116A59F435}" srcOrd="2" destOrd="0" parTransId="{37E651CF-68EA-4CB2-9334-156F78EB6F70}" sibTransId="{654B7B3A-8DDB-4BC5-A823-F08322C723C4}"/>
    <dgm:cxn modelId="{AAB054C5-9AB0-4692-9AFF-B9CD208061D1}" type="presOf" srcId="{EA7FE05D-3F43-4B8D-8260-97CB82E17DBE}" destId="{9FF7C330-C6E5-43A3-B8A2-3FD6FB3FB6AF}" srcOrd="0" destOrd="3" presId="urn:microsoft.com/office/officeart/2005/8/layout/list1"/>
    <dgm:cxn modelId="{AF3371C7-53FA-461B-81C1-C3F9328F877C}" srcId="{B44C2D4C-58ED-4E9A-9261-2942CA7605B0}" destId="{78C7A15D-97B2-4685-9248-0B4F43921995}" srcOrd="2" destOrd="0" parTransId="{31B6A6A6-7DFF-4DC7-AE24-6DA7573908AF}" sibTransId="{705361D8-EDE4-48BC-A444-A411F56BB1B5}"/>
    <dgm:cxn modelId="{196390DE-1110-4E06-B9C7-22D8E7EA2537}" type="presOf" srcId="{B44C2D4C-58ED-4E9A-9261-2942CA7605B0}" destId="{14D96B29-0C7D-4742-ACBC-B4328E590A7B}" srcOrd="1" destOrd="0" presId="urn:microsoft.com/office/officeart/2005/8/layout/list1"/>
    <dgm:cxn modelId="{92E8EBE0-B8CA-4B67-BDA0-C867FC632510}" type="presOf" srcId="{B44C2D4C-58ED-4E9A-9261-2942CA7605B0}" destId="{56F491B3-96B8-49B8-A7FD-8904BE1B42B5}" srcOrd="0" destOrd="0" presId="urn:microsoft.com/office/officeart/2005/8/layout/list1"/>
    <dgm:cxn modelId="{9F8F69E5-22E3-48C3-99AF-23CA03DDB271}" type="presOf" srcId="{66369922-2257-4FCD-99A3-52A9C0508136}" destId="{D3862857-85C1-48CD-92C6-84AF58C75060}" srcOrd="0" destOrd="0" presId="urn:microsoft.com/office/officeart/2005/8/layout/list1"/>
    <dgm:cxn modelId="{E3D860FD-816A-498F-8480-37A267688C3B}" type="presParOf" srcId="{C38653C4-A2F7-4C04-AA90-1BDDEAB73937}" destId="{AC7F65B5-D94A-4BEF-AF17-2D63F892F865}" srcOrd="0" destOrd="0" presId="urn:microsoft.com/office/officeart/2005/8/layout/list1"/>
    <dgm:cxn modelId="{66EC1094-021A-49FD-AF11-E4D5036DB97C}" type="presParOf" srcId="{AC7F65B5-D94A-4BEF-AF17-2D63F892F865}" destId="{3C304B6E-4A28-48C4-A374-5A96DA7E149F}" srcOrd="0" destOrd="0" presId="urn:microsoft.com/office/officeart/2005/8/layout/list1"/>
    <dgm:cxn modelId="{11D19A69-7D54-40FC-BEB2-5F93549DBB2F}" type="presParOf" srcId="{AC7F65B5-D94A-4BEF-AF17-2D63F892F865}" destId="{70681A12-BB79-4FA5-AA1D-9E1907C51158}" srcOrd="1" destOrd="0" presId="urn:microsoft.com/office/officeart/2005/8/layout/list1"/>
    <dgm:cxn modelId="{18A9E0D2-3E03-4FFC-B480-5A677CE9989E}" type="presParOf" srcId="{C38653C4-A2F7-4C04-AA90-1BDDEAB73937}" destId="{B2DFB58E-295D-4A41-88BF-F0235E4031CA}" srcOrd="1" destOrd="0" presId="urn:microsoft.com/office/officeart/2005/8/layout/list1"/>
    <dgm:cxn modelId="{40C152FB-F34A-4A53-ADB3-F32420A83D43}" type="presParOf" srcId="{C38653C4-A2F7-4C04-AA90-1BDDEAB73937}" destId="{D3862857-85C1-48CD-92C6-84AF58C75060}" srcOrd="2" destOrd="0" presId="urn:microsoft.com/office/officeart/2005/8/layout/list1"/>
    <dgm:cxn modelId="{F5FA4332-BD73-4E6D-97FD-C9AA2D76C411}" type="presParOf" srcId="{C38653C4-A2F7-4C04-AA90-1BDDEAB73937}" destId="{5EE47642-1837-4962-B4EC-B7820C85A7CA}" srcOrd="3" destOrd="0" presId="urn:microsoft.com/office/officeart/2005/8/layout/list1"/>
    <dgm:cxn modelId="{07A390A8-9C54-456C-8D44-880E163ACD7F}" type="presParOf" srcId="{C38653C4-A2F7-4C04-AA90-1BDDEAB73937}" destId="{D6F5A305-33EF-4598-9E86-CBFFA6171DC8}" srcOrd="4" destOrd="0" presId="urn:microsoft.com/office/officeart/2005/8/layout/list1"/>
    <dgm:cxn modelId="{9669200D-4A10-44CB-BCA5-30EA35D89C71}" type="presParOf" srcId="{D6F5A305-33EF-4598-9E86-CBFFA6171DC8}" destId="{56F491B3-96B8-49B8-A7FD-8904BE1B42B5}" srcOrd="0" destOrd="0" presId="urn:microsoft.com/office/officeart/2005/8/layout/list1"/>
    <dgm:cxn modelId="{117DAFDD-8B47-404E-B1EC-DD2E922CAFCA}" type="presParOf" srcId="{D6F5A305-33EF-4598-9E86-CBFFA6171DC8}" destId="{14D96B29-0C7D-4742-ACBC-B4328E590A7B}" srcOrd="1" destOrd="0" presId="urn:microsoft.com/office/officeart/2005/8/layout/list1"/>
    <dgm:cxn modelId="{28CDD38B-9E90-40DC-9B1F-DAE3743B3B7A}" type="presParOf" srcId="{C38653C4-A2F7-4C04-AA90-1BDDEAB73937}" destId="{0650E010-BE5B-4492-9199-6045D433CF7C}" srcOrd="5" destOrd="0" presId="urn:microsoft.com/office/officeart/2005/8/layout/list1"/>
    <dgm:cxn modelId="{120A40CF-4F93-42D8-867A-BCAA54763DE7}" type="presParOf" srcId="{C38653C4-A2F7-4C04-AA90-1BDDEAB73937}" destId="{9FF7C330-C6E5-43A3-B8A2-3FD6FB3FB6AF}" srcOrd="6" destOrd="0" presId="urn:microsoft.com/office/officeart/2005/8/layout/list1"/>
    <dgm:cxn modelId="{89F05C64-95B0-45E5-8105-EED5CF8A4415}" type="presParOf" srcId="{C38653C4-A2F7-4C04-AA90-1BDDEAB73937}" destId="{7F657394-452A-4742-B60D-3241A9B5DCAF}" srcOrd="7" destOrd="0" presId="urn:microsoft.com/office/officeart/2005/8/layout/list1"/>
    <dgm:cxn modelId="{7E3ECCDB-B8F6-44EA-8F33-C8EF9B560E3C}" type="presParOf" srcId="{C38653C4-A2F7-4C04-AA90-1BDDEAB73937}" destId="{AB27560D-7322-4241-817E-9067E274A977}" srcOrd="8" destOrd="0" presId="urn:microsoft.com/office/officeart/2005/8/layout/list1"/>
    <dgm:cxn modelId="{1EEE430E-5D61-4BA4-B746-989FCDAF8BA4}" type="presParOf" srcId="{AB27560D-7322-4241-817E-9067E274A977}" destId="{86893C17-BD51-4E50-98F0-1C57E9214C05}" srcOrd="0" destOrd="0" presId="urn:microsoft.com/office/officeart/2005/8/layout/list1"/>
    <dgm:cxn modelId="{3A493C7E-98A3-4A1A-873C-AF42EE1A1D07}" type="presParOf" srcId="{AB27560D-7322-4241-817E-9067E274A977}" destId="{4BF0FE41-8FE8-4C33-A475-1B0588B5006A}" srcOrd="1" destOrd="0" presId="urn:microsoft.com/office/officeart/2005/8/layout/list1"/>
    <dgm:cxn modelId="{90EEE72D-8849-4A7E-967D-C9B4D6525285}" type="presParOf" srcId="{C38653C4-A2F7-4C04-AA90-1BDDEAB73937}" destId="{474E09F6-E44D-4303-962B-80D7835D4D36}" srcOrd="9" destOrd="0" presId="urn:microsoft.com/office/officeart/2005/8/layout/list1"/>
    <dgm:cxn modelId="{04616889-A823-458A-93FC-3878845E86B7}" type="presParOf" srcId="{C38653C4-A2F7-4C04-AA90-1BDDEAB73937}" destId="{C838B978-8562-40CA-8887-49A72FBC342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73CFE27-9FEA-4891-83B9-8759DD38A6BB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A5349F58-7B2C-4CCA-8095-AD2A45327CEE}">
      <dgm:prSet phldrT="[文本]"/>
      <dgm:spPr/>
      <dgm:t>
        <a:bodyPr/>
        <a:lstStyle/>
        <a:p>
          <a:r>
            <a:rPr lang="zh-CN" altLang="en-US"/>
            <a:t>连接数据库 </a:t>
          </a:r>
          <a:r>
            <a:rPr lang="en-US" altLang="en-US"/>
            <a:t>mysql –h *** -uroot -p</a:t>
          </a:r>
          <a:endParaRPr lang="zh-CN" altLang="en-US"/>
        </a:p>
      </dgm:t>
    </dgm:pt>
    <dgm:pt modelId="{BD5305E7-F807-4710-A829-046B76EA06DD}" type="parTrans" cxnId="{C82AD1B6-F1FF-4C55-BB12-0C24FAFDC344}">
      <dgm:prSet/>
      <dgm:spPr/>
      <dgm:t>
        <a:bodyPr/>
        <a:lstStyle/>
        <a:p>
          <a:endParaRPr lang="zh-CN" altLang="en-US"/>
        </a:p>
      </dgm:t>
    </dgm:pt>
    <dgm:pt modelId="{909E5BAD-5C28-440A-9B66-72FA5736AEEF}" type="sibTrans" cxnId="{C82AD1B6-F1FF-4C55-BB12-0C24FAFDC344}">
      <dgm:prSet/>
      <dgm:spPr/>
      <dgm:t>
        <a:bodyPr/>
        <a:lstStyle/>
        <a:p>
          <a:endParaRPr lang="zh-CN" altLang="en-US"/>
        </a:p>
      </dgm:t>
    </dgm:pt>
    <dgm:pt modelId="{E442DE08-AF1D-4886-8E38-6E8BAB41973C}">
      <dgm:prSet/>
      <dgm:spPr/>
      <dgm:t>
        <a:bodyPr/>
        <a:lstStyle/>
        <a:p>
          <a:r>
            <a:rPr lang="zh-CN" altLang="en-US"/>
            <a:t>显示数据库  </a:t>
          </a:r>
          <a:r>
            <a:rPr lang="en-US" altLang="en-US"/>
            <a:t>show database</a:t>
          </a:r>
          <a:r>
            <a:rPr lang="en-US" altLang="en-US">
              <a:solidFill>
                <a:srgbClr val="FF0000"/>
              </a:solidFill>
            </a:rPr>
            <a:t>s</a:t>
          </a:r>
          <a:r>
            <a:rPr lang="en-US" altLang="en-US"/>
            <a:t>;</a:t>
          </a:r>
          <a:endParaRPr lang="zh-CN" altLang="en-US"/>
        </a:p>
      </dgm:t>
    </dgm:pt>
    <dgm:pt modelId="{FBE0FC86-4C4F-4DD4-93E9-F40B9753081D}" type="parTrans" cxnId="{768491F4-85DC-4CBD-8CF8-5D48D928775B}">
      <dgm:prSet/>
      <dgm:spPr/>
      <dgm:t>
        <a:bodyPr/>
        <a:lstStyle/>
        <a:p>
          <a:endParaRPr lang="zh-CN" altLang="en-US"/>
        </a:p>
      </dgm:t>
    </dgm:pt>
    <dgm:pt modelId="{5ECA9A71-83F7-4108-B36A-F81FECBFD788}" type="sibTrans" cxnId="{768491F4-85DC-4CBD-8CF8-5D48D928775B}">
      <dgm:prSet/>
      <dgm:spPr/>
      <dgm:t>
        <a:bodyPr/>
        <a:lstStyle/>
        <a:p>
          <a:endParaRPr lang="zh-CN" altLang="en-US"/>
        </a:p>
      </dgm:t>
    </dgm:pt>
    <dgm:pt modelId="{28F02575-A7AB-4B2A-BFFC-3CA3A99EF6E4}">
      <dgm:prSet/>
      <dgm:spPr/>
      <dgm:t>
        <a:bodyPr/>
        <a:lstStyle/>
        <a:p>
          <a:r>
            <a:rPr lang="en-US" altLang="en-US"/>
            <a:t>mysql</a:t>
          </a:r>
          <a:r>
            <a:rPr lang="zh-CN" altLang="en-US"/>
            <a:t>创建数据库指定字符集（</a:t>
          </a:r>
          <a:r>
            <a:rPr lang="en-US" altLang="zh-CN"/>
            <a:t>+</a:t>
          </a:r>
          <a:r>
            <a:rPr lang="zh-CN" altLang="en-US"/>
            <a:t>排序规则）</a:t>
          </a:r>
        </a:p>
      </dgm:t>
    </dgm:pt>
    <dgm:pt modelId="{CABE445C-A816-4206-BB31-6EB95156A8C0}" type="parTrans" cxnId="{1B35257C-ED21-4017-A374-75F1B99D20F3}">
      <dgm:prSet/>
      <dgm:spPr/>
      <dgm:t>
        <a:bodyPr/>
        <a:lstStyle/>
        <a:p>
          <a:endParaRPr lang="zh-CN" altLang="en-US"/>
        </a:p>
      </dgm:t>
    </dgm:pt>
    <dgm:pt modelId="{122D0B69-A591-468B-A97D-4FE3B5ED528E}" type="sibTrans" cxnId="{1B35257C-ED21-4017-A374-75F1B99D20F3}">
      <dgm:prSet/>
      <dgm:spPr/>
      <dgm:t>
        <a:bodyPr/>
        <a:lstStyle/>
        <a:p>
          <a:endParaRPr lang="zh-CN" altLang="en-US"/>
        </a:p>
      </dgm:t>
    </dgm:pt>
    <dgm:pt modelId="{1B8E0EED-FC24-4775-927D-4E1BB8219B5D}">
      <dgm:prSet/>
      <dgm:spPr/>
      <dgm:t>
        <a:bodyPr/>
        <a:lstStyle/>
        <a:p>
          <a:r>
            <a:rPr lang="zh-CN" altLang="en-US"/>
            <a:t>选择数据库</a:t>
          </a:r>
        </a:p>
      </dgm:t>
    </dgm:pt>
    <dgm:pt modelId="{7C83F565-C6FC-4BDF-B64F-DBDAD244E7DB}" type="parTrans" cxnId="{D2616B9B-0BFE-4305-A237-48F0BAA0D6EA}">
      <dgm:prSet/>
      <dgm:spPr/>
      <dgm:t>
        <a:bodyPr/>
        <a:lstStyle/>
        <a:p>
          <a:endParaRPr lang="zh-CN" altLang="en-US"/>
        </a:p>
      </dgm:t>
    </dgm:pt>
    <dgm:pt modelId="{A7C87DFB-DF53-4DA2-97C2-AFDC271F5FB1}" type="sibTrans" cxnId="{D2616B9B-0BFE-4305-A237-48F0BAA0D6EA}">
      <dgm:prSet/>
      <dgm:spPr/>
      <dgm:t>
        <a:bodyPr/>
        <a:lstStyle/>
        <a:p>
          <a:endParaRPr lang="zh-CN" altLang="en-US"/>
        </a:p>
      </dgm:t>
    </dgm:pt>
    <dgm:pt modelId="{9179F4F0-3D90-4029-8DDE-2186886E4A2A}">
      <dgm:prSet/>
      <dgm:spPr/>
      <dgm:t>
        <a:bodyPr/>
        <a:lstStyle/>
        <a:p>
          <a:r>
            <a:rPr lang="zh-CN" altLang="en-US"/>
            <a:t>删除库：</a:t>
          </a:r>
          <a:r>
            <a:rPr lang="en-US" altLang="en-US"/>
            <a:t>drop</a:t>
          </a:r>
          <a:endParaRPr lang="zh-CN" altLang="en-US"/>
        </a:p>
      </dgm:t>
    </dgm:pt>
    <dgm:pt modelId="{CEDCC555-21FA-49CF-A7E0-38C2B6A49633}" type="parTrans" cxnId="{6111C15F-F2FE-4BCB-87D5-D1A23BEC6FB5}">
      <dgm:prSet/>
      <dgm:spPr/>
      <dgm:t>
        <a:bodyPr/>
        <a:lstStyle/>
        <a:p>
          <a:endParaRPr lang="zh-CN" altLang="en-US"/>
        </a:p>
      </dgm:t>
    </dgm:pt>
    <dgm:pt modelId="{3B0D8FE5-566D-4FAD-972D-448BEDAF857D}" type="sibTrans" cxnId="{6111C15F-F2FE-4BCB-87D5-D1A23BEC6FB5}">
      <dgm:prSet/>
      <dgm:spPr/>
      <dgm:t>
        <a:bodyPr/>
        <a:lstStyle/>
        <a:p>
          <a:endParaRPr lang="zh-CN" altLang="en-US"/>
        </a:p>
      </dgm:t>
    </dgm:pt>
    <dgm:pt modelId="{1293D402-F50E-4C81-AC5C-8763D440992F}">
      <dgm:prSet/>
      <dgm:spPr/>
      <dgm:t>
        <a:bodyPr/>
        <a:lstStyle/>
        <a:p>
          <a:r>
            <a:rPr lang="zh-CN" altLang="en-US"/>
            <a:t>数据库重命名</a:t>
          </a:r>
        </a:p>
      </dgm:t>
    </dgm:pt>
    <dgm:pt modelId="{4FB92C5D-BCD7-4314-85ED-AA50D405ED25}" type="parTrans" cxnId="{95C1B4A7-A8EE-4DC0-9319-9D2EE6C85A29}">
      <dgm:prSet/>
      <dgm:spPr/>
      <dgm:t>
        <a:bodyPr/>
        <a:lstStyle/>
        <a:p>
          <a:endParaRPr lang="zh-CN" altLang="en-US"/>
        </a:p>
      </dgm:t>
    </dgm:pt>
    <dgm:pt modelId="{C69918EE-32D2-4651-BF5F-7CFBE7D4A14B}" type="sibTrans" cxnId="{95C1B4A7-A8EE-4DC0-9319-9D2EE6C85A29}">
      <dgm:prSet/>
      <dgm:spPr/>
      <dgm:t>
        <a:bodyPr/>
        <a:lstStyle/>
        <a:p>
          <a:endParaRPr lang="zh-CN" altLang="en-US"/>
        </a:p>
      </dgm:t>
    </dgm:pt>
    <dgm:pt modelId="{ADBA344A-B087-4F6C-9A63-E610BDE30E06}">
      <dgm:prSet/>
      <dgm:spPr/>
      <dgm:t>
        <a:bodyPr/>
        <a:lstStyle/>
        <a:p>
          <a:r>
            <a:rPr lang="en-US" altLang="zh-CN"/>
            <a:t>create database *** default charset utf8 collate utf8_general_ci;</a:t>
          </a:r>
          <a:endParaRPr lang="zh-CN" altLang="en-US"/>
        </a:p>
      </dgm:t>
    </dgm:pt>
    <dgm:pt modelId="{A4E1D09E-BC5A-46B3-BBA6-FE033DC6A692}" type="parTrans" cxnId="{24EDC924-5409-4EA2-84E2-78293B0F5E73}">
      <dgm:prSet/>
      <dgm:spPr/>
      <dgm:t>
        <a:bodyPr/>
        <a:lstStyle/>
        <a:p>
          <a:endParaRPr lang="zh-CN" altLang="en-US"/>
        </a:p>
      </dgm:t>
    </dgm:pt>
    <dgm:pt modelId="{C167288A-7E8D-4AD9-84ED-FA26FCEC443B}" type="sibTrans" cxnId="{24EDC924-5409-4EA2-84E2-78293B0F5E73}">
      <dgm:prSet/>
      <dgm:spPr/>
      <dgm:t>
        <a:bodyPr/>
        <a:lstStyle/>
        <a:p>
          <a:endParaRPr lang="zh-CN" altLang="en-US"/>
        </a:p>
      </dgm:t>
    </dgm:pt>
    <dgm:pt modelId="{BCEA2D56-84ED-4B7C-96A3-45181A97F09D}">
      <dgm:prSet/>
      <dgm:spPr/>
      <dgm:t>
        <a:bodyPr/>
        <a:lstStyle/>
        <a:p>
          <a:r>
            <a:rPr lang="en-US" altLang="zh-CN"/>
            <a:t>use ***</a:t>
          </a:r>
          <a:endParaRPr lang="zh-CN" altLang="en-US"/>
        </a:p>
      </dgm:t>
    </dgm:pt>
    <dgm:pt modelId="{54581A6F-5E71-4D44-91DC-18B417DE6AEA}" type="parTrans" cxnId="{651B105D-3D67-46C1-BF42-94FF5C1ED49D}">
      <dgm:prSet/>
      <dgm:spPr/>
      <dgm:t>
        <a:bodyPr/>
        <a:lstStyle/>
        <a:p>
          <a:endParaRPr lang="zh-CN" altLang="en-US"/>
        </a:p>
      </dgm:t>
    </dgm:pt>
    <dgm:pt modelId="{C0A7EABD-FAF7-493A-BAA4-ACC870D4E261}" type="sibTrans" cxnId="{651B105D-3D67-46C1-BF42-94FF5C1ED49D}">
      <dgm:prSet/>
      <dgm:spPr/>
      <dgm:t>
        <a:bodyPr/>
        <a:lstStyle/>
        <a:p>
          <a:endParaRPr lang="zh-CN" altLang="en-US"/>
        </a:p>
      </dgm:t>
    </dgm:pt>
    <dgm:pt modelId="{B6C090C6-E225-4464-8B0E-C78603EDF89A}">
      <dgm:prSet/>
      <dgm:spPr/>
      <dgm:t>
        <a:bodyPr/>
        <a:lstStyle/>
        <a:p>
          <a:r>
            <a:rPr lang="en-US" altLang="zh-CN" dirty="0"/>
            <a:t>1. </a:t>
          </a:r>
          <a:r>
            <a:rPr lang="en-US" altLang="zh-CN" dirty="0" err="1"/>
            <a:t>MyISAM</a:t>
          </a:r>
          <a:r>
            <a:rPr lang="zh-CN" altLang="en-US" dirty="0"/>
            <a:t>，关闭数据库改文件夹名字；</a:t>
          </a:r>
          <a:r>
            <a:rPr lang="en-US" altLang="zh-CN" dirty="0"/>
            <a:t>2. </a:t>
          </a:r>
          <a:r>
            <a:rPr lang="zh-CN" altLang="en-US" dirty="0"/>
            <a:t>创建新库，修改全部表名为新库表名；</a:t>
          </a:r>
          <a:r>
            <a:rPr lang="en-US" altLang="zh-CN" dirty="0"/>
            <a:t>3. </a:t>
          </a:r>
          <a:r>
            <a:rPr lang="zh-CN" altLang="en-US" dirty="0"/>
            <a:t>导出再导入</a:t>
          </a:r>
        </a:p>
      </dgm:t>
    </dgm:pt>
    <dgm:pt modelId="{3A57ED14-76E6-44DC-B41A-F5D531D3100F}" type="parTrans" cxnId="{51D629E1-A145-42B5-BD9B-62395F8CA13F}">
      <dgm:prSet/>
      <dgm:spPr/>
      <dgm:t>
        <a:bodyPr/>
        <a:lstStyle/>
        <a:p>
          <a:endParaRPr lang="zh-CN" altLang="en-US"/>
        </a:p>
      </dgm:t>
    </dgm:pt>
    <dgm:pt modelId="{60658E54-6F15-4983-BC8B-D650355E3FFC}" type="sibTrans" cxnId="{51D629E1-A145-42B5-BD9B-62395F8CA13F}">
      <dgm:prSet/>
      <dgm:spPr/>
      <dgm:t>
        <a:bodyPr/>
        <a:lstStyle/>
        <a:p>
          <a:endParaRPr lang="zh-CN" altLang="en-US"/>
        </a:p>
      </dgm:t>
    </dgm:pt>
    <dgm:pt modelId="{C6861885-C88E-4FA6-9F3F-D7CEDDD7A43C}" type="pres">
      <dgm:prSet presAssocID="{073CFE27-9FEA-4891-83B9-8759DD38A6BB}" presName="linear" presStyleCnt="0">
        <dgm:presLayoutVars>
          <dgm:dir/>
          <dgm:animLvl val="lvl"/>
          <dgm:resizeHandles val="exact"/>
        </dgm:presLayoutVars>
      </dgm:prSet>
      <dgm:spPr/>
    </dgm:pt>
    <dgm:pt modelId="{728BE9DD-A819-4154-A324-01EE142374A0}" type="pres">
      <dgm:prSet presAssocID="{A5349F58-7B2C-4CCA-8095-AD2A45327CEE}" presName="parentLin" presStyleCnt="0"/>
      <dgm:spPr/>
    </dgm:pt>
    <dgm:pt modelId="{03E251EF-6137-4D3E-A816-E88936C65142}" type="pres">
      <dgm:prSet presAssocID="{A5349F58-7B2C-4CCA-8095-AD2A45327CEE}" presName="parentLeftMargin" presStyleLbl="node1" presStyleIdx="0" presStyleCnt="6"/>
      <dgm:spPr/>
    </dgm:pt>
    <dgm:pt modelId="{BD38B50F-A21D-4417-9CEF-7C77938826A3}" type="pres">
      <dgm:prSet presAssocID="{A5349F58-7B2C-4CCA-8095-AD2A45327CEE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71BBDF16-699F-4A5E-8F3F-86380DFAC4C8}" type="pres">
      <dgm:prSet presAssocID="{A5349F58-7B2C-4CCA-8095-AD2A45327CEE}" presName="negativeSpace" presStyleCnt="0"/>
      <dgm:spPr/>
    </dgm:pt>
    <dgm:pt modelId="{32F3C73E-9CDB-4DBC-9190-CADC40012B65}" type="pres">
      <dgm:prSet presAssocID="{A5349F58-7B2C-4CCA-8095-AD2A45327CEE}" presName="childText" presStyleLbl="conFgAcc1" presStyleIdx="0" presStyleCnt="6">
        <dgm:presLayoutVars>
          <dgm:bulletEnabled val="1"/>
        </dgm:presLayoutVars>
      </dgm:prSet>
      <dgm:spPr/>
    </dgm:pt>
    <dgm:pt modelId="{464EB0ED-3CC7-444D-A0FF-F8FCC7C4FFCC}" type="pres">
      <dgm:prSet presAssocID="{909E5BAD-5C28-440A-9B66-72FA5736AEEF}" presName="spaceBetweenRectangles" presStyleCnt="0"/>
      <dgm:spPr/>
    </dgm:pt>
    <dgm:pt modelId="{63C04D50-B2E0-41DE-BE10-3B57EF71BAF1}" type="pres">
      <dgm:prSet presAssocID="{E442DE08-AF1D-4886-8E38-6E8BAB41973C}" presName="parentLin" presStyleCnt="0"/>
      <dgm:spPr/>
    </dgm:pt>
    <dgm:pt modelId="{AA8EBE29-56B9-42C1-97BD-D864B70C1A82}" type="pres">
      <dgm:prSet presAssocID="{E442DE08-AF1D-4886-8E38-6E8BAB41973C}" presName="parentLeftMargin" presStyleLbl="node1" presStyleIdx="0" presStyleCnt="6"/>
      <dgm:spPr/>
    </dgm:pt>
    <dgm:pt modelId="{86E0B996-EB7D-4A29-8820-2FD9A9D2D84F}" type="pres">
      <dgm:prSet presAssocID="{E442DE08-AF1D-4886-8E38-6E8BAB41973C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D0232792-289E-416B-B2FA-7BB1EE3C8C84}" type="pres">
      <dgm:prSet presAssocID="{E442DE08-AF1D-4886-8E38-6E8BAB41973C}" presName="negativeSpace" presStyleCnt="0"/>
      <dgm:spPr/>
    </dgm:pt>
    <dgm:pt modelId="{04FFFA79-B708-4059-8D9F-4A7DC85F1D2A}" type="pres">
      <dgm:prSet presAssocID="{E442DE08-AF1D-4886-8E38-6E8BAB41973C}" presName="childText" presStyleLbl="conFgAcc1" presStyleIdx="1" presStyleCnt="6">
        <dgm:presLayoutVars>
          <dgm:bulletEnabled val="1"/>
        </dgm:presLayoutVars>
      </dgm:prSet>
      <dgm:spPr/>
    </dgm:pt>
    <dgm:pt modelId="{EDA66A20-5B8A-4744-88D3-8665097B4F3C}" type="pres">
      <dgm:prSet presAssocID="{5ECA9A71-83F7-4108-B36A-F81FECBFD788}" presName="spaceBetweenRectangles" presStyleCnt="0"/>
      <dgm:spPr/>
    </dgm:pt>
    <dgm:pt modelId="{E18F4C0C-2BEA-4E74-9DB7-A84F947B04B6}" type="pres">
      <dgm:prSet presAssocID="{28F02575-A7AB-4B2A-BFFC-3CA3A99EF6E4}" presName="parentLin" presStyleCnt="0"/>
      <dgm:spPr/>
    </dgm:pt>
    <dgm:pt modelId="{9CE5DBD6-1DC6-40F2-8CFC-724EAFCBBA65}" type="pres">
      <dgm:prSet presAssocID="{28F02575-A7AB-4B2A-BFFC-3CA3A99EF6E4}" presName="parentLeftMargin" presStyleLbl="node1" presStyleIdx="1" presStyleCnt="6"/>
      <dgm:spPr/>
    </dgm:pt>
    <dgm:pt modelId="{B5665193-7CB4-4E56-9157-427F064A3640}" type="pres">
      <dgm:prSet presAssocID="{28F02575-A7AB-4B2A-BFFC-3CA3A99EF6E4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CD088ED4-D3FE-45B0-AF86-8534486F3B36}" type="pres">
      <dgm:prSet presAssocID="{28F02575-A7AB-4B2A-BFFC-3CA3A99EF6E4}" presName="negativeSpace" presStyleCnt="0"/>
      <dgm:spPr/>
    </dgm:pt>
    <dgm:pt modelId="{9EE6A57C-46AE-4339-A10A-8E5C1ED46A23}" type="pres">
      <dgm:prSet presAssocID="{28F02575-A7AB-4B2A-BFFC-3CA3A99EF6E4}" presName="childText" presStyleLbl="conFgAcc1" presStyleIdx="2" presStyleCnt="6">
        <dgm:presLayoutVars>
          <dgm:bulletEnabled val="1"/>
        </dgm:presLayoutVars>
      </dgm:prSet>
      <dgm:spPr/>
    </dgm:pt>
    <dgm:pt modelId="{7437B477-43E9-4417-B3F2-B4C00C0BF486}" type="pres">
      <dgm:prSet presAssocID="{122D0B69-A591-468B-A97D-4FE3B5ED528E}" presName="spaceBetweenRectangles" presStyleCnt="0"/>
      <dgm:spPr/>
    </dgm:pt>
    <dgm:pt modelId="{D07CF7E3-1C04-4853-96E0-CE052997DA87}" type="pres">
      <dgm:prSet presAssocID="{1B8E0EED-FC24-4775-927D-4E1BB8219B5D}" presName="parentLin" presStyleCnt="0"/>
      <dgm:spPr/>
    </dgm:pt>
    <dgm:pt modelId="{4E39C592-1BB1-4583-9A3F-5F8C1A009F58}" type="pres">
      <dgm:prSet presAssocID="{1B8E0EED-FC24-4775-927D-4E1BB8219B5D}" presName="parentLeftMargin" presStyleLbl="node1" presStyleIdx="2" presStyleCnt="6"/>
      <dgm:spPr/>
    </dgm:pt>
    <dgm:pt modelId="{761CB1C3-C0A2-4653-8F55-ED6FA4AC7E97}" type="pres">
      <dgm:prSet presAssocID="{1B8E0EED-FC24-4775-927D-4E1BB8219B5D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CB54368F-2193-4F89-B13B-F4377263CF6F}" type="pres">
      <dgm:prSet presAssocID="{1B8E0EED-FC24-4775-927D-4E1BB8219B5D}" presName="negativeSpace" presStyleCnt="0"/>
      <dgm:spPr/>
    </dgm:pt>
    <dgm:pt modelId="{68EE562C-33AC-4C47-88DF-0FD9026F2B10}" type="pres">
      <dgm:prSet presAssocID="{1B8E0EED-FC24-4775-927D-4E1BB8219B5D}" presName="childText" presStyleLbl="conFgAcc1" presStyleIdx="3" presStyleCnt="6">
        <dgm:presLayoutVars>
          <dgm:bulletEnabled val="1"/>
        </dgm:presLayoutVars>
      </dgm:prSet>
      <dgm:spPr/>
    </dgm:pt>
    <dgm:pt modelId="{538ABC89-5D33-43B5-9DF4-4DD593CC22E0}" type="pres">
      <dgm:prSet presAssocID="{A7C87DFB-DF53-4DA2-97C2-AFDC271F5FB1}" presName="spaceBetweenRectangles" presStyleCnt="0"/>
      <dgm:spPr/>
    </dgm:pt>
    <dgm:pt modelId="{95FD1E25-F231-4863-BB6C-005145C51A5D}" type="pres">
      <dgm:prSet presAssocID="{9179F4F0-3D90-4029-8DDE-2186886E4A2A}" presName="parentLin" presStyleCnt="0"/>
      <dgm:spPr/>
    </dgm:pt>
    <dgm:pt modelId="{5F93D07A-5BD1-4B6B-B4F7-C06340506E29}" type="pres">
      <dgm:prSet presAssocID="{9179F4F0-3D90-4029-8DDE-2186886E4A2A}" presName="parentLeftMargin" presStyleLbl="node1" presStyleIdx="3" presStyleCnt="6"/>
      <dgm:spPr/>
    </dgm:pt>
    <dgm:pt modelId="{C25B7DE7-6E93-4205-8E42-7904BF852130}" type="pres">
      <dgm:prSet presAssocID="{9179F4F0-3D90-4029-8DDE-2186886E4A2A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3A2604A7-6FA3-4E0D-AE6B-B372896F77FE}" type="pres">
      <dgm:prSet presAssocID="{9179F4F0-3D90-4029-8DDE-2186886E4A2A}" presName="negativeSpace" presStyleCnt="0"/>
      <dgm:spPr/>
    </dgm:pt>
    <dgm:pt modelId="{1A54CB61-1305-4ABD-89B4-EC2DF12BB7C4}" type="pres">
      <dgm:prSet presAssocID="{9179F4F0-3D90-4029-8DDE-2186886E4A2A}" presName="childText" presStyleLbl="conFgAcc1" presStyleIdx="4" presStyleCnt="6">
        <dgm:presLayoutVars>
          <dgm:bulletEnabled val="1"/>
        </dgm:presLayoutVars>
      </dgm:prSet>
      <dgm:spPr/>
    </dgm:pt>
    <dgm:pt modelId="{5589B272-2B79-40A1-9132-8DFCBAE44EFD}" type="pres">
      <dgm:prSet presAssocID="{3B0D8FE5-566D-4FAD-972D-448BEDAF857D}" presName="spaceBetweenRectangles" presStyleCnt="0"/>
      <dgm:spPr/>
    </dgm:pt>
    <dgm:pt modelId="{9AC8CDE8-5455-470E-90BC-9E1BEDC37333}" type="pres">
      <dgm:prSet presAssocID="{1293D402-F50E-4C81-AC5C-8763D440992F}" presName="parentLin" presStyleCnt="0"/>
      <dgm:spPr/>
    </dgm:pt>
    <dgm:pt modelId="{322DDCC6-DAB3-4015-A8FC-551ACB9744B1}" type="pres">
      <dgm:prSet presAssocID="{1293D402-F50E-4C81-AC5C-8763D440992F}" presName="parentLeftMargin" presStyleLbl="node1" presStyleIdx="4" presStyleCnt="6"/>
      <dgm:spPr/>
    </dgm:pt>
    <dgm:pt modelId="{54CEF45A-FD2C-4FBF-91C2-375E3B71AAD0}" type="pres">
      <dgm:prSet presAssocID="{1293D402-F50E-4C81-AC5C-8763D440992F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5072C734-63E3-4E82-9FBF-6B1116401E92}" type="pres">
      <dgm:prSet presAssocID="{1293D402-F50E-4C81-AC5C-8763D440992F}" presName="negativeSpace" presStyleCnt="0"/>
      <dgm:spPr/>
    </dgm:pt>
    <dgm:pt modelId="{457E5988-EE7E-4E64-BC8A-E9142315458B}" type="pres">
      <dgm:prSet presAssocID="{1293D402-F50E-4C81-AC5C-8763D440992F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A7794007-7B65-49D2-BEC1-B864F64131A2}" type="presOf" srcId="{B6C090C6-E225-4464-8B0E-C78603EDF89A}" destId="{457E5988-EE7E-4E64-BC8A-E9142315458B}" srcOrd="0" destOrd="0" presId="urn:microsoft.com/office/officeart/2005/8/layout/list1"/>
    <dgm:cxn modelId="{24EDC924-5409-4EA2-84E2-78293B0F5E73}" srcId="{28F02575-A7AB-4B2A-BFFC-3CA3A99EF6E4}" destId="{ADBA344A-B087-4F6C-9A63-E610BDE30E06}" srcOrd="0" destOrd="0" parTransId="{A4E1D09E-BC5A-46B3-BBA6-FE033DC6A692}" sibTransId="{C167288A-7E8D-4AD9-84ED-FA26FCEC443B}"/>
    <dgm:cxn modelId="{1617C52E-2E4C-4438-A0F0-DE3645814C72}" type="presOf" srcId="{E442DE08-AF1D-4886-8E38-6E8BAB41973C}" destId="{AA8EBE29-56B9-42C1-97BD-D864B70C1A82}" srcOrd="0" destOrd="0" presId="urn:microsoft.com/office/officeart/2005/8/layout/list1"/>
    <dgm:cxn modelId="{32810740-939A-4B67-B0B3-BB3A25C0B318}" type="presOf" srcId="{BCEA2D56-84ED-4B7C-96A3-45181A97F09D}" destId="{68EE562C-33AC-4C47-88DF-0FD9026F2B10}" srcOrd="0" destOrd="0" presId="urn:microsoft.com/office/officeart/2005/8/layout/list1"/>
    <dgm:cxn modelId="{651B105D-3D67-46C1-BF42-94FF5C1ED49D}" srcId="{1B8E0EED-FC24-4775-927D-4E1BB8219B5D}" destId="{BCEA2D56-84ED-4B7C-96A3-45181A97F09D}" srcOrd="0" destOrd="0" parTransId="{54581A6F-5E71-4D44-91DC-18B417DE6AEA}" sibTransId="{C0A7EABD-FAF7-493A-BAA4-ACC870D4E261}"/>
    <dgm:cxn modelId="{BA4FB25E-0BDD-4016-9098-E773B9D0344F}" type="presOf" srcId="{1B8E0EED-FC24-4775-927D-4E1BB8219B5D}" destId="{761CB1C3-C0A2-4653-8F55-ED6FA4AC7E97}" srcOrd="1" destOrd="0" presId="urn:microsoft.com/office/officeart/2005/8/layout/list1"/>
    <dgm:cxn modelId="{B5B6975F-5DF7-46F4-B8BB-FC2DB4ABC828}" type="presOf" srcId="{28F02575-A7AB-4B2A-BFFC-3CA3A99EF6E4}" destId="{B5665193-7CB4-4E56-9157-427F064A3640}" srcOrd="1" destOrd="0" presId="urn:microsoft.com/office/officeart/2005/8/layout/list1"/>
    <dgm:cxn modelId="{6111C15F-F2FE-4BCB-87D5-D1A23BEC6FB5}" srcId="{073CFE27-9FEA-4891-83B9-8759DD38A6BB}" destId="{9179F4F0-3D90-4029-8DDE-2186886E4A2A}" srcOrd="4" destOrd="0" parTransId="{CEDCC555-21FA-49CF-A7E0-38C2B6A49633}" sibTransId="{3B0D8FE5-566D-4FAD-972D-448BEDAF857D}"/>
    <dgm:cxn modelId="{1F271B43-51D0-4393-A12B-E388AE764E7E}" type="presOf" srcId="{28F02575-A7AB-4B2A-BFFC-3CA3A99EF6E4}" destId="{9CE5DBD6-1DC6-40F2-8CFC-724EAFCBBA65}" srcOrd="0" destOrd="0" presId="urn:microsoft.com/office/officeart/2005/8/layout/list1"/>
    <dgm:cxn modelId="{899D3544-9F63-423D-B662-B6821C31583C}" type="presOf" srcId="{073CFE27-9FEA-4891-83B9-8759DD38A6BB}" destId="{C6861885-C88E-4FA6-9F3F-D7CEDDD7A43C}" srcOrd="0" destOrd="0" presId="urn:microsoft.com/office/officeart/2005/8/layout/list1"/>
    <dgm:cxn modelId="{1CE1AC64-90F4-4688-B536-7BC0FE1FC897}" type="presOf" srcId="{ADBA344A-B087-4F6C-9A63-E610BDE30E06}" destId="{9EE6A57C-46AE-4339-A10A-8E5C1ED46A23}" srcOrd="0" destOrd="0" presId="urn:microsoft.com/office/officeart/2005/8/layout/list1"/>
    <dgm:cxn modelId="{74B4EA68-BEA6-48E9-A481-0C39998E7D43}" type="presOf" srcId="{A5349F58-7B2C-4CCA-8095-AD2A45327CEE}" destId="{BD38B50F-A21D-4417-9CEF-7C77938826A3}" srcOrd="1" destOrd="0" presId="urn:microsoft.com/office/officeart/2005/8/layout/list1"/>
    <dgm:cxn modelId="{7A2B004C-F43C-4B0B-818A-6888A25D6463}" type="presOf" srcId="{E442DE08-AF1D-4886-8E38-6E8BAB41973C}" destId="{86E0B996-EB7D-4A29-8820-2FD9A9D2D84F}" srcOrd="1" destOrd="0" presId="urn:microsoft.com/office/officeart/2005/8/layout/list1"/>
    <dgm:cxn modelId="{202F0154-700D-4345-A21D-0E5FF1FD75B0}" type="presOf" srcId="{1B8E0EED-FC24-4775-927D-4E1BB8219B5D}" destId="{4E39C592-1BB1-4583-9A3F-5F8C1A009F58}" srcOrd="0" destOrd="0" presId="urn:microsoft.com/office/officeart/2005/8/layout/list1"/>
    <dgm:cxn modelId="{9C8A9C55-FB67-43FA-A4B1-48D21AA949DC}" type="presOf" srcId="{A5349F58-7B2C-4CCA-8095-AD2A45327CEE}" destId="{03E251EF-6137-4D3E-A816-E88936C65142}" srcOrd="0" destOrd="0" presId="urn:microsoft.com/office/officeart/2005/8/layout/list1"/>
    <dgm:cxn modelId="{1B35257C-ED21-4017-A374-75F1B99D20F3}" srcId="{073CFE27-9FEA-4891-83B9-8759DD38A6BB}" destId="{28F02575-A7AB-4B2A-BFFC-3CA3A99EF6E4}" srcOrd="2" destOrd="0" parTransId="{CABE445C-A816-4206-BB31-6EB95156A8C0}" sibTransId="{122D0B69-A591-468B-A97D-4FE3B5ED528E}"/>
    <dgm:cxn modelId="{D2616B9B-0BFE-4305-A237-48F0BAA0D6EA}" srcId="{073CFE27-9FEA-4891-83B9-8759DD38A6BB}" destId="{1B8E0EED-FC24-4775-927D-4E1BB8219B5D}" srcOrd="3" destOrd="0" parTransId="{7C83F565-C6FC-4BDF-B64F-DBDAD244E7DB}" sibTransId="{A7C87DFB-DF53-4DA2-97C2-AFDC271F5FB1}"/>
    <dgm:cxn modelId="{E3A1F09D-882F-4FDB-B2A6-00F8C907050B}" type="presOf" srcId="{9179F4F0-3D90-4029-8DDE-2186886E4A2A}" destId="{C25B7DE7-6E93-4205-8E42-7904BF852130}" srcOrd="1" destOrd="0" presId="urn:microsoft.com/office/officeart/2005/8/layout/list1"/>
    <dgm:cxn modelId="{95C1B4A7-A8EE-4DC0-9319-9D2EE6C85A29}" srcId="{073CFE27-9FEA-4891-83B9-8759DD38A6BB}" destId="{1293D402-F50E-4C81-AC5C-8763D440992F}" srcOrd="5" destOrd="0" parTransId="{4FB92C5D-BCD7-4314-85ED-AA50D405ED25}" sibTransId="{C69918EE-32D2-4651-BF5F-7CFBE7D4A14B}"/>
    <dgm:cxn modelId="{C82AD1B6-F1FF-4C55-BB12-0C24FAFDC344}" srcId="{073CFE27-9FEA-4891-83B9-8759DD38A6BB}" destId="{A5349F58-7B2C-4CCA-8095-AD2A45327CEE}" srcOrd="0" destOrd="0" parTransId="{BD5305E7-F807-4710-A829-046B76EA06DD}" sibTransId="{909E5BAD-5C28-440A-9B66-72FA5736AEEF}"/>
    <dgm:cxn modelId="{96EB03BC-1E1B-44B6-BC7E-3D292372E6AC}" type="presOf" srcId="{1293D402-F50E-4C81-AC5C-8763D440992F}" destId="{54CEF45A-FD2C-4FBF-91C2-375E3B71AAD0}" srcOrd="1" destOrd="0" presId="urn:microsoft.com/office/officeart/2005/8/layout/list1"/>
    <dgm:cxn modelId="{A15601DB-DFD8-47FA-A768-57A7541C4B39}" type="presOf" srcId="{1293D402-F50E-4C81-AC5C-8763D440992F}" destId="{322DDCC6-DAB3-4015-A8FC-551ACB9744B1}" srcOrd="0" destOrd="0" presId="urn:microsoft.com/office/officeart/2005/8/layout/list1"/>
    <dgm:cxn modelId="{51D629E1-A145-42B5-BD9B-62395F8CA13F}" srcId="{1293D402-F50E-4C81-AC5C-8763D440992F}" destId="{B6C090C6-E225-4464-8B0E-C78603EDF89A}" srcOrd="0" destOrd="0" parTransId="{3A57ED14-76E6-44DC-B41A-F5D531D3100F}" sibTransId="{60658E54-6F15-4983-BC8B-D650355E3FFC}"/>
    <dgm:cxn modelId="{A2A167E7-E686-4BFB-AD4B-69E978F3A265}" type="presOf" srcId="{9179F4F0-3D90-4029-8DDE-2186886E4A2A}" destId="{5F93D07A-5BD1-4B6B-B4F7-C06340506E29}" srcOrd="0" destOrd="0" presId="urn:microsoft.com/office/officeart/2005/8/layout/list1"/>
    <dgm:cxn modelId="{768491F4-85DC-4CBD-8CF8-5D48D928775B}" srcId="{073CFE27-9FEA-4891-83B9-8759DD38A6BB}" destId="{E442DE08-AF1D-4886-8E38-6E8BAB41973C}" srcOrd="1" destOrd="0" parTransId="{FBE0FC86-4C4F-4DD4-93E9-F40B9753081D}" sibTransId="{5ECA9A71-83F7-4108-B36A-F81FECBFD788}"/>
    <dgm:cxn modelId="{4EF98A07-5946-45A5-BBDE-927651055436}" type="presParOf" srcId="{C6861885-C88E-4FA6-9F3F-D7CEDDD7A43C}" destId="{728BE9DD-A819-4154-A324-01EE142374A0}" srcOrd="0" destOrd="0" presId="urn:microsoft.com/office/officeart/2005/8/layout/list1"/>
    <dgm:cxn modelId="{98C7060E-D3F4-463B-8E89-3F360AFA9D5E}" type="presParOf" srcId="{728BE9DD-A819-4154-A324-01EE142374A0}" destId="{03E251EF-6137-4D3E-A816-E88936C65142}" srcOrd="0" destOrd="0" presId="urn:microsoft.com/office/officeart/2005/8/layout/list1"/>
    <dgm:cxn modelId="{6BC5B0E2-5209-4E38-A2A7-99BF88D51B5F}" type="presParOf" srcId="{728BE9DD-A819-4154-A324-01EE142374A0}" destId="{BD38B50F-A21D-4417-9CEF-7C77938826A3}" srcOrd="1" destOrd="0" presId="urn:microsoft.com/office/officeart/2005/8/layout/list1"/>
    <dgm:cxn modelId="{62FDE48E-A014-4C26-A44D-E2614B75D397}" type="presParOf" srcId="{C6861885-C88E-4FA6-9F3F-D7CEDDD7A43C}" destId="{71BBDF16-699F-4A5E-8F3F-86380DFAC4C8}" srcOrd="1" destOrd="0" presId="urn:microsoft.com/office/officeart/2005/8/layout/list1"/>
    <dgm:cxn modelId="{478F274C-DBD9-4FDE-A802-118806D30D81}" type="presParOf" srcId="{C6861885-C88E-4FA6-9F3F-D7CEDDD7A43C}" destId="{32F3C73E-9CDB-4DBC-9190-CADC40012B65}" srcOrd="2" destOrd="0" presId="urn:microsoft.com/office/officeart/2005/8/layout/list1"/>
    <dgm:cxn modelId="{AAEF2DED-207B-422D-93F1-2B4176D50A57}" type="presParOf" srcId="{C6861885-C88E-4FA6-9F3F-D7CEDDD7A43C}" destId="{464EB0ED-3CC7-444D-A0FF-F8FCC7C4FFCC}" srcOrd="3" destOrd="0" presId="urn:microsoft.com/office/officeart/2005/8/layout/list1"/>
    <dgm:cxn modelId="{67C09A98-DA03-4980-ABC2-6A8B18FDB5BF}" type="presParOf" srcId="{C6861885-C88E-4FA6-9F3F-D7CEDDD7A43C}" destId="{63C04D50-B2E0-41DE-BE10-3B57EF71BAF1}" srcOrd="4" destOrd="0" presId="urn:microsoft.com/office/officeart/2005/8/layout/list1"/>
    <dgm:cxn modelId="{150C1056-889F-4F97-8DF8-9F16E9173A54}" type="presParOf" srcId="{63C04D50-B2E0-41DE-BE10-3B57EF71BAF1}" destId="{AA8EBE29-56B9-42C1-97BD-D864B70C1A82}" srcOrd="0" destOrd="0" presId="urn:microsoft.com/office/officeart/2005/8/layout/list1"/>
    <dgm:cxn modelId="{54989076-DC23-4B7E-A727-5189A3C8EFBC}" type="presParOf" srcId="{63C04D50-B2E0-41DE-BE10-3B57EF71BAF1}" destId="{86E0B996-EB7D-4A29-8820-2FD9A9D2D84F}" srcOrd="1" destOrd="0" presId="urn:microsoft.com/office/officeart/2005/8/layout/list1"/>
    <dgm:cxn modelId="{E3000C5C-54EC-4F54-99CF-7057C46B588A}" type="presParOf" srcId="{C6861885-C88E-4FA6-9F3F-D7CEDDD7A43C}" destId="{D0232792-289E-416B-B2FA-7BB1EE3C8C84}" srcOrd="5" destOrd="0" presId="urn:microsoft.com/office/officeart/2005/8/layout/list1"/>
    <dgm:cxn modelId="{43BFA54D-0B60-4284-80F6-58F2B9B4B720}" type="presParOf" srcId="{C6861885-C88E-4FA6-9F3F-D7CEDDD7A43C}" destId="{04FFFA79-B708-4059-8D9F-4A7DC85F1D2A}" srcOrd="6" destOrd="0" presId="urn:microsoft.com/office/officeart/2005/8/layout/list1"/>
    <dgm:cxn modelId="{6162B595-293F-4380-92A2-3D0632C8C274}" type="presParOf" srcId="{C6861885-C88E-4FA6-9F3F-D7CEDDD7A43C}" destId="{EDA66A20-5B8A-4744-88D3-8665097B4F3C}" srcOrd="7" destOrd="0" presId="urn:microsoft.com/office/officeart/2005/8/layout/list1"/>
    <dgm:cxn modelId="{255D2EC5-6C49-4741-827F-E55E2A17B922}" type="presParOf" srcId="{C6861885-C88E-4FA6-9F3F-D7CEDDD7A43C}" destId="{E18F4C0C-2BEA-4E74-9DB7-A84F947B04B6}" srcOrd="8" destOrd="0" presId="urn:microsoft.com/office/officeart/2005/8/layout/list1"/>
    <dgm:cxn modelId="{7CEF19C3-28C6-49A9-A7A1-3DC82AD44DC7}" type="presParOf" srcId="{E18F4C0C-2BEA-4E74-9DB7-A84F947B04B6}" destId="{9CE5DBD6-1DC6-40F2-8CFC-724EAFCBBA65}" srcOrd="0" destOrd="0" presId="urn:microsoft.com/office/officeart/2005/8/layout/list1"/>
    <dgm:cxn modelId="{8EA91FAC-9C26-4A44-A048-36E7BB0BDE72}" type="presParOf" srcId="{E18F4C0C-2BEA-4E74-9DB7-A84F947B04B6}" destId="{B5665193-7CB4-4E56-9157-427F064A3640}" srcOrd="1" destOrd="0" presId="urn:microsoft.com/office/officeart/2005/8/layout/list1"/>
    <dgm:cxn modelId="{F485886E-F959-4EBC-B0E9-CA2BBFB8A6DE}" type="presParOf" srcId="{C6861885-C88E-4FA6-9F3F-D7CEDDD7A43C}" destId="{CD088ED4-D3FE-45B0-AF86-8534486F3B36}" srcOrd="9" destOrd="0" presId="urn:microsoft.com/office/officeart/2005/8/layout/list1"/>
    <dgm:cxn modelId="{FAC0F1C4-E10B-4355-95DA-D6B50F9D90F4}" type="presParOf" srcId="{C6861885-C88E-4FA6-9F3F-D7CEDDD7A43C}" destId="{9EE6A57C-46AE-4339-A10A-8E5C1ED46A23}" srcOrd="10" destOrd="0" presId="urn:microsoft.com/office/officeart/2005/8/layout/list1"/>
    <dgm:cxn modelId="{3EC3300F-A1BD-4136-84AF-F82A7E38AC53}" type="presParOf" srcId="{C6861885-C88E-4FA6-9F3F-D7CEDDD7A43C}" destId="{7437B477-43E9-4417-B3F2-B4C00C0BF486}" srcOrd="11" destOrd="0" presId="urn:microsoft.com/office/officeart/2005/8/layout/list1"/>
    <dgm:cxn modelId="{029F5E8F-5B14-46E7-A3B2-39B16179EFE0}" type="presParOf" srcId="{C6861885-C88E-4FA6-9F3F-D7CEDDD7A43C}" destId="{D07CF7E3-1C04-4853-96E0-CE052997DA87}" srcOrd="12" destOrd="0" presId="urn:microsoft.com/office/officeart/2005/8/layout/list1"/>
    <dgm:cxn modelId="{2FF69967-7DAE-4932-9D81-250057549255}" type="presParOf" srcId="{D07CF7E3-1C04-4853-96E0-CE052997DA87}" destId="{4E39C592-1BB1-4583-9A3F-5F8C1A009F58}" srcOrd="0" destOrd="0" presId="urn:microsoft.com/office/officeart/2005/8/layout/list1"/>
    <dgm:cxn modelId="{71ABF0E8-3C40-449B-A678-F6367104CADF}" type="presParOf" srcId="{D07CF7E3-1C04-4853-96E0-CE052997DA87}" destId="{761CB1C3-C0A2-4653-8F55-ED6FA4AC7E97}" srcOrd="1" destOrd="0" presId="urn:microsoft.com/office/officeart/2005/8/layout/list1"/>
    <dgm:cxn modelId="{52031DC8-F16B-402E-AC1D-A69B422227D6}" type="presParOf" srcId="{C6861885-C88E-4FA6-9F3F-D7CEDDD7A43C}" destId="{CB54368F-2193-4F89-B13B-F4377263CF6F}" srcOrd="13" destOrd="0" presId="urn:microsoft.com/office/officeart/2005/8/layout/list1"/>
    <dgm:cxn modelId="{BBD012A3-2BDA-427D-9DC1-659F9C97B74F}" type="presParOf" srcId="{C6861885-C88E-4FA6-9F3F-D7CEDDD7A43C}" destId="{68EE562C-33AC-4C47-88DF-0FD9026F2B10}" srcOrd="14" destOrd="0" presId="urn:microsoft.com/office/officeart/2005/8/layout/list1"/>
    <dgm:cxn modelId="{828F6C71-DB4C-4F06-8730-19943B197D24}" type="presParOf" srcId="{C6861885-C88E-4FA6-9F3F-D7CEDDD7A43C}" destId="{538ABC89-5D33-43B5-9DF4-4DD593CC22E0}" srcOrd="15" destOrd="0" presId="urn:microsoft.com/office/officeart/2005/8/layout/list1"/>
    <dgm:cxn modelId="{9D603B28-B996-425E-ABC9-02CA6095D236}" type="presParOf" srcId="{C6861885-C88E-4FA6-9F3F-D7CEDDD7A43C}" destId="{95FD1E25-F231-4863-BB6C-005145C51A5D}" srcOrd="16" destOrd="0" presId="urn:microsoft.com/office/officeart/2005/8/layout/list1"/>
    <dgm:cxn modelId="{D4252859-0D16-48A2-B1B4-D884B2DA0145}" type="presParOf" srcId="{95FD1E25-F231-4863-BB6C-005145C51A5D}" destId="{5F93D07A-5BD1-4B6B-B4F7-C06340506E29}" srcOrd="0" destOrd="0" presId="urn:microsoft.com/office/officeart/2005/8/layout/list1"/>
    <dgm:cxn modelId="{2D10777C-3869-4554-AC46-A053B44DBFA6}" type="presParOf" srcId="{95FD1E25-F231-4863-BB6C-005145C51A5D}" destId="{C25B7DE7-6E93-4205-8E42-7904BF852130}" srcOrd="1" destOrd="0" presId="urn:microsoft.com/office/officeart/2005/8/layout/list1"/>
    <dgm:cxn modelId="{D7ACDC08-A605-491A-AAA4-E43C65E670E8}" type="presParOf" srcId="{C6861885-C88E-4FA6-9F3F-D7CEDDD7A43C}" destId="{3A2604A7-6FA3-4E0D-AE6B-B372896F77FE}" srcOrd="17" destOrd="0" presId="urn:microsoft.com/office/officeart/2005/8/layout/list1"/>
    <dgm:cxn modelId="{663D2FA0-31B0-4932-AC2F-39ABDAFDAC39}" type="presParOf" srcId="{C6861885-C88E-4FA6-9F3F-D7CEDDD7A43C}" destId="{1A54CB61-1305-4ABD-89B4-EC2DF12BB7C4}" srcOrd="18" destOrd="0" presId="urn:microsoft.com/office/officeart/2005/8/layout/list1"/>
    <dgm:cxn modelId="{D9139D5E-95F5-4442-984D-EDE7F6CBDD38}" type="presParOf" srcId="{C6861885-C88E-4FA6-9F3F-D7CEDDD7A43C}" destId="{5589B272-2B79-40A1-9132-8DFCBAE44EFD}" srcOrd="19" destOrd="0" presId="urn:microsoft.com/office/officeart/2005/8/layout/list1"/>
    <dgm:cxn modelId="{DA43FA31-D02C-4433-8CCC-200A79D213CA}" type="presParOf" srcId="{C6861885-C88E-4FA6-9F3F-D7CEDDD7A43C}" destId="{9AC8CDE8-5455-470E-90BC-9E1BEDC37333}" srcOrd="20" destOrd="0" presId="urn:microsoft.com/office/officeart/2005/8/layout/list1"/>
    <dgm:cxn modelId="{20D34E8D-0369-4C30-A1F6-5A915A0562DF}" type="presParOf" srcId="{9AC8CDE8-5455-470E-90BC-9E1BEDC37333}" destId="{322DDCC6-DAB3-4015-A8FC-551ACB9744B1}" srcOrd="0" destOrd="0" presId="urn:microsoft.com/office/officeart/2005/8/layout/list1"/>
    <dgm:cxn modelId="{9F092DB6-CE42-41CA-8AC5-46AD5B1D49DA}" type="presParOf" srcId="{9AC8CDE8-5455-470E-90BC-9E1BEDC37333}" destId="{54CEF45A-FD2C-4FBF-91C2-375E3B71AAD0}" srcOrd="1" destOrd="0" presId="urn:microsoft.com/office/officeart/2005/8/layout/list1"/>
    <dgm:cxn modelId="{FAAC42EA-CB72-4B52-BDA0-DB9512A5C17B}" type="presParOf" srcId="{C6861885-C88E-4FA6-9F3F-D7CEDDD7A43C}" destId="{5072C734-63E3-4E82-9FBF-6B1116401E92}" srcOrd="21" destOrd="0" presId="urn:microsoft.com/office/officeart/2005/8/layout/list1"/>
    <dgm:cxn modelId="{22E5B49E-0995-4350-B838-859A1EA26F0D}" type="presParOf" srcId="{C6861885-C88E-4FA6-9F3F-D7CEDDD7A43C}" destId="{457E5988-EE7E-4E64-BC8A-E9142315458B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63E911A-B73A-4A8A-BD4F-1807C6B96232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93EE6670-1832-4F08-9F0A-337C62BF0B68}">
      <dgm:prSet phldrT="[文本]"/>
      <dgm:spPr/>
      <dgm:t>
        <a:bodyPr/>
        <a:lstStyle/>
        <a:p>
          <a:r>
            <a:rPr lang="zh-CN" altLang="en-US"/>
            <a:t>显示表 </a:t>
          </a:r>
          <a:r>
            <a:rPr lang="en-US" altLang="en-US"/>
            <a:t>show tables;</a:t>
          </a:r>
          <a:endParaRPr lang="zh-CN" altLang="en-US"/>
        </a:p>
      </dgm:t>
    </dgm:pt>
    <dgm:pt modelId="{F2DF38DA-A0AB-4879-A069-FDFD5F6936B4}" type="parTrans" cxnId="{C7752680-94D9-44E0-B588-6CB71DD77EF8}">
      <dgm:prSet/>
      <dgm:spPr/>
      <dgm:t>
        <a:bodyPr/>
        <a:lstStyle/>
        <a:p>
          <a:endParaRPr lang="zh-CN" altLang="en-US"/>
        </a:p>
      </dgm:t>
    </dgm:pt>
    <dgm:pt modelId="{8EB3B3D7-284B-48F3-8843-D85186BA8798}" type="sibTrans" cxnId="{C7752680-94D9-44E0-B588-6CB71DD77EF8}">
      <dgm:prSet/>
      <dgm:spPr/>
      <dgm:t>
        <a:bodyPr/>
        <a:lstStyle/>
        <a:p>
          <a:endParaRPr lang="zh-CN" altLang="en-US"/>
        </a:p>
      </dgm:t>
    </dgm:pt>
    <dgm:pt modelId="{6D7EA5E3-4037-4C9C-BBDF-4E55F6A5F6E6}">
      <dgm:prSet/>
      <dgm:spPr/>
      <dgm:t>
        <a:bodyPr/>
        <a:lstStyle/>
        <a:p>
          <a:r>
            <a:rPr lang="zh-CN" altLang="en-US"/>
            <a:t>创建表：</a:t>
          </a:r>
          <a:r>
            <a:rPr lang="en-US" altLang="en-US"/>
            <a:t>create</a:t>
          </a:r>
          <a:endParaRPr lang="zh-CN" altLang="en-US"/>
        </a:p>
      </dgm:t>
    </dgm:pt>
    <dgm:pt modelId="{2E1AD992-B004-4A5C-8907-48FB719FE5DF}" type="parTrans" cxnId="{1FF43905-E8AE-4CAD-860C-9B1CB12219E5}">
      <dgm:prSet/>
      <dgm:spPr/>
      <dgm:t>
        <a:bodyPr/>
        <a:lstStyle/>
        <a:p>
          <a:endParaRPr lang="zh-CN" altLang="en-US"/>
        </a:p>
      </dgm:t>
    </dgm:pt>
    <dgm:pt modelId="{FE88151B-66EC-43A3-8E9B-69C05EBCEAA6}" type="sibTrans" cxnId="{1FF43905-E8AE-4CAD-860C-9B1CB12219E5}">
      <dgm:prSet/>
      <dgm:spPr/>
      <dgm:t>
        <a:bodyPr/>
        <a:lstStyle/>
        <a:p>
          <a:endParaRPr lang="zh-CN" altLang="en-US"/>
        </a:p>
      </dgm:t>
    </dgm:pt>
    <dgm:pt modelId="{D1AD1E7D-EE45-41EE-AB2C-FDF1F6C24C3A}">
      <dgm:prSet/>
      <dgm:spPr/>
      <dgm:t>
        <a:bodyPr/>
        <a:lstStyle/>
        <a:p>
          <a:r>
            <a:rPr lang="zh-CN" altLang="en-US"/>
            <a:t>删除表：</a:t>
          </a:r>
          <a:r>
            <a:rPr lang="en-US" altLang="en-US"/>
            <a:t>drop</a:t>
          </a:r>
          <a:endParaRPr lang="zh-CN" altLang="en-US"/>
        </a:p>
      </dgm:t>
    </dgm:pt>
    <dgm:pt modelId="{8703CE21-8759-44F4-B4BD-4A736E6772D5}" type="parTrans" cxnId="{3940AF80-7BEC-47A7-92BC-769E3B9565DE}">
      <dgm:prSet/>
      <dgm:spPr/>
      <dgm:t>
        <a:bodyPr/>
        <a:lstStyle/>
        <a:p>
          <a:endParaRPr lang="zh-CN" altLang="en-US"/>
        </a:p>
      </dgm:t>
    </dgm:pt>
    <dgm:pt modelId="{79A820D6-B17B-4616-A607-D5418BCA2AEF}" type="sibTrans" cxnId="{3940AF80-7BEC-47A7-92BC-769E3B9565DE}">
      <dgm:prSet/>
      <dgm:spPr/>
      <dgm:t>
        <a:bodyPr/>
        <a:lstStyle/>
        <a:p>
          <a:endParaRPr lang="zh-CN" altLang="en-US"/>
        </a:p>
      </dgm:t>
    </dgm:pt>
    <dgm:pt modelId="{7CEC8F72-522F-4C7F-9F9B-EE669A31A373}">
      <dgm:prSet/>
      <dgm:spPr/>
      <dgm:t>
        <a:bodyPr/>
        <a:lstStyle/>
        <a:p>
          <a:r>
            <a:rPr lang="zh-CN" altLang="en-US"/>
            <a:t>清空表：</a:t>
          </a:r>
        </a:p>
      </dgm:t>
    </dgm:pt>
    <dgm:pt modelId="{F89B0026-21EE-44E3-96B5-FBB878DEB322}" type="parTrans" cxnId="{20ABAA77-7524-4776-9471-F7C648AF197E}">
      <dgm:prSet/>
      <dgm:spPr/>
      <dgm:t>
        <a:bodyPr/>
        <a:lstStyle/>
        <a:p>
          <a:endParaRPr lang="zh-CN" altLang="en-US"/>
        </a:p>
      </dgm:t>
    </dgm:pt>
    <dgm:pt modelId="{0E84216C-3C06-466E-A0BB-7185CBC205F9}" type="sibTrans" cxnId="{20ABAA77-7524-4776-9471-F7C648AF197E}">
      <dgm:prSet/>
      <dgm:spPr/>
      <dgm:t>
        <a:bodyPr/>
        <a:lstStyle/>
        <a:p>
          <a:endParaRPr lang="zh-CN" altLang="en-US"/>
        </a:p>
      </dgm:t>
    </dgm:pt>
    <dgm:pt modelId="{CEC76958-BD5E-4D16-BC86-D1E67FB7CF8F}">
      <dgm:prSet/>
      <dgm:spPr/>
      <dgm:t>
        <a:bodyPr/>
        <a:lstStyle/>
        <a:p>
          <a:r>
            <a:rPr lang="en-US" altLang="en-US"/>
            <a:t>delete from </a:t>
          </a:r>
          <a:r>
            <a:rPr lang="zh-CN" altLang="en-US"/>
            <a:t>表名</a:t>
          </a:r>
        </a:p>
      </dgm:t>
    </dgm:pt>
    <dgm:pt modelId="{ED68EB47-69B9-4068-B111-52E67EC38AF9}" type="parTrans" cxnId="{ED5D244C-5AC8-4B0E-BF03-1717965FEF53}">
      <dgm:prSet/>
      <dgm:spPr/>
      <dgm:t>
        <a:bodyPr/>
        <a:lstStyle/>
        <a:p>
          <a:endParaRPr lang="zh-CN" altLang="en-US"/>
        </a:p>
      </dgm:t>
    </dgm:pt>
    <dgm:pt modelId="{278ECE76-015C-4419-935A-4F391912F54B}" type="sibTrans" cxnId="{ED5D244C-5AC8-4B0E-BF03-1717965FEF53}">
      <dgm:prSet/>
      <dgm:spPr/>
      <dgm:t>
        <a:bodyPr/>
        <a:lstStyle/>
        <a:p>
          <a:endParaRPr lang="zh-CN" altLang="en-US"/>
        </a:p>
      </dgm:t>
    </dgm:pt>
    <dgm:pt modelId="{CBC1A021-F412-4CFC-8A72-BD96E3587E68}">
      <dgm:prSet/>
      <dgm:spPr/>
      <dgm:t>
        <a:bodyPr/>
        <a:lstStyle/>
        <a:p>
          <a:r>
            <a:rPr lang="en-US" altLang="en-US" dirty="0"/>
            <a:t>truncate table </a:t>
          </a:r>
          <a:r>
            <a:rPr lang="zh-CN" altLang="en-US" dirty="0"/>
            <a:t>表名</a:t>
          </a:r>
        </a:p>
      </dgm:t>
    </dgm:pt>
    <dgm:pt modelId="{F89033D8-F49E-4BA4-AFAC-ACE2EE401E4B}" type="parTrans" cxnId="{AE36EB26-2EE3-4994-A6A5-3CB9D4355640}">
      <dgm:prSet/>
      <dgm:spPr/>
      <dgm:t>
        <a:bodyPr/>
        <a:lstStyle/>
        <a:p>
          <a:endParaRPr lang="zh-CN" altLang="en-US"/>
        </a:p>
      </dgm:t>
    </dgm:pt>
    <dgm:pt modelId="{680C709B-FD6C-4368-B587-C916DC07BA10}" type="sibTrans" cxnId="{AE36EB26-2EE3-4994-A6A5-3CB9D4355640}">
      <dgm:prSet/>
      <dgm:spPr/>
      <dgm:t>
        <a:bodyPr/>
        <a:lstStyle/>
        <a:p>
          <a:endParaRPr lang="zh-CN" altLang="en-US"/>
        </a:p>
      </dgm:t>
    </dgm:pt>
    <dgm:pt modelId="{CE655E10-4918-4E60-8E69-B05C58EC3974}">
      <dgm:prSet/>
      <dgm:spPr/>
      <dgm:t>
        <a:bodyPr/>
        <a:lstStyle/>
        <a:p>
          <a:r>
            <a:rPr lang="zh-CN" altLang="en-US"/>
            <a:t>重命名表</a:t>
          </a:r>
        </a:p>
      </dgm:t>
    </dgm:pt>
    <dgm:pt modelId="{9729F18C-4F3F-4EEB-AEE1-BAAED09455DB}" type="parTrans" cxnId="{992E2FDA-B235-48D0-A48E-B2331A64263C}">
      <dgm:prSet/>
      <dgm:spPr/>
      <dgm:t>
        <a:bodyPr/>
        <a:lstStyle/>
        <a:p>
          <a:endParaRPr lang="zh-CN" altLang="en-US"/>
        </a:p>
      </dgm:t>
    </dgm:pt>
    <dgm:pt modelId="{DD591F5C-0B63-42AD-AB6E-805E52937BDE}" type="sibTrans" cxnId="{992E2FDA-B235-48D0-A48E-B2331A64263C}">
      <dgm:prSet/>
      <dgm:spPr/>
      <dgm:t>
        <a:bodyPr/>
        <a:lstStyle/>
        <a:p>
          <a:endParaRPr lang="zh-CN" altLang="en-US"/>
        </a:p>
      </dgm:t>
    </dgm:pt>
    <dgm:pt modelId="{B1D50247-5AAD-4E16-941D-85320854AA1B}">
      <dgm:prSet/>
      <dgm:spPr/>
      <dgm:t>
        <a:bodyPr/>
        <a:lstStyle/>
        <a:p>
          <a:r>
            <a:rPr lang="en-US" altLang="zh-CN" b="1"/>
            <a:t>alter table *** rename ***</a:t>
          </a:r>
          <a:endParaRPr lang="zh-CN" altLang="en-US" b="1"/>
        </a:p>
      </dgm:t>
    </dgm:pt>
    <dgm:pt modelId="{25569DF2-E6E0-4700-B3CA-E2C41D568006}" type="parTrans" cxnId="{E472FDB8-F9C3-407B-95A4-A7A40BA8323B}">
      <dgm:prSet/>
      <dgm:spPr/>
      <dgm:t>
        <a:bodyPr/>
        <a:lstStyle/>
        <a:p>
          <a:endParaRPr lang="zh-CN" altLang="en-US"/>
        </a:p>
      </dgm:t>
    </dgm:pt>
    <dgm:pt modelId="{16A1C213-57BE-498E-93FD-E00D9C34D126}" type="sibTrans" cxnId="{E472FDB8-F9C3-407B-95A4-A7A40BA8323B}">
      <dgm:prSet/>
      <dgm:spPr/>
      <dgm:t>
        <a:bodyPr/>
        <a:lstStyle/>
        <a:p>
          <a:endParaRPr lang="zh-CN" altLang="en-US"/>
        </a:p>
      </dgm:t>
    </dgm:pt>
    <dgm:pt modelId="{412F2742-7D87-4895-A123-66E9CEEADDBA}">
      <dgm:prSet/>
      <dgm:spPr/>
      <dgm:t>
        <a:bodyPr/>
        <a:lstStyle/>
        <a:p>
          <a:r>
            <a:rPr lang="en-US" altLang="en-US" b="1"/>
            <a:t>rename table ***.*** to ***.***;</a:t>
          </a:r>
          <a:endParaRPr lang="zh-CN" altLang="en-US" b="1"/>
        </a:p>
      </dgm:t>
    </dgm:pt>
    <dgm:pt modelId="{1B0A0DDA-3D6C-47E4-B8E8-B7C30E2D9FC6}" type="parTrans" cxnId="{FA79747A-E847-4A57-878B-5E0E55BE6911}">
      <dgm:prSet/>
      <dgm:spPr/>
      <dgm:t>
        <a:bodyPr/>
        <a:lstStyle/>
        <a:p>
          <a:endParaRPr lang="zh-CN" altLang="en-US"/>
        </a:p>
      </dgm:t>
    </dgm:pt>
    <dgm:pt modelId="{6C320942-D1B7-4740-B745-11607704B7BA}" type="sibTrans" cxnId="{FA79747A-E847-4A57-878B-5E0E55BE6911}">
      <dgm:prSet/>
      <dgm:spPr/>
      <dgm:t>
        <a:bodyPr/>
        <a:lstStyle/>
        <a:p>
          <a:endParaRPr lang="zh-CN" altLang="en-US"/>
        </a:p>
      </dgm:t>
    </dgm:pt>
    <dgm:pt modelId="{0649996D-8E39-41FE-A47D-BE35F7C968DD}" type="pres">
      <dgm:prSet presAssocID="{663E911A-B73A-4A8A-BD4F-1807C6B96232}" presName="linear" presStyleCnt="0">
        <dgm:presLayoutVars>
          <dgm:dir/>
          <dgm:animLvl val="lvl"/>
          <dgm:resizeHandles val="exact"/>
        </dgm:presLayoutVars>
      </dgm:prSet>
      <dgm:spPr/>
    </dgm:pt>
    <dgm:pt modelId="{BDAEC980-DA05-41B1-8EE9-2F9323110EB7}" type="pres">
      <dgm:prSet presAssocID="{93EE6670-1832-4F08-9F0A-337C62BF0B68}" presName="parentLin" presStyleCnt="0"/>
      <dgm:spPr/>
    </dgm:pt>
    <dgm:pt modelId="{FBE3483C-AB27-4FFD-B88B-41A852B116B5}" type="pres">
      <dgm:prSet presAssocID="{93EE6670-1832-4F08-9F0A-337C62BF0B68}" presName="parentLeftMargin" presStyleLbl="node1" presStyleIdx="0" presStyleCnt="5"/>
      <dgm:spPr/>
    </dgm:pt>
    <dgm:pt modelId="{EB1BC3C3-CC5F-4A40-B460-3C3D2FB5C1EF}" type="pres">
      <dgm:prSet presAssocID="{93EE6670-1832-4F08-9F0A-337C62BF0B6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DBEA513-BA35-4954-896D-C0CB6A6D7207}" type="pres">
      <dgm:prSet presAssocID="{93EE6670-1832-4F08-9F0A-337C62BF0B68}" presName="negativeSpace" presStyleCnt="0"/>
      <dgm:spPr/>
    </dgm:pt>
    <dgm:pt modelId="{43A87388-E01B-442D-B2BC-083285EEB8EC}" type="pres">
      <dgm:prSet presAssocID="{93EE6670-1832-4F08-9F0A-337C62BF0B68}" presName="childText" presStyleLbl="conFgAcc1" presStyleIdx="0" presStyleCnt="5">
        <dgm:presLayoutVars>
          <dgm:bulletEnabled val="1"/>
        </dgm:presLayoutVars>
      </dgm:prSet>
      <dgm:spPr/>
    </dgm:pt>
    <dgm:pt modelId="{3ACE5492-9E67-42A0-9D24-9B499A94A7F5}" type="pres">
      <dgm:prSet presAssocID="{8EB3B3D7-284B-48F3-8843-D85186BA8798}" presName="spaceBetweenRectangles" presStyleCnt="0"/>
      <dgm:spPr/>
    </dgm:pt>
    <dgm:pt modelId="{EF51CDD9-1709-4945-A83D-38B12FFE470B}" type="pres">
      <dgm:prSet presAssocID="{6D7EA5E3-4037-4C9C-BBDF-4E55F6A5F6E6}" presName="parentLin" presStyleCnt="0"/>
      <dgm:spPr/>
    </dgm:pt>
    <dgm:pt modelId="{7B70E771-5D3C-4A0F-A17D-8EABFA2E31B6}" type="pres">
      <dgm:prSet presAssocID="{6D7EA5E3-4037-4C9C-BBDF-4E55F6A5F6E6}" presName="parentLeftMargin" presStyleLbl="node1" presStyleIdx="0" presStyleCnt="5"/>
      <dgm:spPr/>
    </dgm:pt>
    <dgm:pt modelId="{5205B26F-FEE8-4FF9-AF8B-FB4E041F77A7}" type="pres">
      <dgm:prSet presAssocID="{6D7EA5E3-4037-4C9C-BBDF-4E55F6A5F6E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4A0D5B6-4457-4D92-A598-8495C3A1F437}" type="pres">
      <dgm:prSet presAssocID="{6D7EA5E3-4037-4C9C-BBDF-4E55F6A5F6E6}" presName="negativeSpace" presStyleCnt="0"/>
      <dgm:spPr/>
    </dgm:pt>
    <dgm:pt modelId="{A4369BCB-1B1F-4481-80B5-A1C272F7454D}" type="pres">
      <dgm:prSet presAssocID="{6D7EA5E3-4037-4C9C-BBDF-4E55F6A5F6E6}" presName="childText" presStyleLbl="conFgAcc1" presStyleIdx="1" presStyleCnt="5">
        <dgm:presLayoutVars>
          <dgm:bulletEnabled val="1"/>
        </dgm:presLayoutVars>
      </dgm:prSet>
      <dgm:spPr/>
    </dgm:pt>
    <dgm:pt modelId="{B58FB1FA-2F01-4345-A5CE-8B5C302ECAAB}" type="pres">
      <dgm:prSet presAssocID="{FE88151B-66EC-43A3-8E9B-69C05EBCEAA6}" presName="spaceBetweenRectangles" presStyleCnt="0"/>
      <dgm:spPr/>
    </dgm:pt>
    <dgm:pt modelId="{8A792025-C540-472B-8588-CAEF5E6A7ECE}" type="pres">
      <dgm:prSet presAssocID="{D1AD1E7D-EE45-41EE-AB2C-FDF1F6C24C3A}" presName="parentLin" presStyleCnt="0"/>
      <dgm:spPr/>
    </dgm:pt>
    <dgm:pt modelId="{682AF678-4222-482C-AB7D-73F7BA631DD9}" type="pres">
      <dgm:prSet presAssocID="{D1AD1E7D-EE45-41EE-AB2C-FDF1F6C24C3A}" presName="parentLeftMargin" presStyleLbl="node1" presStyleIdx="1" presStyleCnt="5"/>
      <dgm:spPr/>
    </dgm:pt>
    <dgm:pt modelId="{B5E855C5-F33F-4BE3-B353-DFC062735781}" type="pres">
      <dgm:prSet presAssocID="{D1AD1E7D-EE45-41EE-AB2C-FDF1F6C24C3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9F5F11B-9341-4F9F-B88D-558523618F8E}" type="pres">
      <dgm:prSet presAssocID="{D1AD1E7D-EE45-41EE-AB2C-FDF1F6C24C3A}" presName="negativeSpace" presStyleCnt="0"/>
      <dgm:spPr/>
    </dgm:pt>
    <dgm:pt modelId="{2D390341-153C-4247-8ADA-E3F501ABC6B3}" type="pres">
      <dgm:prSet presAssocID="{D1AD1E7D-EE45-41EE-AB2C-FDF1F6C24C3A}" presName="childText" presStyleLbl="conFgAcc1" presStyleIdx="2" presStyleCnt="5">
        <dgm:presLayoutVars>
          <dgm:bulletEnabled val="1"/>
        </dgm:presLayoutVars>
      </dgm:prSet>
      <dgm:spPr/>
    </dgm:pt>
    <dgm:pt modelId="{1D75DBDC-EB8E-4234-A005-55C9C4199563}" type="pres">
      <dgm:prSet presAssocID="{79A820D6-B17B-4616-A607-D5418BCA2AEF}" presName="spaceBetweenRectangles" presStyleCnt="0"/>
      <dgm:spPr/>
    </dgm:pt>
    <dgm:pt modelId="{20F5CC4C-1821-4038-82CC-0DF4B6E4137E}" type="pres">
      <dgm:prSet presAssocID="{7CEC8F72-522F-4C7F-9F9B-EE669A31A373}" presName="parentLin" presStyleCnt="0"/>
      <dgm:spPr/>
    </dgm:pt>
    <dgm:pt modelId="{C93F7341-0437-4E3F-B20B-E621112C00DE}" type="pres">
      <dgm:prSet presAssocID="{7CEC8F72-522F-4C7F-9F9B-EE669A31A373}" presName="parentLeftMargin" presStyleLbl="node1" presStyleIdx="2" presStyleCnt="5"/>
      <dgm:spPr/>
    </dgm:pt>
    <dgm:pt modelId="{D5DCC5E6-0363-47A9-9B77-99D64ABCE086}" type="pres">
      <dgm:prSet presAssocID="{7CEC8F72-522F-4C7F-9F9B-EE669A31A37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B48375C-AB1F-4232-B773-D0924591D5D4}" type="pres">
      <dgm:prSet presAssocID="{7CEC8F72-522F-4C7F-9F9B-EE669A31A373}" presName="negativeSpace" presStyleCnt="0"/>
      <dgm:spPr/>
    </dgm:pt>
    <dgm:pt modelId="{63029FAF-F3A7-4BDE-A751-B84BCBCDE5B1}" type="pres">
      <dgm:prSet presAssocID="{7CEC8F72-522F-4C7F-9F9B-EE669A31A373}" presName="childText" presStyleLbl="conFgAcc1" presStyleIdx="3" presStyleCnt="5">
        <dgm:presLayoutVars>
          <dgm:bulletEnabled val="1"/>
        </dgm:presLayoutVars>
      </dgm:prSet>
      <dgm:spPr/>
    </dgm:pt>
    <dgm:pt modelId="{394FAED2-3FC7-4ED8-BD02-62573B57C321}" type="pres">
      <dgm:prSet presAssocID="{0E84216C-3C06-466E-A0BB-7185CBC205F9}" presName="spaceBetweenRectangles" presStyleCnt="0"/>
      <dgm:spPr/>
    </dgm:pt>
    <dgm:pt modelId="{44696305-8414-4952-AFFF-09C622907850}" type="pres">
      <dgm:prSet presAssocID="{CE655E10-4918-4E60-8E69-B05C58EC3974}" presName="parentLin" presStyleCnt="0"/>
      <dgm:spPr/>
    </dgm:pt>
    <dgm:pt modelId="{A3E83646-046D-4499-9654-D4DD9BB2CE71}" type="pres">
      <dgm:prSet presAssocID="{CE655E10-4918-4E60-8E69-B05C58EC3974}" presName="parentLeftMargin" presStyleLbl="node1" presStyleIdx="3" presStyleCnt="5"/>
      <dgm:spPr/>
    </dgm:pt>
    <dgm:pt modelId="{053DEA38-9A0A-47DF-BA57-CE489A2541C7}" type="pres">
      <dgm:prSet presAssocID="{CE655E10-4918-4E60-8E69-B05C58EC3974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D386D566-DA2A-45C1-9B95-35DC97E8C6A9}" type="pres">
      <dgm:prSet presAssocID="{CE655E10-4918-4E60-8E69-B05C58EC3974}" presName="negativeSpace" presStyleCnt="0"/>
      <dgm:spPr/>
    </dgm:pt>
    <dgm:pt modelId="{DE3E6467-E75B-4D99-BEC9-5EB2F98E4EEF}" type="pres">
      <dgm:prSet presAssocID="{CE655E10-4918-4E60-8E69-B05C58EC3974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3E7E8404-16E2-4A43-B8BF-699DA4AE86C7}" type="presOf" srcId="{D1AD1E7D-EE45-41EE-AB2C-FDF1F6C24C3A}" destId="{B5E855C5-F33F-4BE3-B353-DFC062735781}" srcOrd="1" destOrd="0" presId="urn:microsoft.com/office/officeart/2005/8/layout/list1"/>
    <dgm:cxn modelId="{1FF43905-E8AE-4CAD-860C-9B1CB12219E5}" srcId="{663E911A-B73A-4A8A-BD4F-1807C6B96232}" destId="{6D7EA5E3-4037-4C9C-BBDF-4E55F6A5F6E6}" srcOrd="1" destOrd="0" parTransId="{2E1AD992-B004-4A5C-8907-48FB719FE5DF}" sibTransId="{FE88151B-66EC-43A3-8E9B-69C05EBCEAA6}"/>
    <dgm:cxn modelId="{AE36EB26-2EE3-4994-A6A5-3CB9D4355640}" srcId="{7CEC8F72-522F-4C7F-9F9B-EE669A31A373}" destId="{CBC1A021-F412-4CFC-8A72-BD96E3587E68}" srcOrd="1" destOrd="0" parTransId="{F89033D8-F49E-4BA4-AFAC-ACE2EE401E4B}" sibTransId="{680C709B-FD6C-4368-B587-C916DC07BA10}"/>
    <dgm:cxn modelId="{60534C35-9AAA-42A6-A2C5-6C6387CD12EF}" type="presOf" srcId="{7CEC8F72-522F-4C7F-9F9B-EE669A31A373}" destId="{D5DCC5E6-0363-47A9-9B77-99D64ABCE086}" srcOrd="1" destOrd="0" presId="urn:microsoft.com/office/officeart/2005/8/layout/list1"/>
    <dgm:cxn modelId="{59C1C837-0F8E-4879-8A78-6D79CF8E9195}" type="presOf" srcId="{412F2742-7D87-4895-A123-66E9CEEADDBA}" destId="{DE3E6467-E75B-4D99-BEC9-5EB2F98E4EEF}" srcOrd="0" destOrd="1" presId="urn:microsoft.com/office/officeart/2005/8/layout/list1"/>
    <dgm:cxn modelId="{B3C44239-5837-4942-9BB6-71B472F56738}" type="presOf" srcId="{B1D50247-5AAD-4E16-941D-85320854AA1B}" destId="{DE3E6467-E75B-4D99-BEC9-5EB2F98E4EEF}" srcOrd="0" destOrd="0" presId="urn:microsoft.com/office/officeart/2005/8/layout/list1"/>
    <dgm:cxn modelId="{9393653D-FE1D-4737-B735-4B047607A2B5}" type="presOf" srcId="{CEC76958-BD5E-4D16-BC86-D1E67FB7CF8F}" destId="{63029FAF-F3A7-4BDE-A751-B84BCBCDE5B1}" srcOrd="0" destOrd="0" presId="urn:microsoft.com/office/officeart/2005/8/layout/list1"/>
    <dgm:cxn modelId="{41133266-0E38-46BF-B182-65EE5939E190}" type="presOf" srcId="{93EE6670-1832-4F08-9F0A-337C62BF0B68}" destId="{EB1BC3C3-CC5F-4A40-B460-3C3D2FB5C1EF}" srcOrd="1" destOrd="0" presId="urn:microsoft.com/office/officeart/2005/8/layout/list1"/>
    <dgm:cxn modelId="{8155514B-1448-4BB3-9DE2-8C7DE5972262}" type="presOf" srcId="{7CEC8F72-522F-4C7F-9F9B-EE669A31A373}" destId="{C93F7341-0437-4E3F-B20B-E621112C00DE}" srcOrd="0" destOrd="0" presId="urn:microsoft.com/office/officeart/2005/8/layout/list1"/>
    <dgm:cxn modelId="{ED5D244C-5AC8-4B0E-BF03-1717965FEF53}" srcId="{7CEC8F72-522F-4C7F-9F9B-EE669A31A373}" destId="{CEC76958-BD5E-4D16-BC86-D1E67FB7CF8F}" srcOrd="0" destOrd="0" parTransId="{ED68EB47-69B9-4068-B111-52E67EC38AF9}" sibTransId="{278ECE76-015C-4419-935A-4F391912F54B}"/>
    <dgm:cxn modelId="{AF120F52-0DFE-4387-9EE0-3058720D5049}" type="presOf" srcId="{6D7EA5E3-4037-4C9C-BBDF-4E55F6A5F6E6}" destId="{5205B26F-FEE8-4FF9-AF8B-FB4E041F77A7}" srcOrd="1" destOrd="0" presId="urn:microsoft.com/office/officeart/2005/8/layout/list1"/>
    <dgm:cxn modelId="{20ABAA77-7524-4776-9471-F7C648AF197E}" srcId="{663E911A-B73A-4A8A-BD4F-1807C6B96232}" destId="{7CEC8F72-522F-4C7F-9F9B-EE669A31A373}" srcOrd="3" destOrd="0" parTransId="{F89B0026-21EE-44E3-96B5-FBB878DEB322}" sibTransId="{0E84216C-3C06-466E-A0BB-7185CBC205F9}"/>
    <dgm:cxn modelId="{FA79747A-E847-4A57-878B-5E0E55BE6911}" srcId="{CE655E10-4918-4E60-8E69-B05C58EC3974}" destId="{412F2742-7D87-4895-A123-66E9CEEADDBA}" srcOrd="1" destOrd="0" parTransId="{1B0A0DDA-3D6C-47E4-B8E8-B7C30E2D9FC6}" sibTransId="{6C320942-D1B7-4740-B745-11607704B7BA}"/>
    <dgm:cxn modelId="{C7752680-94D9-44E0-B588-6CB71DD77EF8}" srcId="{663E911A-B73A-4A8A-BD4F-1807C6B96232}" destId="{93EE6670-1832-4F08-9F0A-337C62BF0B68}" srcOrd="0" destOrd="0" parTransId="{F2DF38DA-A0AB-4879-A069-FDFD5F6936B4}" sibTransId="{8EB3B3D7-284B-48F3-8843-D85186BA8798}"/>
    <dgm:cxn modelId="{3940AF80-7BEC-47A7-92BC-769E3B9565DE}" srcId="{663E911A-B73A-4A8A-BD4F-1807C6B96232}" destId="{D1AD1E7D-EE45-41EE-AB2C-FDF1F6C24C3A}" srcOrd="2" destOrd="0" parTransId="{8703CE21-8759-44F4-B4BD-4A736E6772D5}" sibTransId="{79A820D6-B17B-4616-A607-D5418BCA2AEF}"/>
    <dgm:cxn modelId="{8CC5F998-218E-4CA0-9F2D-9605D4C1B087}" type="presOf" srcId="{CE655E10-4918-4E60-8E69-B05C58EC3974}" destId="{A3E83646-046D-4499-9654-D4DD9BB2CE71}" srcOrd="0" destOrd="0" presId="urn:microsoft.com/office/officeart/2005/8/layout/list1"/>
    <dgm:cxn modelId="{D11CA5B1-B523-492B-A7D0-567603818A14}" type="presOf" srcId="{93EE6670-1832-4F08-9F0A-337C62BF0B68}" destId="{FBE3483C-AB27-4FFD-B88B-41A852B116B5}" srcOrd="0" destOrd="0" presId="urn:microsoft.com/office/officeart/2005/8/layout/list1"/>
    <dgm:cxn modelId="{E472FDB8-F9C3-407B-95A4-A7A40BA8323B}" srcId="{CE655E10-4918-4E60-8E69-B05C58EC3974}" destId="{B1D50247-5AAD-4E16-941D-85320854AA1B}" srcOrd="0" destOrd="0" parTransId="{25569DF2-E6E0-4700-B3CA-E2C41D568006}" sibTransId="{16A1C213-57BE-498E-93FD-E00D9C34D126}"/>
    <dgm:cxn modelId="{F53759BF-D73C-4471-A19B-FDDEBBBFFC79}" type="presOf" srcId="{6D7EA5E3-4037-4C9C-BBDF-4E55F6A5F6E6}" destId="{7B70E771-5D3C-4A0F-A17D-8EABFA2E31B6}" srcOrd="0" destOrd="0" presId="urn:microsoft.com/office/officeart/2005/8/layout/list1"/>
    <dgm:cxn modelId="{B3DEEBCD-537D-4FAC-BE5A-BEA346095550}" type="presOf" srcId="{CE655E10-4918-4E60-8E69-B05C58EC3974}" destId="{053DEA38-9A0A-47DF-BA57-CE489A2541C7}" srcOrd="1" destOrd="0" presId="urn:microsoft.com/office/officeart/2005/8/layout/list1"/>
    <dgm:cxn modelId="{8D38AED1-4A6D-4402-BBFB-E512D1C4C55C}" type="presOf" srcId="{D1AD1E7D-EE45-41EE-AB2C-FDF1F6C24C3A}" destId="{682AF678-4222-482C-AB7D-73F7BA631DD9}" srcOrd="0" destOrd="0" presId="urn:microsoft.com/office/officeart/2005/8/layout/list1"/>
    <dgm:cxn modelId="{45E821D9-D60E-4CA3-B16B-DAC7C5FF6225}" type="presOf" srcId="{CBC1A021-F412-4CFC-8A72-BD96E3587E68}" destId="{63029FAF-F3A7-4BDE-A751-B84BCBCDE5B1}" srcOrd="0" destOrd="1" presId="urn:microsoft.com/office/officeart/2005/8/layout/list1"/>
    <dgm:cxn modelId="{992E2FDA-B235-48D0-A48E-B2331A64263C}" srcId="{663E911A-B73A-4A8A-BD4F-1807C6B96232}" destId="{CE655E10-4918-4E60-8E69-B05C58EC3974}" srcOrd="4" destOrd="0" parTransId="{9729F18C-4F3F-4EEB-AEE1-BAAED09455DB}" sibTransId="{DD591F5C-0B63-42AD-AB6E-805E52937BDE}"/>
    <dgm:cxn modelId="{15011EEE-BC38-4C7C-B6F9-0D04FC001B47}" type="presOf" srcId="{663E911A-B73A-4A8A-BD4F-1807C6B96232}" destId="{0649996D-8E39-41FE-A47D-BE35F7C968DD}" srcOrd="0" destOrd="0" presId="urn:microsoft.com/office/officeart/2005/8/layout/list1"/>
    <dgm:cxn modelId="{5F2A0DAA-C8A5-4465-83E1-3774F3AD5C4C}" type="presParOf" srcId="{0649996D-8E39-41FE-A47D-BE35F7C968DD}" destId="{BDAEC980-DA05-41B1-8EE9-2F9323110EB7}" srcOrd="0" destOrd="0" presId="urn:microsoft.com/office/officeart/2005/8/layout/list1"/>
    <dgm:cxn modelId="{9FD4C4BD-788D-4E8F-AAB2-D7B12A2DA91E}" type="presParOf" srcId="{BDAEC980-DA05-41B1-8EE9-2F9323110EB7}" destId="{FBE3483C-AB27-4FFD-B88B-41A852B116B5}" srcOrd="0" destOrd="0" presId="urn:microsoft.com/office/officeart/2005/8/layout/list1"/>
    <dgm:cxn modelId="{97DEC3B9-24A2-4951-A8B8-FF92D44A4FAE}" type="presParOf" srcId="{BDAEC980-DA05-41B1-8EE9-2F9323110EB7}" destId="{EB1BC3C3-CC5F-4A40-B460-3C3D2FB5C1EF}" srcOrd="1" destOrd="0" presId="urn:microsoft.com/office/officeart/2005/8/layout/list1"/>
    <dgm:cxn modelId="{0DAC4287-DD7E-4260-B1C0-C51717E99FD7}" type="presParOf" srcId="{0649996D-8E39-41FE-A47D-BE35F7C968DD}" destId="{7DBEA513-BA35-4954-896D-C0CB6A6D7207}" srcOrd="1" destOrd="0" presId="urn:microsoft.com/office/officeart/2005/8/layout/list1"/>
    <dgm:cxn modelId="{4D2A4897-0313-418F-99F8-96576EE8BE8B}" type="presParOf" srcId="{0649996D-8E39-41FE-A47D-BE35F7C968DD}" destId="{43A87388-E01B-442D-B2BC-083285EEB8EC}" srcOrd="2" destOrd="0" presId="urn:microsoft.com/office/officeart/2005/8/layout/list1"/>
    <dgm:cxn modelId="{E8841DEC-B315-4015-ACB4-B825E21D0EF3}" type="presParOf" srcId="{0649996D-8E39-41FE-A47D-BE35F7C968DD}" destId="{3ACE5492-9E67-42A0-9D24-9B499A94A7F5}" srcOrd="3" destOrd="0" presId="urn:microsoft.com/office/officeart/2005/8/layout/list1"/>
    <dgm:cxn modelId="{146B0ACD-60D6-46BB-B2F5-CDB170400858}" type="presParOf" srcId="{0649996D-8E39-41FE-A47D-BE35F7C968DD}" destId="{EF51CDD9-1709-4945-A83D-38B12FFE470B}" srcOrd="4" destOrd="0" presId="urn:microsoft.com/office/officeart/2005/8/layout/list1"/>
    <dgm:cxn modelId="{47487FA2-2F8B-4A33-A564-227C2C8E6822}" type="presParOf" srcId="{EF51CDD9-1709-4945-A83D-38B12FFE470B}" destId="{7B70E771-5D3C-4A0F-A17D-8EABFA2E31B6}" srcOrd="0" destOrd="0" presId="urn:microsoft.com/office/officeart/2005/8/layout/list1"/>
    <dgm:cxn modelId="{2C9F9335-0BBB-4C40-8532-AD7EBD80C03A}" type="presParOf" srcId="{EF51CDD9-1709-4945-A83D-38B12FFE470B}" destId="{5205B26F-FEE8-4FF9-AF8B-FB4E041F77A7}" srcOrd="1" destOrd="0" presId="urn:microsoft.com/office/officeart/2005/8/layout/list1"/>
    <dgm:cxn modelId="{5CCC0E83-BDE3-4538-B294-48137AAF3DC6}" type="presParOf" srcId="{0649996D-8E39-41FE-A47D-BE35F7C968DD}" destId="{94A0D5B6-4457-4D92-A598-8495C3A1F437}" srcOrd="5" destOrd="0" presId="urn:microsoft.com/office/officeart/2005/8/layout/list1"/>
    <dgm:cxn modelId="{3DA7EC29-B7EE-4C5B-AF57-64AD01B1C058}" type="presParOf" srcId="{0649996D-8E39-41FE-A47D-BE35F7C968DD}" destId="{A4369BCB-1B1F-4481-80B5-A1C272F7454D}" srcOrd="6" destOrd="0" presId="urn:microsoft.com/office/officeart/2005/8/layout/list1"/>
    <dgm:cxn modelId="{AC91DFA3-0540-4DC5-AA12-2ABB48FFBD03}" type="presParOf" srcId="{0649996D-8E39-41FE-A47D-BE35F7C968DD}" destId="{B58FB1FA-2F01-4345-A5CE-8B5C302ECAAB}" srcOrd="7" destOrd="0" presId="urn:microsoft.com/office/officeart/2005/8/layout/list1"/>
    <dgm:cxn modelId="{8A30C7D1-1A7B-43A7-8699-081137B7151A}" type="presParOf" srcId="{0649996D-8E39-41FE-A47D-BE35F7C968DD}" destId="{8A792025-C540-472B-8588-CAEF5E6A7ECE}" srcOrd="8" destOrd="0" presId="urn:microsoft.com/office/officeart/2005/8/layout/list1"/>
    <dgm:cxn modelId="{7304D762-7413-46BE-906C-69E5084C9732}" type="presParOf" srcId="{8A792025-C540-472B-8588-CAEF5E6A7ECE}" destId="{682AF678-4222-482C-AB7D-73F7BA631DD9}" srcOrd="0" destOrd="0" presId="urn:microsoft.com/office/officeart/2005/8/layout/list1"/>
    <dgm:cxn modelId="{3772E997-646B-4C7F-AF56-6F7A352A58EE}" type="presParOf" srcId="{8A792025-C540-472B-8588-CAEF5E6A7ECE}" destId="{B5E855C5-F33F-4BE3-B353-DFC062735781}" srcOrd="1" destOrd="0" presId="urn:microsoft.com/office/officeart/2005/8/layout/list1"/>
    <dgm:cxn modelId="{AD0BC731-ED86-4159-9429-FF898AF5BCF6}" type="presParOf" srcId="{0649996D-8E39-41FE-A47D-BE35F7C968DD}" destId="{49F5F11B-9341-4F9F-B88D-558523618F8E}" srcOrd="9" destOrd="0" presId="urn:microsoft.com/office/officeart/2005/8/layout/list1"/>
    <dgm:cxn modelId="{33AD99AF-A0B4-42AB-9520-71E049966C7E}" type="presParOf" srcId="{0649996D-8E39-41FE-A47D-BE35F7C968DD}" destId="{2D390341-153C-4247-8ADA-E3F501ABC6B3}" srcOrd="10" destOrd="0" presId="urn:microsoft.com/office/officeart/2005/8/layout/list1"/>
    <dgm:cxn modelId="{82CABF6D-6759-407E-B012-56D766BD519E}" type="presParOf" srcId="{0649996D-8E39-41FE-A47D-BE35F7C968DD}" destId="{1D75DBDC-EB8E-4234-A005-55C9C4199563}" srcOrd="11" destOrd="0" presId="urn:microsoft.com/office/officeart/2005/8/layout/list1"/>
    <dgm:cxn modelId="{BA95EFDF-42EB-4FF9-A1CF-AFFCC470A210}" type="presParOf" srcId="{0649996D-8E39-41FE-A47D-BE35F7C968DD}" destId="{20F5CC4C-1821-4038-82CC-0DF4B6E4137E}" srcOrd="12" destOrd="0" presId="urn:microsoft.com/office/officeart/2005/8/layout/list1"/>
    <dgm:cxn modelId="{47C91F77-B181-40C8-B21A-BB22B141833C}" type="presParOf" srcId="{20F5CC4C-1821-4038-82CC-0DF4B6E4137E}" destId="{C93F7341-0437-4E3F-B20B-E621112C00DE}" srcOrd="0" destOrd="0" presId="urn:microsoft.com/office/officeart/2005/8/layout/list1"/>
    <dgm:cxn modelId="{364BE7E7-10F5-4C46-84DB-2F6225960AE5}" type="presParOf" srcId="{20F5CC4C-1821-4038-82CC-0DF4B6E4137E}" destId="{D5DCC5E6-0363-47A9-9B77-99D64ABCE086}" srcOrd="1" destOrd="0" presId="urn:microsoft.com/office/officeart/2005/8/layout/list1"/>
    <dgm:cxn modelId="{14C0AFE7-1233-4F4C-9FEC-C7101AA94C64}" type="presParOf" srcId="{0649996D-8E39-41FE-A47D-BE35F7C968DD}" destId="{5B48375C-AB1F-4232-B773-D0924591D5D4}" srcOrd="13" destOrd="0" presId="urn:microsoft.com/office/officeart/2005/8/layout/list1"/>
    <dgm:cxn modelId="{4DE04204-DD90-4300-B385-052B088A6E14}" type="presParOf" srcId="{0649996D-8E39-41FE-A47D-BE35F7C968DD}" destId="{63029FAF-F3A7-4BDE-A751-B84BCBCDE5B1}" srcOrd="14" destOrd="0" presId="urn:microsoft.com/office/officeart/2005/8/layout/list1"/>
    <dgm:cxn modelId="{B8CF2FA5-9DB6-48B6-B04B-25F3647670D5}" type="presParOf" srcId="{0649996D-8E39-41FE-A47D-BE35F7C968DD}" destId="{394FAED2-3FC7-4ED8-BD02-62573B57C321}" srcOrd="15" destOrd="0" presId="urn:microsoft.com/office/officeart/2005/8/layout/list1"/>
    <dgm:cxn modelId="{D11F576B-D74A-482E-8F80-29D904B2F4DE}" type="presParOf" srcId="{0649996D-8E39-41FE-A47D-BE35F7C968DD}" destId="{44696305-8414-4952-AFFF-09C622907850}" srcOrd="16" destOrd="0" presId="urn:microsoft.com/office/officeart/2005/8/layout/list1"/>
    <dgm:cxn modelId="{FE6F229F-471B-458B-856E-CF35275E67FA}" type="presParOf" srcId="{44696305-8414-4952-AFFF-09C622907850}" destId="{A3E83646-046D-4499-9654-D4DD9BB2CE71}" srcOrd="0" destOrd="0" presId="urn:microsoft.com/office/officeart/2005/8/layout/list1"/>
    <dgm:cxn modelId="{3A7CFAED-21E0-4590-9103-DD5434FECDD8}" type="presParOf" srcId="{44696305-8414-4952-AFFF-09C622907850}" destId="{053DEA38-9A0A-47DF-BA57-CE489A2541C7}" srcOrd="1" destOrd="0" presId="urn:microsoft.com/office/officeart/2005/8/layout/list1"/>
    <dgm:cxn modelId="{F7159B5F-334F-4D8F-AA53-D3DD1D724165}" type="presParOf" srcId="{0649996D-8E39-41FE-A47D-BE35F7C968DD}" destId="{D386D566-DA2A-45C1-9B95-35DC97E8C6A9}" srcOrd="17" destOrd="0" presId="urn:microsoft.com/office/officeart/2005/8/layout/list1"/>
    <dgm:cxn modelId="{4FB2009C-562D-494F-B059-004417314019}" type="presParOf" srcId="{0649996D-8E39-41FE-A47D-BE35F7C968DD}" destId="{DE3E6467-E75B-4D99-BEC9-5EB2F98E4EEF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6B0B91D-1A7A-4B7B-B64F-C164F5C30814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zh-CN" altLang="en-US"/>
        </a:p>
      </dgm:t>
    </dgm:pt>
    <dgm:pt modelId="{DF23F9E5-7222-493E-AA6E-AA824BBC1F7C}">
      <dgm:prSet phldrT="[文本]"/>
      <dgm:spPr/>
      <dgm:t>
        <a:bodyPr/>
        <a:lstStyle/>
        <a:p>
          <a:r>
            <a:rPr lang="zh-CN" altLang="en-US"/>
            <a:t>增加字段：</a:t>
          </a:r>
        </a:p>
      </dgm:t>
    </dgm:pt>
    <dgm:pt modelId="{5895AC48-C25E-4E10-970B-9B06BAA66C1D}" type="parTrans" cxnId="{C54D681C-FF46-48C9-AECA-E5B5F9B5A60C}">
      <dgm:prSet/>
      <dgm:spPr/>
      <dgm:t>
        <a:bodyPr/>
        <a:lstStyle/>
        <a:p>
          <a:endParaRPr lang="zh-CN" altLang="en-US"/>
        </a:p>
      </dgm:t>
    </dgm:pt>
    <dgm:pt modelId="{C29E2B84-420B-41D5-B0A9-1D39669764BC}" type="sibTrans" cxnId="{C54D681C-FF46-48C9-AECA-E5B5F9B5A60C}">
      <dgm:prSet/>
      <dgm:spPr/>
      <dgm:t>
        <a:bodyPr/>
        <a:lstStyle/>
        <a:p>
          <a:endParaRPr lang="zh-CN" altLang="en-US"/>
        </a:p>
      </dgm:t>
    </dgm:pt>
    <dgm:pt modelId="{38AC5791-1DD3-4017-9852-D55FD1857C72}">
      <dgm:prSet/>
      <dgm:spPr/>
      <dgm:t>
        <a:bodyPr/>
        <a:lstStyle/>
        <a:p>
          <a:r>
            <a:rPr lang="zh-CN" altLang="en-US"/>
            <a:t>删除字段：</a:t>
          </a:r>
        </a:p>
      </dgm:t>
    </dgm:pt>
    <dgm:pt modelId="{80DEE28A-30E7-4DB4-A427-D24155A40BC3}" type="parTrans" cxnId="{DD039120-E86E-4E5D-9A8C-500A69A4702D}">
      <dgm:prSet/>
      <dgm:spPr/>
      <dgm:t>
        <a:bodyPr/>
        <a:lstStyle/>
        <a:p>
          <a:endParaRPr lang="zh-CN" altLang="en-US"/>
        </a:p>
      </dgm:t>
    </dgm:pt>
    <dgm:pt modelId="{B3847FFF-B6ED-46AC-917F-F45391C1A0F3}" type="sibTrans" cxnId="{DD039120-E86E-4E5D-9A8C-500A69A4702D}">
      <dgm:prSet/>
      <dgm:spPr/>
      <dgm:t>
        <a:bodyPr/>
        <a:lstStyle/>
        <a:p>
          <a:endParaRPr lang="zh-CN" altLang="en-US"/>
        </a:p>
      </dgm:t>
    </dgm:pt>
    <dgm:pt modelId="{54709A82-EE7C-487B-832E-2049E64B719F}">
      <dgm:prSet/>
      <dgm:spPr/>
      <dgm:t>
        <a:bodyPr/>
        <a:lstStyle/>
        <a:p>
          <a:r>
            <a:rPr lang="zh-CN" altLang="en-US"/>
            <a:t>修改字段类型：</a:t>
          </a:r>
        </a:p>
      </dgm:t>
    </dgm:pt>
    <dgm:pt modelId="{DEC2A7D7-114B-4C84-949D-22FE49496444}" type="parTrans" cxnId="{817C3EBA-C84D-4C4F-86AD-EDBF221ABACD}">
      <dgm:prSet/>
      <dgm:spPr/>
      <dgm:t>
        <a:bodyPr/>
        <a:lstStyle/>
        <a:p>
          <a:endParaRPr lang="zh-CN" altLang="en-US"/>
        </a:p>
      </dgm:t>
    </dgm:pt>
    <dgm:pt modelId="{C11B2E65-B79B-410C-B446-DCE3AA444BF0}" type="sibTrans" cxnId="{817C3EBA-C84D-4C4F-86AD-EDBF221ABACD}">
      <dgm:prSet/>
      <dgm:spPr/>
      <dgm:t>
        <a:bodyPr/>
        <a:lstStyle/>
        <a:p>
          <a:endParaRPr lang="zh-CN" altLang="en-US"/>
        </a:p>
      </dgm:t>
    </dgm:pt>
    <dgm:pt modelId="{C7195C4C-78D9-4AA7-B029-A25DA3BDBFC7}">
      <dgm:prSet/>
      <dgm:spPr/>
      <dgm:t>
        <a:bodyPr/>
        <a:lstStyle/>
        <a:p>
          <a:r>
            <a:rPr lang="zh-CN" altLang="en-US"/>
            <a:t>修改字段名：</a:t>
          </a:r>
        </a:p>
      </dgm:t>
    </dgm:pt>
    <dgm:pt modelId="{10F28EC3-CC22-40D6-A9F6-9B410C63A230}" type="parTrans" cxnId="{D9D8DB68-94DF-4053-9BD7-4BF9C623027B}">
      <dgm:prSet/>
      <dgm:spPr/>
      <dgm:t>
        <a:bodyPr/>
        <a:lstStyle/>
        <a:p>
          <a:endParaRPr lang="zh-CN" altLang="en-US"/>
        </a:p>
      </dgm:t>
    </dgm:pt>
    <dgm:pt modelId="{7ACBB649-FAB5-4A74-A87B-A3F7CF984E2F}" type="sibTrans" cxnId="{D9D8DB68-94DF-4053-9BD7-4BF9C623027B}">
      <dgm:prSet/>
      <dgm:spPr/>
      <dgm:t>
        <a:bodyPr/>
        <a:lstStyle/>
        <a:p>
          <a:endParaRPr lang="zh-CN" altLang="en-US"/>
        </a:p>
      </dgm:t>
    </dgm:pt>
    <dgm:pt modelId="{8822FADA-DCA3-4D15-82FF-D77775718764}">
      <dgm:prSet phldrT="[文本]"/>
      <dgm:spPr/>
      <dgm:t>
        <a:bodyPr/>
        <a:lstStyle/>
        <a:p>
          <a:r>
            <a:rPr lang="en-US" altLang="en-US"/>
            <a:t>alter table </a:t>
          </a:r>
          <a:r>
            <a:rPr lang="zh-CN" altLang="en-US"/>
            <a:t>表名 </a:t>
          </a:r>
          <a:r>
            <a:rPr lang="en-US" altLang="en-US"/>
            <a:t>add </a:t>
          </a:r>
          <a:r>
            <a:rPr lang="zh-CN" altLang="en-US"/>
            <a:t>字段名　数据类型</a:t>
          </a:r>
          <a:r>
            <a:rPr lang="en-US" altLang="en-US"/>
            <a:t>;</a:t>
          </a:r>
          <a:endParaRPr lang="zh-CN" altLang="en-US"/>
        </a:p>
      </dgm:t>
    </dgm:pt>
    <dgm:pt modelId="{D3905339-35AB-46FC-8DF3-8B8EE675985F}" type="parTrans" cxnId="{B211ABA3-7A81-4145-AAAE-ADD6F3D6F08F}">
      <dgm:prSet/>
      <dgm:spPr/>
      <dgm:t>
        <a:bodyPr/>
        <a:lstStyle/>
        <a:p>
          <a:endParaRPr lang="zh-CN" altLang="en-US"/>
        </a:p>
      </dgm:t>
    </dgm:pt>
    <dgm:pt modelId="{E28D9016-EEF1-4124-BF81-A0B2250504C5}" type="sibTrans" cxnId="{B211ABA3-7A81-4145-AAAE-ADD6F3D6F08F}">
      <dgm:prSet/>
      <dgm:spPr/>
      <dgm:t>
        <a:bodyPr/>
        <a:lstStyle/>
        <a:p>
          <a:endParaRPr lang="zh-CN" altLang="en-US"/>
        </a:p>
      </dgm:t>
    </dgm:pt>
    <dgm:pt modelId="{010BD876-09CA-4E11-AD7D-663978F6A107}">
      <dgm:prSet/>
      <dgm:spPr/>
      <dgm:t>
        <a:bodyPr/>
        <a:lstStyle/>
        <a:p>
          <a:r>
            <a:rPr lang="en-US" altLang="en-US"/>
            <a:t>alter table </a:t>
          </a:r>
          <a:r>
            <a:rPr lang="zh-CN" altLang="en-US"/>
            <a:t>表名 </a:t>
          </a:r>
          <a:r>
            <a:rPr lang="en-US" altLang="en-US"/>
            <a:t>drop </a:t>
          </a:r>
          <a:r>
            <a:rPr lang="zh-CN" altLang="en-US"/>
            <a:t>字段名</a:t>
          </a:r>
          <a:r>
            <a:rPr lang="en-US" altLang="en-US"/>
            <a:t>;</a:t>
          </a:r>
          <a:endParaRPr lang="zh-CN" altLang="en-US"/>
        </a:p>
      </dgm:t>
    </dgm:pt>
    <dgm:pt modelId="{1A5405A4-09F9-47BC-BC1A-20C52CEF03B9}" type="parTrans" cxnId="{B31D0DCE-06AA-400B-A471-9F942C55EBDC}">
      <dgm:prSet/>
      <dgm:spPr/>
      <dgm:t>
        <a:bodyPr/>
        <a:lstStyle/>
        <a:p>
          <a:endParaRPr lang="zh-CN" altLang="en-US"/>
        </a:p>
      </dgm:t>
    </dgm:pt>
    <dgm:pt modelId="{7468A932-54B4-4344-93BD-1C9606D52E96}" type="sibTrans" cxnId="{B31D0DCE-06AA-400B-A471-9F942C55EBDC}">
      <dgm:prSet/>
      <dgm:spPr/>
      <dgm:t>
        <a:bodyPr/>
        <a:lstStyle/>
        <a:p>
          <a:endParaRPr lang="zh-CN" altLang="en-US"/>
        </a:p>
      </dgm:t>
    </dgm:pt>
    <dgm:pt modelId="{49208327-243A-4D8C-89FA-94C1409D570F}">
      <dgm:prSet/>
      <dgm:spPr/>
      <dgm:t>
        <a:bodyPr/>
        <a:lstStyle/>
        <a:p>
          <a:r>
            <a:rPr lang="en-US" altLang="en-US"/>
            <a:t>alter table </a:t>
          </a:r>
          <a:r>
            <a:rPr lang="zh-CN" altLang="en-US"/>
            <a:t>表名 </a:t>
          </a:r>
          <a:r>
            <a:rPr lang="en-US" altLang="en-US"/>
            <a:t>modify </a:t>
          </a:r>
          <a:r>
            <a:rPr lang="zh-CN" altLang="en-US"/>
            <a:t>字段名　新数据类型</a:t>
          </a:r>
          <a:r>
            <a:rPr lang="en-US" altLang="en-US"/>
            <a:t>;</a:t>
          </a:r>
          <a:endParaRPr lang="zh-CN" altLang="en-US"/>
        </a:p>
      </dgm:t>
    </dgm:pt>
    <dgm:pt modelId="{DB591EB5-6076-4A78-9E79-4DD75FC2549D}" type="parTrans" cxnId="{7A8DE0BA-B1ED-4AB2-B6E6-20BA554C3999}">
      <dgm:prSet/>
      <dgm:spPr/>
      <dgm:t>
        <a:bodyPr/>
        <a:lstStyle/>
        <a:p>
          <a:endParaRPr lang="zh-CN" altLang="en-US"/>
        </a:p>
      </dgm:t>
    </dgm:pt>
    <dgm:pt modelId="{86626BBE-1B8C-441E-A39E-5CCB65F5E59C}" type="sibTrans" cxnId="{7A8DE0BA-B1ED-4AB2-B6E6-20BA554C3999}">
      <dgm:prSet/>
      <dgm:spPr/>
      <dgm:t>
        <a:bodyPr/>
        <a:lstStyle/>
        <a:p>
          <a:endParaRPr lang="zh-CN" altLang="en-US"/>
        </a:p>
      </dgm:t>
    </dgm:pt>
    <dgm:pt modelId="{6F7EFAEC-EA01-49FF-AF92-FA318846C102}">
      <dgm:prSet/>
      <dgm:spPr/>
      <dgm:t>
        <a:bodyPr/>
        <a:lstStyle/>
        <a:p>
          <a:r>
            <a:rPr lang="en-US" altLang="en-US"/>
            <a:t>alter table </a:t>
          </a:r>
          <a:r>
            <a:rPr lang="zh-CN" altLang="en-US"/>
            <a:t>表名 </a:t>
          </a:r>
          <a:r>
            <a:rPr lang="en-US" altLang="en-US"/>
            <a:t>change </a:t>
          </a:r>
          <a:r>
            <a:rPr lang="zh-CN" altLang="en-US"/>
            <a:t>原字段名　新字段名　数据类型</a:t>
          </a:r>
        </a:p>
      </dgm:t>
    </dgm:pt>
    <dgm:pt modelId="{476EE6CC-297C-45E8-8C5E-0B3BBDCDEE11}" type="parTrans" cxnId="{ED1323CA-23AE-41FD-8179-9A2E970E5699}">
      <dgm:prSet/>
      <dgm:spPr/>
      <dgm:t>
        <a:bodyPr/>
        <a:lstStyle/>
        <a:p>
          <a:endParaRPr lang="zh-CN" altLang="en-US"/>
        </a:p>
      </dgm:t>
    </dgm:pt>
    <dgm:pt modelId="{80ACFDAA-7888-4B56-9049-FC9B7ED4C34D}" type="sibTrans" cxnId="{ED1323CA-23AE-41FD-8179-9A2E970E5699}">
      <dgm:prSet/>
      <dgm:spPr/>
      <dgm:t>
        <a:bodyPr/>
        <a:lstStyle/>
        <a:p>
          <a:endParaRPr lang="zh-CN" altLang="en-US"/>
        </a:p>
      </dgm:t>
    </dgm:pt>
    <dgm:pt modelId="{4E036A74-EB13-4990-A7B9-94C25DF3B8B9}" type="pres">
      <dgm:prSet presAssocID="{96B0B91D-1A7A-4B7B-B64F-C164F5C30814}" presName="linear" presStyleCnt="0">
        <dgm:presLayoutVars>
          <dgm:dir/>
          <dgm:animLvl val="lvl"/>
          <dgm:resizeHandles val="exact"/>
        </dgm:presLayoutVars>
      </dgm:prSet>
      <dgm:spPr/>
    </dgm:pt>
    <dgm:pt modelId="{6FF0F303-384C-4FB4-9151-C356FF6C7B44}" type="pres">
      <dgm:prSet presAssocID="{DF23F9E5-7222-493E-AA6E-AA824BBC1F7C}" presName="parentLin" presStyleCnt="0"/>
      <dgm:spPr/>
    </dgm:pt>
    <dgm:pt modelId="{186C2E03-1438-4126-AB48-588BAEF5E9C4}" type="pres">
      <dgm:prSet presAssocID="{DF23F9E5-7222-493E-AA6E-AA824BBC1F7C}" presName="parentLeftMargin" presStyleLbl="node1" presStyleIdx="0" presStyleCnt="4"/>
      <dgm:spPr/>
    </dgm:pt>
    <dgm:pt modelId="{991A3271-4E52-4005-A9B2-C82C55C9BF98}" type="pres">
      <dgm:prSet presAssocID="{DF23F9E5-7222-493E-AA6E-AA824BBC1F7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31B369A-BAC5-4F7E-9106-9644360BBAF4}" type="pres">
      <dgm:prSet presAssocID="{DF23F9E5-7222-493E-AA6E-AA824BBC1F7C}" presName="negativeSpace" presStyleCnt="0"/>
      <dgm:spPr/>
    </dgm:pt>
    <dgm:pt modelId="{AB7F93C1-DF73-461E-B6A2-7627335FB246}" type="pres">
      <dgm:prSet presAssocID="{DF23F9E5-7222-493E-AA6E-AA824BBC1F7C}" presName="childText" presStyleLbl="conFgAcc1" presStyleIdx="0" presStyleCnt="4">
        <dgm:presLayoutVars>
          <dgm:bulletEnabled val="1"/>
        </dgm:presLayoutVars>
      </dgm:prSet>
      <dgm:spPr/>
    </dgm:pt>
    <dgm:pt modelId="{770BD316-2699-4AE7-A1E0-A0A1A8E36A78}" type="pres">
      <dgm:prSet presAssocID="{C29E2B84-420B-41D5-B0A9-1D39669764BC}" presName="spaceBetweenRectangles" presStyleCnt="0"/>
      <dgm:spPr/>
    </dgm:pt>
    <dgm:pt modelId="{CAE268FE-6119-4B24-810A-F65DA4DEEA50}" type="pres">
      <dgm:prSet presAssocID="{38AC5791-1DD3-4017-9852-D55FD1857C72}" presName="parentLin" presStyleCnt="0"/>
      <dgm:spPr/>
    </dgm:pt>
    <dgm:pt modelId="{D2ADC58F-D459-4D37-B9F3-A00602D02FE0}" type="pres">
      <dgm:prSet presAssocID="{38AC5791-1DD3-4017-9852-D55FD1857C72}" presName="parentLeftMargin" presStyleLbl="node1" presStyleIdx="0" presStyleCnt="4"/>
      <dgm:spPr/>
    </dgm:pt>
    <dgm:pt modelId="{ABCC5C0A-8839-4B7D-87EF-D1AA11824D6F}" type="pres">
      <dgm:prSet presAssocID="{38AC5791-1DD3-4017-9852-D55FD1857C7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3C2A6E4-52A4-48EE-BAF8-767114614566}" type="pres">
      <dgm:prSet presAssocID="{38AC5791-1DD3-4017-9852-D55FD1857C72}" presName="negativeSpace" presStyleCnt="0"/>
      <dgm:spPr/>
    </dgm:pt>
    <dgm:pt modelId="{CEBAB189-6F96-4B1B-839D-38A2EBDF1001}" type="pres">
      <dgm:prSet presAssocID="{38AC5791-1DD3-4017-9852-D55FD1857C72}" presName="childText" presStyleLbl="conFgAcc1" presStyleIdx="1" presStyleCnt="4">
        <dgm:presLayoutVars>
          <dgm:bulletEnabled val="1"/>
        </dgm:presLayoutVars>
      </dgm:prSet>
      <dgm:spPr/>
    </dgm:pt>
    <dgm:pt modelId="{F86524CB-A187-4DC9-A04E-3D2A04234081}" type="pres">
      <dgm:prSet presAssocID="{B3847FFF-B6ED-46AC-917F-F45391C1A0F3}" presName="spaceBetweenRectangles" presStyleCnt="0"/>
      <dgm:spPr/>
    </dgm:pt>
    <dgm:pt modelId="{E209023C-8290-4429-9ED3-5A2C930B8560}" type="pres">
      <dgm:prSet presAssocID="{54709A82-EE7C-487B-832E-2049E64B719F}" presName="parentLin" presStyleCnt="0"/>
      <dgm:spPr/>
    </dgm:pt>
    <dgm:pt modelId="{A91A32D2-527F-43FA-87B7-104F9D5A91DD}" type="pres">
      <dgm:prSet presAssocID="{54709A82-EE7C-487B-832E-2049E64B719F}" presName="parentLeftMargin" presStyleLbl="node1" presStyleIdx="1" presStyleCnt="4"/>
      <dgm:spPr/>
    </dgm:pt>
    <dgm:pt modelId="{0A35AACC-FF47-4A0A-ADB0-3F3497A14EEF}" type="pres">
      <dgm:prSet presAssocID="{54709A82-EE7C-487B-832E-2049E64B719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9CFEABE-E6AF-4181-AEBF-D67ED46F9820}" type="pres">
      <dgm:prSet presAssocID="{54709A82-EE7C-487B-832E-2049E64B719F}" presName="negativeSpace" presStyleCnt="0"/>
      <dgm:spPr/>
    </dgm:pt>
    <dgm:pt modelId="{58047432-4F2C-4B1E-A0D6-9BD20B018570}" type="pres">
      <dgm:prSet presAssocID="{54709A82-EE7C-487B-832E-2049E64B719F}" presName="childText" presStyleLbl="conFgAcc1" presStyleIdx="2" presStyleCnt="4">
        <dgm:presLayoutVars>
          <dgm:bulletEnabled val="1"/>
        </dgm:presLayoutVars>
      </dgm:prSet>
      <dgm:spPr/>
    </dgm:pt>
    <dgm:pt modelId="{F22A75B0-FADA-4E36-B81E-B50A45878250}" type="pres">
      <dgm:prSet presAssocID="{C11B2E65-B79B-410C-B446-DCE3AA444BF0}" presName="spaceBetweenRectangles" presStyleCnt="0"/>
      <dgm:spPr/>
    </dgm:pt>
    <dgm:pt modelId="{5B563EA0-31BE-4FE8-AB77-E364459FEAD3}" type="pres">
      <dgm:prSet presAssocID="{C7195C4C-78D9-4AA7-B029-A25DA3BDBFC7}" presName="parentLin" presStyleCnt="0"/>
      <dgm:spPr/>
    </dgm:pt>
    <dgm:pt modelId="{0F586F4A-2E41-42EF-A22D-875F59C4E1EE}" type="pres">
      <dgm:prSet presAssocID="{C7195C4C-78D9-4AA7-B029-A25DA3BDBFC7}" presName="parentLeftMargin" presStyleLbl="node1" presStyleIdx="2" presStyleCnt="4"/>
      <dgm:spPr/>
    </dgm:pt>
    <dgm:pt modelId="{3946925A-0084-4377-90E3-6A2F12751467}" type="pres">
      <dgm:prSet presAssocID="{C7195C4C-78D9-4AA7-B029-A25DA3BDBFC7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F26814D3-B058-4629-9EC0-7BECDC047F4D}" type="pres">
      <dgm:prSet presAssocID="{C7195C4C-78D9-4AA7-B029-A25DA3BDBFC7}" presName="negativeSpace" presStyleCnt="0"/>
      <dgm:spPr/>
    </dgm:pt>
    <dgm:pt modelId="{B803BE5C-F127-4459-816B-A583684291A0}" type="pres">
      <dgm:prSet presAssocID="{C7195C4C-78D9-4AA7-B029-A25DA3BDBFC7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81482A0D-C795-499A-A659-3E8DF9380484}" type="presOf" srcId="{C7195C4C-78D9-4AA7-B029-A25DA3BDBFC7}" destId="{0F586F4A-2E41-42EF-A22D-875F59C4E1EE}" srcOrd="0" destOrd="0" presId="urn:microsoft.com/office/officeart/2005/8/layout/list1"/>
    <dgm:cxn modelId="{78B95718-78EF-4502-902D-06A84AE22AF3}" type="presOf" srcId="{54709A82-EE7C-487B-832E-2049E64B719F}" destId="{0A35AACC-FF47-4A0A-ADB0-3F3497A14EEF}" srcOrd="1" destOrd="0" presId="urn:microsoft.com/office/officeart/2005/8/layout/list1"/>
    <dgm:cxn modelId="{C54D681C-FF46-48C9-AECA-E5B5F9B5A60C}" srcId="{96B0B91D-1A7A-4B7B-B64F-C164F5C30814}" destId="{DF23F9E5-7222-493E-AA6E-AA824BBC1F7C}" srcOrd="0" destOrd="0" parTransId="{5895AC48-C25E-4E10-970B-9B06BAA66C1D}" sibTransId="{C29E2B84-420B-41D5-B0A9-1D39669764BC}"/>
    <dgm:cxn modelId="{DD039120-E86E-4E5D-9A8C-500A69A4702D}" srcId="{96B0B91D-1A7A-4B7B-B64F-C164F5C30814}" destId="{38AC5791-1DD3-4017-9852-D55FD1857C72}" srcOrd="1" destOrd="0" parTransId="{80DEE28A-30E7-4DB4-A427-D24155A40BC3}" sibTransId="{B3847FFF-B6ED-46AC-917F-F45391C1A0F3}"/>
    <dgm:cxn modelId="{BCDDB735-F30C-44A2-BCA5-6E3B25703E3E}" type="presOf" srcId="{8822FADA-DCA3-4D15-82FF-D77775718764}" destId="{AB7F93C1-DF73-461E-B6A2-7627335FB246}" srcOrd="0" destOrd="0" presId="urn:microsoft.com/office/officeart/2005/8/layout/list1"/>
    <dgm:cxn modelId="{0E2D9067-6393-4519-A345-1E9F5A3B3AC5}" type="presOf" srcId="{38AC5791-1DD3-4017-9852-D55FD1857C72}" destId="{D2ADC58F-D459-4D37-B9F3-A00602D02FE0}" srcOrd="0" destOrd="0" presId="urn:microsoft.com/office/officeart/2005/8/layout/list1"/>
    <dgm:cxn modelId="{D9D8DB68-94DF-4053-9BD7-4BF9C623027B}" srcId="{96B0B91D-1A7A-4B7B-B64F-C164F5C30814}" destId="{C7195C4C-78D9-4AA7-B029-A25DA3BDBFC7}" srcOrd="3" destOrd="0" parTransId="{10F28EC3-CC22-40D6-A9F6-9B410C63A230}" sibTransId="{7ACBB649-FAB5-4A74-A87B-A3F7CF984E2F}"/>
    <dgm:cxn modelId="{988AD24E-2347-473C-B339-AD9B8307044C}" type="presOf" srcId="{96B0B91D-1A7A-4B7B-B64F-C164F5C30814}" destId="{4E036A74-EB13-4990-A7B9-94C25DF3B8B9}" srcOrd="0" destOrd="0" presId="urn:microsoft.com/office/officeart/2005/8/layout/list1"/>
    <dgm:cxn modelId="{C40B734F-B7D7-430D-AF3E-4383889C8FF9}" type="presOf" srcId="{010BD876-09CA-4E11-AD7D-663978F6A107}" destId="{CEBAB189-6F96-4B1B-839D-38A2EBDF1001}" srcOrd="0" destOrd="0" presId="urn:microsoft.com/office/officeart/2005/8/layout/list1"/>
    <dgm:cxn modelId="{1F51A98B-DA1F-4CD5-B646-13814472C70B}" type="presOf" srcId="{6F7EFAEC-EA01-49FF-AF92-FA318846C102}" destId="{B803BE5C-F127-4459-816B-A583684291A0}" srcOrd="0" destOrd="0" presId="urn:microsoft.com/office/officeart/2005/8/layout/list1"/>
    <dgm:cxn modelId="{C52C1B93-ED14-4D2F-B04A-AC780085C8F5}" type="presOf" srcId="{DF23F9E5-7222-493E-AA6E-AA824BBC1F7C}" destId="{186C2E03-1438-4126-AB48-588BAEF5E9C4}" srcOrd="0" destOrd="0" presId="urn:microsoft.com/office/officeart/2005/8/layout/list1"/>
    <dgm:cxn modelId="{B211ABA3-7A81-4145-AAAE-ADD6F3D6F08F}" srcId="{DF23F9E5-7222-493E-AA6E-AA824BBC1F7C}" destId="{8822FADA-DCA3-4D15-82FF-D77775718764}" srcOrd="0" destOrd="0" parTransId="{D3905339-35AB-46FC-8DF3-8B8EE675985F}" sibTransId="{E28D9016-EEF1-4124-BF81-A0B2250504C5}"/>
    <dgm:cxn modelId="{BF591CA5-9297-4D37-A258-F7ABC21AD46D}" type="presOf" srcId="{C7195C4C-78D9-4AA7-B029-A25DA3BDBFC7}" destId="{3946925A-0084-4377-90E3-6A2F12751467}" srcOrd="1" destOrd="0" presId="urn:microsoft.com/office/officeart/2005/8/layout/list1"/>
    <dgm:cxn modelId="{97010AA7-3D24-486A-89F1-FC2423520FAF}" type="presOf" srcId="{49208327-243A-4D8C-89FA-94C1409D570F}" destId="{58047432-4F2C-4B1E-A0D6-9BD20B018570}" srcOrd="0" destOrd="0" presId="urn:microsoft.com/office/officeart/2005/8/layout/list1"/>
    <dgm:cxn modelId="{AAAA9FB0-0765-4FA1-922D-3BA851B3E057}" type="presOf" srcId="{38AC5791-1DD3-4017-9852-D55FD1857C72}" destId="{ABCC5C0A-8839-4B7D-87EF-D1AA11824D6F}" srcOrd="1" destOrd="0" presId="urn:microsoft.com/office/officeart/2005/8/layout/list1"/>
    <dgm:cxn modelId="{817C3EBA-C84D-4C4F-86AD-EDBF221ABACD}" srcId="{96B0B91D-1A7A-4B7B-B64F-C164F5C30814}" destId="{54709A82-EE7C-487B-832E-2049E64B719F}" srcOrd="2" destOrd="0" parTransId="{DEC2A7D7-114B-4C84-949D-22FE49496444}" sibTransId="{C11B2E65-B79B-410C-B446-DCE3AA444BF0}"/>
    <dgm:cxn modelId="{7A8DE0BA-B1ED-4AB2-B6E6-20BA554C3999}" srcId="{54709A82-EE7C-487B-832E-2049E64B719F}" destId="{49208327-243A-4D8C-89FA-94C1409D570F}" srcOrd="0" destOrd="0" parTransId="{DB591EB5-6076-4A78-9E79-4DD75FC2549D}" sibTransId="{86626BBE-1B8C-441E-A39E-5CCB65F5E59C}"/>
    <dgm:cxn modelId="{ED1323CA-23AE-41FD-8179-9A2E970E5699}" srcId="{C7195C4C-78D9-4AA7-B029-A25DA3BDBFC7}" destId="{6F7EFAEC-EA01-49FF-AF92-FA318846C102}" srcOrd="0" destOrd="0" parTransId="{476EE6CC-297C-45E8-8C5E-0B3BBDCDEE11}" sibTransId="{80ACFDAA-7888-4B56-9049-FC9B7ED4C34D}"/>
    <dgm:cxn modelId="{55DFF5CC-E0AB-465D-8F07-D17DB6BB5EEB}" type="presOf" srcId="{DF23F9E5-7222-493E-AA6E-AA824BBC1F7C}" destId="{991A3271-4E52-4005-A9B2-C82C55C9BF98}" srcOrd="1" destOrd="0" presId="urn:microsoft.com/office/officeart/2005/8/layout/list1"/>
    <dgm:cxn modelId="{B31D0DCE-06AA-400B-A471-9F942C55EBDC}" srcId="{38AC5791-1DD3-4017-9852-D55FD1857C72}" destId="{010BD876-09CA-4E11-AD7D-663978F6A107}" srcOrd="0" destOrd="0" parTransId="{1A5405A4-09F9-47BC-BC1A-20C52CEF03B9}" sibTransId="{7468A932-54B4-4344-93BD-1C9606D52E96}"/>
    <dgm:cxn modelId="{D6927FF6-A39B-4CC6-B404-187FC8A2634E}" type="presOf" srcId="{54709A82-EE7C-487B-832E-2049E64B719F}" destId="{A91A32D2-527F-43FA-87B7-104F9D5A91DD}" srcOrd="0" destOrd="0" presId="urn:microsoft.com/office/officeart/2005/8/layout/list1"/>
    <dgm:cxn modelId="{4EB7BA34-A507-4DE0-9C63-54794C9F4F1C}" type="presParOf" srcId="{4E036A74-EB13-4990-A7B9-94C25DF3B8B9}" destId="{6FF0F303-384C-4FB4-9151-C356FF6C7B44}" srcOrd="0" destOrd="0" presId="urn:microsoft.com/office/officeart/2005/8/layout/list1"/>
    <dgm:cxn modelId="{9C9598E3-BECB-4D86-8080-366001539755}" type="presParOf" srcId="{6FF0F303-384C-4FB4-9151-C356FF6C7B44}" destId="{186C2E03-1438-4126-AB48-588BAEF5E9C4}" srcOrd="0" destOrd="0" presId="urn:microsoft.com/office/officeart/2005/8/layout/list1"/>
    <dgm:cxn modelId="{565C4D5A-81C3-48F8-B224-8C5A1097C9BD}" type="presParOf" srcId="{6FF0F303-384C-4FB4-9151-C356FF6C7B44}" destId="{991A3271-4E52-4005-A9B2-C82C55C9BF98}" srcOrd="1" destOrd="0" presId="urn:microsoft.com/office/officeart/2005/8/layout/list1"/>
    <dgm:cxn modelId="{68B16CF5-E996-463F-AE56-B42E369DB10C}" type="presParOf" srcId="{4E036A74-EB13-4990-A7B9-94C25DF3B8B9}" destId="{331B369A-BAC5-4F7E-9106-9644360BBAF4}" srcOrd="1" destOrd="0" presId="urn:microsoft.com/office/officeart/2005/8/layout/list1"/>
    <dgm:cxn modelId="{94D68FB3-D589-4368-A71B-209774D15829}" type="presParOf" srcId="{4E036A74-EB13-4990-A7B9-94C25DF3B8B9}" destId="{AB7F93C1-DF73-461E-B6A2-7627335FB246}" srcOrd="2" destOrd="0" presId="urn:microsoft.com/office/officeart/2005/8/layout/list1"/>
    <dgm:cxn modelId="{129F7216-185A-4E36-8252-8493ACDDB8D2}" type="presParOf" srcId="{4E036A74-EB13-4990-A7B9-94C25DF3B8B9}" destId="{770BD316-2699-4AE7-A1E0-A0A1A8E36A78}" srcOrd="3" destOrd="0" presId="urn:microsoft.com/office/officeart/2005/8/layout/list1"/>
    <dgm:cxn modelId="{E0E24A00-72A6-4DFE-96B8-48F47F64D6AE}" type="presParOf" srcId="{4E036A74-EB13-4990-A7B9-94C25DF3B8B9}" destId="{CAE268FE-6119-4B24-810A-F65DA4DEEA50}" srcOrd="4" destOrd="0" presId="urn:microsoft.com/office/officeart/2005/8/layout/list1"/>
    <dgm:cxn modelId="{5A1343E2-5104-473C-A6AE-15BADCEA6432}" type="presParOf" srcId="{CAE268FE-6119-4B24-810A-F65DA4DEEA50}" destId="{D2ADC58F-D459-4D37-B9F3-A00602D02FE0}" srcOrd="0" destOrd="0" presId="urn:microsoft.com/office/officeart/2005/8/layout/list1"/>
    <dgm:cxn modelId="{A51B86D0-3FC5-4C7E-93DD-C432C0F5C614}" type="presParOf" srcId="{CAE268FE-6119-4B24-810A-F65DA4DEEA50}" destId="{ABCC5C0A-8839-4B7D-87EF-D1AA11824D6F}" srcOrd="1" destOrd="0" presId="urn:microsoft.com/office/officeart/2005/8/layout/list1"/>
    <dgm:cxn modelId="{5E3C0566-B1DE-44C8-9DB9-10534B763466}" type="presParOf" srcId="{4E036A74-EB13-4990-A7B9-94C25DF3B8B9}" destId="{D3C2A6E4-52A4-48EE-BAF8-767114614566}" srcOrd="5" destOrd="0" presId="urn:microsoft.com/office/officeart/2005/8/layout/list1"/>
    <dgm:cxn modelId="{C19CB3A7-714D-4C57-8818-4BF5E5DB2212}" type="presParOf" srcId="{4E036A74-EB13-4990-A7B9-94C25DF3B8B9}" destId="{CEBAB189-6F96-4B1B-839D-38A2EBDF1001}" srcOrd="6" destOrd="0" presId="urn:microsoft.com/office/officeart/2005/8/layout/list1"/>
    <dgm:cxn modelId="{4C8B942B-3C3F-49DC-B842-2E0554D456C3}" type="presParOf" srcId="{4E036A74-EB13-4990-A7B9-94C25DF3B8B9}" destId="{F86524CB-A187-4DC9-A04E-3D2A04234081}" srcOrd="7" destOrd="0" presId="urn:microsoft.com/office/officeart/2005/8/layout/list1"/>
    <dgm:cxn modelId="{7A16F033-A86A-4316-AC80-F7F3EAB5EC76}" type="presParOf" srcId="{4E036A74-EB13-4990-A7B9-94C25DF3B8B9}" destId="{E209023C-8290-4429-9ED3-5A2C930B8560}" srcOrd="8" destOrd="0" presId="urn:microsoft.com/office/officeart/2005/8/layout/list1"/>
    <dgm:cxn modelId="{B8E37AC6-C46C-4251-BA34-4C5CE8E2B814}" type="presParOf" srcId="{E209023C-8290-4429-9ED3-5A2C930B8560}" destId="{A91A32D2-527F-43FA-87B7-104F9D5A91DD}" srcOrd="0" destOrd="0" presId="urn:microsoft.com/office/officeart/2005/8/layout/list1"/>
    <dgm:cxn modelId="{50B40ED3-7BA8-4BD5-9D80-0551718C7080}" type="presParOf" srcId="{E209023C-8290-4429-9ED3-5A2C930B8560}" destId="{0A35AACC-FF47-4A0A-ADB0-3F3497A14EEF}" srcOrd="1" destOrd="0" presId="urn:microsoft.com/office/officeart/2005/8/layout/list1"/>
    <dgm:cxn modelId="{E26B8A50-382C-413D-9EDE-98BB1BC791A7}" type="presParOf" srcId="{4E036A74-EB13-4990-A7B9-94C25DF3B8B9}" destId="{A9CFEABE-E6AF-4181-AEBF-D67ED46F9820}" srcOrd="9" destOrd="0" presId="urn:microsoft.com/office/officeart/2005/8/layout/list1"/>
    <dgm:cxn modelId="{35229B09-7DD1-44F6-8A92-4C1086AA8779}" type="presParOf" srcId="{4E036A74-EB13-4990-A7B9-94C25DF3B8B9}" destId="{58047432-4F2C-4B1E-A0D6-9BD20B018570}" srcOrd="10" destOrd="0" presId="urn:microsoft.com/office/officeart/2005/8/layout/list1"/>
    <dgm:cxn modelId="{C2584349-1903-4A62-B514-C955571B7000}" type="presParOf" srcId="{4E036A74-EB13-4990-A7B9-94C25DF3B8B9}" destId="{F22A75B0-FADA-4E36-B81E-B50A45878250}" srcOrd="11" destOrd="0" presId="urn:microsoft.com/office/officeart/2005/8/layout/list1"/>
    <dgm:cxn modelId="{3B2DDF36-35A4-45D0-8A10-9EBF18863C91}" type="presParOf" srcId="{4E036A74-EB13-4990-A7B9-94C25DF3B8B9}" destId="{5B563EA0-31BE-4FE8-AB77-E364459FEAD3}" srcOrd="12" destOrd="0" presId="urn:microsoft.com/office/officeart/2005/8/layout/list1"/>
    <dgm:cxn modelId="{4A85DF3A-1AF0-4F26-B922-D32351692948}" type="presParOf" srcId="{5B563EA0-31BE-4FE8-AB77-E364459FEAD3}" destId="{0F586F4A-2E41-42EF-A22D-875F59C4E1EE}" srcOrd="0" destOrd="0" presId="urn:microsoft.com/office/officeart/2005/8/layout/list1"/>
    <dgm:cxn modelId="{B8431692-3BB4-417C-A741-62DC12E7E8E4}" type="presParOf" srcId="{5B563EA0-31BE-4FE8-AB77-E364459FEAD3}" destId="{3946925A-0084-4377-90E3-6A2F12751467}" srcOrd="1" destOrd="0" presId="urn:microsoft.com/office/officeart/2005/8/layout/list1"/>
    <dgm:cxn modelId="{E60D7981-317D-427D-85C9-832BC991D6C8}" type="presParOf" srcId="{4E036A74-EB13-4990-A7B9-94C25DF3B8B9}" destId="{F26814D3-B058-4629-9EC0-7BECDC047F4D}" srcOrd="13" destOrd="0" presId="urn:microsoft.com/office/officeart/2005/8/layout/list1"/>
    <dgm:cxn modelId="{915F7666-9C98-45BD-85C4-60E88B533248}" type="presParOf" srcId="{4E036A74-EB13-4990-A7B9-94C25DF3B8B9}" destId="{B803BE5C-F127-4459-816B-A583684291A0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A40C692-C5D6-42D4-B6B4-DB1E01ADAA67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99AC83F7-E5BD-4D88-A9BF-9DCA7840CF83}">
      <dgm:prSet phldrT="[文本]"/>
      <dgm:spPr/>
      <dgm:t>
        <a:bodyPr/>
        <a:lstStyle/>
        <a:p>
          <a:r>
            <a:rPr lang="zh-CN" altLang="en-US"/>
            <a:t>增：</a:t>
          </a:r>
          <a:r>
            <a:rPr lang="en-US" altLang="en-US"/>
            <a:t>insert into</a:t>
          </a:r>
          <a:endParaRPr lang="zh-CN" altLang="en-US"/>
        </a:p>
      </dgm:t>
    </dgm:pt>
    <dgm:pt modelId="{A5EC90F0-0D93-4CC9-B823-E6D7D34336C4}" type="parTrans" cxnId="{A9485361-9278-4723-A442-CAFDBB385346}">
      <dgm:prSet/>
      <dgm:spPr/>
      <dgm:t>
        <a:bodyPr/>
        <a:lstStyle/>
        <a:p>
          <a:endParaRPr lang="zh-CN" altLang="en-US"/>
        </a:p>
      </dgm:t>
    </dgm:pt>
    <dgm:pt modelId="{6095326F-0075-4252-AC92-50EE5264B087}" type="sibTrans" cxnId="{A9485361-9278-4723-A442-CAFDBB385346}">
      <dgm:prSet/>
      <dgm:spPr/>
      <dgm:t>
        <a:bodyPr/>
        <a:lstStyle/>
        <a:p>
          <a:endParaRPr lang="zh-CN" altLang="en-US"/>
        </a:p>
      </dgm:t>
    </dgm:pt>
    <dgm:pt modelId="{8446EB18-9FC8-49F0-AFA3-EEE2B73B5870}">
      <dgm:prSet/>
      <dgm:spPr/>
      <dgm:t>
        <a:bodyPr/>
        <a:lstStyle/>
        <a:p>
          <a:r>
            <a:rPr lang="zh-CN" altLang="en-US"/>
            <a:t>删：</a:t>
          </a:r>
          <a:r>
            <a:rPr lang="en-US" altLang="en-US"/>
            <a:t>delete</a:t>
          </a:r>
          <a:endParaRPr lang="zh-CN" altLang="en-US"/>
        </a:p>
      </dgm:t>
    </dgm:pt>
    <dgm:pt modelId="{60D9ED50-B0A1-4E5A-8558-1C239CC36D50}" type="parTrans" cxnId="{B1E6C8AB-4AAF-4FE1-B43E-E4A19D077A7E}">
      <dgm:prSet/>
      <dgm:spPr/>
      <dgm:t>
        <a:bodyPr/>
        <a:lstStyle/>
        <a:p>
          <a:endParaRPr lang="zh-CN" altLang="en-US"/>
        </a:p>
      </dgm:t>
    </dgm:pt>
    <dgm:pt modelId="{D261E0FE-14C6-4D82-BEC8-28D7B1AB0353}" type="sibTrans" cxnId="{B1E6C8AB-4AAF-4FE1-B43E-E4A19D077A7E}">
      <dgm:prSet/>
      <dgm:spPr/>
      <dgm:t>
        <a:bodyPr/>
        <a:lstStyle/>
        <a:p>
          <a:endParaRPr lang="zh-CN" altLang="en-US"/>
        </a:p>
      </dgm:t>
    </dgm:pt>
    <dgm:pt modelId="{3EA09ABF-DB06-4BBB-9137-A3A567946887}">
      <dgm:prSet/>
      <dgm:spPr/>
      <dgm:t>
        <a:bodyPr/>
        <a:lstStyle/>
        <a:p>
          <a:r>
            <a:rPr lang="zh-CN" altLang="en-US"/>
            <a:t>改：</a:t>
          </a:r>
          <a:r>
            <a:rPr lang="en-US" altLang="en-US"/>
            <a:t>update</a:t>
          </a:r>
          <a:endParaRPr lang="zh-CN" altLang="en-US"/>
        </a:p>
      </dgm:t>
    </dgm:pt>
    <dgm:pt modelId="{63D80AEE-0E56-4E96-A7C0-33D8698C3300}" type="parTrans" cxnId="{BA9E756D-E648-4B87-AC30-5DAE427A8254}">
      <dgm:prSet/>
      <dgm:spPr/>
      <dgm:t>
        <a:bodyPr/>
        <a:lstStyle/>
        <a:p>
          <a:endParaRPr lang="zh-CN" altLang="en-US"/>
        </a:p>
      </dgm:t>
    </dgm:pt>
    <dgm:pt modelId="{77A15860-39EC-45D0-AA4D-407E48A71C47}" type="sibTrans" cxnId="{BA9E756D-E648-4B87-AC30-5DAE427A8254}">
      <dgm:prSet/>
      <dgm:spPr/>
      <dgm:t>
        <a:bodyPr/>
        <a:lstStyle/>
        <a:p>
          <a:endParaRPr lang="zh-CN" altLang="en-US"/>
        </a:p>
      </dgm:t>
    </dgm:pt>
    <dgm:pt modelId="{7D039895-920A-4653-A3CC-5716F1407266}">
      <dgm:prSet/>
      <dgm:spPr/>
      <dgm:t>
        <a:bodyPr/>
        <a:lstStyle/>
        <a:p>
          <a:r>
            <a:rPr lang="zh-CN" altLang="en-US"/>
            <a:t>查：</a:t>
          </a:r>
          <a:r>
            <a:rPr lang="en-US" altLang="en-US"/>
            <a:t>select</a:t>
          </a:r>
          <a:endParaRPr lang="zh-CN" altLang="en-US"/>
        </a:p>
      </dgm:t>
    </dgm:pt>
    <dgm:pt modelId="{B0BA9F76-6EBB-4009-837E-BB9B01F83DC9}" type="parTrans" cxnId="{5C65076D-AB2B-4CBB-A1A8-404B1A17C227}">
      <dgm:prSet/>
      <dgm:spPr/>
      <dgm:t>
        <a:bodyPr/>
        <a:lstStyle/>
        <a:p>
          <a:endParaRPr lang="zh-CN" altLang="en-US"/>
        </a:p>
      </dgm:t>
    </dgm:pt>
    <dgm:pt modelId="{2646525B-75C0-459E-8E5F-267841CBAEC4}" type="sibTrans" cxnId="{5C65076D-AB2B-4CBB-A1A8-404B1A17C227}">
      <dgm:prSet/>
      <dgm:spPr/>
      <dgm:t>
        <a:bodyPr/>
        <a:lstStyle/>
        <a:p>
          <a:endParaRPr lang="zh-CN" altLang="en-US"/>
        </a:p>
      </dgm:t>
    </dgm:pt>
    <dgm:pt modelId="{7FE7949B-13D3-4783-B67D-1EB3122EC063}" type="pres">
      <dgm:prSet presAssocID="{BA40C692-C5D6-42D4-B6B4-DB1E01ADAA67}" presName="linear" presStyleCnt="0">
        <dgm:presLayoutVars>
          <dgm:dir/>
          <dgm:animLvl val="lvl"/>
          <dgm:resizeHandles val="exact"/>
        </dgm:presLayoutVars>
      </dgm:prSet>
      <dgm:spPr/>
    </dgm:pt>
    <dgm:pt modelId="{1BC3CF86-D35B-4B91-95A6-C80E25D54E47}" type="pres">
      <dgm:prSet presAssocID="{99AC83F7-E5BD-4D88-A9BF-9DCA7840CF83}" presName="parentLin" presStyleCnt="0"/>
      <dgm:spPr/>
    </dgm:pt>
    <dgm:pt modelId="{7078CEC8-6D07-4561-BEC0-B7B035722CC9}" type="pres">
      <dgm:prSet presAssocID="{99AC83F7-E5BD-4D88-A9BF-9DCA7840CF83}" presName="parentLeftMargin" presStyleLbl="node1" presStyleIdx="0" presStyleCnt="4"/>
      <dgm:spPr/>
    </dgm:pt>
    <dgm:pt modelId="{8E45D201-D4B5-4995-B7CA-A54EBC08FF5B}" type="pres">
      <dgm:prSet presAssocID="{99AC83F7-E5BD-4D88-A9BF-9DCA7840CF8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0C75852-FF79-4E43-96D8-4C65283DA560}" type="pres">
      <dgm:prSet presAssocID="{99AC83F7-E5BD-4D88-A9BF-9DCA7840CF83}" presName="negativeSpace" presStyleCnt="0"/>
      <dgm:spPr/>
    </dgm:pt>
    <dgm:pt modelId="{B567EE8E-C71A-4D99-9C4B-511C5963B6E8}" type="pres">
      <dgm:prSet presAssocID="{99AC83F7-E5BD-4D88-A9BF-9DCA7840CF83}" presName="childText" presStyleLbl="conFgAcc1" presStyleIdx="0" presStyleCnt="4">
        <dgm:presLayoutVars>
          <dgm:bulletEnabled val="1"/>
        </dgm:presLayoutVars>
      </dgm:prSet>
      <dgm:spPr/>
    </dgm:pt>
    <dgm:pt modelId="{726F8AC8-001F-4014-AD1E-9ABAFEC04859}" type="pres">
      <dgm:prSet presAssocID="{6095326F-0075-4252-AC92-50EE5264B087}" presName="spaceBetweenRectangles" presStyleCnt="0"/>
      <dgm:spPr/>
    </dgm:pt>
    <dgm:pt modelId="{7417A77C-FC18-44B5-B94F-128B52FDFBA7}" type="pres">
      <dgm:prSet presAssocID="{8446EB18-9FC8-49F0-AFA3-EEE2B73B5870}" presName="parentLin" presStyleCnt="0"/>
      <dgm:spPr/>
    </dgm:pt>
    <dgm:pt modelId="{F708607E-D34A-4561-89A6-382B32C8ED78}" type="pres">
      <dgm:prSet presAssocID="{8446EB18-9FC8-49F0-AFA3-EEE2B73B5870}" presName="parentLeftMargin" presStyleLbl="node1" presStyleIdx="0" presStyleCnt="4"/>
      <dgm:spPr/>
    </dgm:pt>
    <dgm:pt modelId="{EC07BA94-10E4-4E9C-A954-8454CEF17C2B}" type="pres">
      <dgm:prSet presAssocID="{8446EB18-9FC8-49F0-AFA3-EEE2B73B587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935860B-C3A2-433A-AC82-AE436EDAD4B7}" type="pres">
      <dgm:prSet presAssocID="{8446EB18-9FC8-49F0-AFA3-EEE2B73B5870}" presName="negativeSpace" presStyleCnt="0"/>
      <dgm:spPr/>
    </dgm:pt>
    <dgm:pt modelId="{B85A36CD-1DC1-4B09-891C-CBFA39D2444F}" type="pres">
      <dgm:prSet presAssocID="{8446EB18-9FC8-49F0-AFA3-EEE2B73B5870}" presName="childText" presStyleLbl="conFgAcc1" presStyleIdx="1" presStyleCnt="4">
        <dgm:presLayoutVars>
          <dgm:bulletEnabled val="1"/>
        </dgm:presLayoutVars>
      </dgm:prSet>
      <dgm:spPr/>
    </dgm:pt>
    <dgm:pt modelId="{7796BF60-1910-42F1-8E91-9C8159B92AD2}" type="pres">
      <dgm:prSet presAssocID="{D261E0FE-14C6-4D82-BEC8-28D7B1AB0353}" presName="spaceBetweenRectangles" presStyleCnt="0"/>
      <dgm:spPr/>
    </dgm:pt>
    <dgm:pt modelId="{7C1100D3-28E6-4D8C-9B46-6DAA4B308FDB}" type="pres">
      <dgm:prSet presAssocID="{3EA09ABF-DB06-4BBB-9137-A3A567946887}" presName="parentLin" presStyleCnt="0"/>
      <dgm:spPr/>
    </dgm:pt>
    <dgm:pt modelId="{C0FE3A7C-02F2-4EF7-9D54-D6F88EF45B0C}" type="pres">
      <dgm:prSet presAssocID="{3EA09ABF-DB06-4BBB-9137-A3A567946887}" presName="parentLeftMargin" presStyleLbl="node1" presStyleIdx="1" presStyleCnt="4"/>
      <dgm:spPr/>
    </dgm:pt>
    <dgm:pt modelId="{E5F469CC-95B0-4056-9A24-68E2F0BACB81}" type="pres">
      <dgm:prSet presAssocID="{3EA09ABF-DB06-4BBB-9137-A3A56794688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31BD472-8F89-4AF4-9BB3-A3499854988A}" type="pres">
      <dgm:prSet presAssocID="{3EA09ABF-DB06-4BBB-9137-A3A567946887}" presName="negativeSpace" presStyleCnt="0"/>
      <dgm:spPr/>
    </dgm:pt>
    <dgm:pt modelId="{0C267AD4-3D9D-40DC-8268-9FFEECFF7BD1}" type="pres">
      <dgm:prSet presAssocID="{3EA09ABF-DB06-4BBB-9137-A3A567946887}" presName="childText" presStyleLbl="conFgAcc1" presStyleIdx="2" presStyleCnt="4">
        <dgm:presLayoutVars>
          <dgm:bulletEnabled val="1"/>
        </dgm:presLayoutVars>
      </dgm:prSet>
      <dgm:spPr/>
    </dgm:pt>
    <dgm:pt modelId="{0FC5C00E-4C38-4D0D-8A7C-2E148838EB7A}" type="pres">
      <dgm:prSet presAssocID="{77A15860-39EC-45D0-AA4D-407E48A71C47}" presName="spaceBetweenRectangles" presStyleCnt="0"/>
      <dgm:spPr/>
    </dgm:pt>
    <dgm:pt modelId="{D2487069-AB42-4A4B-A3E0-BFE5BE33F85B}" type="pres">
      <dgm:prSet presAssocID="{7D039895-920A-4653-A3CC-5716F1407266}" presName="parentLin" presStyleCnt="0"/>
      <dgm:spPr/>
    </dgm:pt>
    <dgm:pt modelId="{4C37219E-8C0C-4C8B-91B4-5FEA47DAA41B}" type="pres">
      <dgm:prSet presAssocID="{7D039895-920A-4653-A3CC-5716F1407266}" presName="parentLeftMargin" presStyleLbl="node1" presStyleIdx="2" presStyleCnt="4"/>
      <dgm:spPr/>
    </dgm:pt>
    <dgm:pt modelId="{DA565A23-9177-469F-AAB4-F2431950F110}" type="pres">
      <dgm:prSet presAssocID="{7D039895-920A-4653-A3CC-5716F1407266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34408204-F1EA-4BFF-95EC-2851F390E79D}" type="pres">
      <dgm:prSet presAssocID="{7D039895-920A-4653-A3CC-5716F1407266}" presName="negativeSpace" presStyleCnt="0"/>
      <dgm:spPr/>
    </dgm:pt>
    <dgm:pt modelId="{FBA1E6EB-03A0-4D56-A9D0-7CD6CA97ABA8}" type="pres">
      <dgm:prSet presAssocID="{7D039895-920A-4653-A3CC-5716F1407266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55624119-9777-4DB1-A4E7-BF8C85E33E6A}" type="presOf" srcId="{8446EB18-9FC8-49F0-AFA3-EEE2B73B5870}" destId="{F708607E-D34A-4561-89A6-382B32C8ED78}" srcOrd="0" destOrd="0" presId="urn:microsoft.com/office/officeart/2005/8/layout/list1"/>
    <dgm:cxn modelId="{F574A026-D453-4DC6-BA4E-CDE102289FA3}" type="presOf" srcId="{8446EB18-9FC8-49F0-AFA3-EEE2B73B5870}" destId="{EC07BA94-10E4-4E9C-A954-8454CEF17C2B}" srcOrd="1" destOrd="0" presId="urn:microsoft.com/office/officeart/2005/8/layout/list1"/>
    <dgm:cxn modelId="{A9485361-9278-4723-A442-CAFDBB385346}" srcId="{BA40C692-C5D6-42D4-B6B4-DB1E01ADAA67}" destId="{99AC83F7-E5BD-4D88-A9BF-9DCA7840CF83}" srcOrd="0" destOrd="0" parTransId="{A5EC90F0-0D93-4CC9-B823-E6D7D34336C4}" sibTransId="{6095326F-0075-4252-AC92-50EE5264B087}"/>
    <dgm:cxn modelId="{5C65076D-AB2B-4CBB-A1A8-404B1A17C227}" srcId="{BA40C692-C5D6-42D4-B6B4-DB1E01ADAA67}" destId="{7D039895-920A-4653-A3CC-5716F1407266}" srcOrd="3" destOrd="0" parTransId="{B0BA9F76-6EBB-4009-837E-BB9B01F83DC9}" sibTransId="{2646525B-75C0-459E-8E5F-267841CBAEC4}"/>
    <dgm:cxn modelId="{BA9E756D-E648-4B87-AC30-5DAE427A8254}" srcId="{BA40C692-C5D6-42D4-B6B4-DB1E01ADAA67}" destId="{3EA09ABF-DB06-4BBB-9137-A3A567946887}" srcOrd="2" destOrd="0" parTransId="{63D80AEE-0E56-4E96-A7C0-33D8698C3300}" sibTransId="{77A15860-39EC-45D0-AA4D-407E48A71C47}"/>
    <dgm:cxn modelId="{25EC61A3-F341-4DBD-864D-1914FB03B048}" type="presOf" srcId="{7D039895-920A-4653-A3CC-5716F1407266}" destId="{4C37219E-8C0C-4C8B-91B4-5FEA47DAA41B}" srcOrd="0" destOrd="0" presId="urn:microsoft.com/office/officeart/2005/8/layout/list1"/>
    <dgm:cxn modelId="{F14654A3-2319-4672-91B3-68C3F0247E9D}" type="presOf" srcId="{99AC83F7-E5BD-4D88-A9BF-9DCA7840CF83}" destId="{8E45D201-D4B5-4995-B7CA-A54EBC08FF5B}" srcOrd="1" destOrd="0" presId="urn:microsoft.com/office/officeart/2005/8/layout/list1"/>
    <dgm:cxn modelId="{B1E6C8AB-4AAF-4FE1-B43E-E4A19D077A7E}" srcId="{BA40C692-C5D6-42D4-B6B4-DB1E01ADAA67}" destId="{8446EB18-9FC8-49F0-AFA3-EEE2B73B5870}" srcOrd="1" destOrd="0" parTransId="{60D9ED50-B0A1-4E5A-8558-1C239CC36D50}" sibTransId="{D261E0FE-14C6-4D82-BEC8-28D7B1AB0353}"/>
    <dgm:cxn modelId="{F22630B2-FD47-455D-8264-A4925EF2F427}" type="presOf" srcId="{BA40C692-C5D6-42D4-B6B4-DB1E01ADAA67}" destId="{7FE7949B-13D3-4783-B67D-1EB3122EC063}" srcOrd="0" destOrd="0" presId="urn:microsoft.com/office/officeart/2005/8/layout/list1"/>
    <dgm:cxn modelId="{546E88BE-0089-4B1A-B6DD-E4EDF8139BA1}" type="presOf" srcId="{3EA09ABF-DB06-4BBB-9137-A3A567946887}" destId="{C0FE3A7C-02F2-4EF7-9D54-D6F88EF45B0C}" srcOrd="0" destOrd="0" presId="urn:microsoft.com/office/officeart/2005/8/layout/list1"/>
    <dgm:cxn modelId="{2B6FEBCE-C436-41C7-BB4F-A0C641939041}" type="presOf" srcId="{99AC83F7-E5BD-4D88-A9BF-9DCA7840CF83}" destId="{7078CEC8-6D07-4561-BEC0-B7B035722CC9}" srcOrd="0" destOrd="0" presId="urn:microsoft.com/office/officeart/2005/8/layout/list1"/>
    <dgm:cxn modelId="{650E40EF-954E-472B-98C5-89C27873DE29}" type="presOf" srcId="{3EA09ABF-DB06-4BBB-9137-A3A567946887}" destId="{E5F469CC-95B0-4056-9A24-68E2F0BACB81}" srcOrd="1" destOrd="0" presId="urn:microsoft.com/office/officeart/2005/8/layout/list1"/>
    <dgm:cxn modelId="{88376CEF-FF2A-4A59-84AD-11E30F29B589}" type="presOf" srcId="{7D039895-920A-4653-A3CC-5716F1407266}" destId="{DA565A23-9177-469F-AAB4-F2431950F110}" srcOrd="1" destOrd="0" presId="urn:microsoft.com/office/officeart/2005/8/layout/list1"/>
    <dgm:cxn modelId="{5A06F3C8-5291-42C6-AE3D-796AF59A15C5}" type="presParOf" srcId="{7FE7949B-13D3-4783-B67D-1EB3122EC063}" destId="{1BC3CF86-D35B-4B91-95A6-C80E25D54E47}" srcOrd="0" destOrd="0" presId="urn:microsoft.com/office/officeart/2005/8/layout/list1"/>
    <dgm:cxn modelId="{416DA555-A3B7-493D-9427-2ED483AFF53F}" type="presParOf" srcId="{1BC3CF86-D35B-4B91-95A6-C80E25D54E47}" destId="{7078CEC8-6D07-4561-BEC0-B7B035722CC9}" srcOrd="0" destOrd="0" presId="urn:microsoft.com/office/officeart/2005/8/layout/list1"/>
    <dgm:cxn modelId="{AC409F69-3717-48DC-8584-0A62E19250C7}" type="presParOf" srcId="{1BC3CF86-D35B-4B91-95A6-C80E25D54E47}" destId="{8E45D201-D4B5-4995-B7CA-A54EBC08FF5B}" srcOrd="1" destOrd="0" presId="urn:microsoft.com/office/officeart/2005/8/layout/list1"/>
    <dgm:cxn modelId="{413A8810-54D5-4853-B09D-23D4F19E2437}" type="presParOf" srcId="{7FE7949B-13D3-4783-B67D-1EB3122EC063}" destId="{20C75852-FF79-4E43-96D8-4C65283DA560}" srcOrd="1" destOrd="0" presId="urn:microsoft.com/office/officeart/2005/8/layout/list1"/>
    <dgm:cxn modelId="{51126AB7-C5C2-4480-AD98-9FBA2D22B90E}" type="presParOf" srcId="{7FE7949B-13D3-4783-B67D-1EB3122EC063}" destId="{B567EE8E-C71A-4D99-9C4B-511C5963B6E8}" srcOrd="2" destOrd="0" presId="urn:microsoft.com/office/officeart/2005/8/layout/list1"/>
    <dgm:cxn modelId="{4037459D-6165-45FA-A85D-80C178346329}" type="presParOf" srcId="{7FE7949B-13D3-4783-B67D-1EB3122EC063}" destId="{726F8AC8-001F-4014-AD1E-9ABAFEC04859}" srcOrd="3" destOrd="0" presId="urn:microsoft.com/office/officeart/2005/8/layout/list1"/>
    <dgm:cxn modelId="{8AA358EA-E50D-4311-AF3A-EFA0AB67391D}" type="presParOf" srcId="{7FE7949B-13D3-4783-B67D-1EB3122EC063}" destId="{7417A77C-FC18-44B5-B94F-128B52FDFBA7}" srcOrd="4" destOrd="0" presId="urn:microsoft.com/office/officeart/2005/8/layout/list1"/>
    <dgm:cxn modelId="{B27188A9-53CF-4114-A6F5-B1036B262E87}" type="presParOf" srcId="{7417A77C-FC18-44B5-B94F-128B52FDFBA7}" destId="{F708607E-D34A-4561-89A6-382B32C8ED78}" srcOrd="0" destOrd="0" presId="urn:microsoft.com/office/officeart/2005/8/layout/list1"/>
    <dgm:cxn modelId="{24D8FE68-255F-4E59-B3EC-F4A2EC8F97B2}" type="presParOf" srcId="{7417A77C-FC18-44B5-B94F-128B52FDFBA7}" destId="{EC07BA94-10E4-4E9C-A954-8454CEF17C2B}" srcOrd="1" destOrd="0" presId="urn:microsoft.com/office/officeart/2005/8/layout/list1"/>
    <dgm:cxn modelId="{179DDDCF-3084-4429-9662-0E3DD5E1ED07}" type="presParOf" srcId="{7FE7949B-13D3-4783-B67D-1EB3122EC063}" destId="{3935860B-C3A2-433A-AC82-AE436EDAD4B7}" srcOrd="5" destOrd="0" presId="urn:microsoft.com/office/officeart/2005/8/layout/list1"/>
    <dgm:cxn modelId="{7EB17F3E-92E6-4080-86F5-27696739BAFB}" type="presParOf" srcId="{7FE7949B-13D3-4783-B67D-1EB3122EC063}" destId="{B85A36CD-1DC1-4B09-891C-CBFA39D2444F}" srcOrd="6" destOrd="0" presId="urn:microsoft.com/office/officeart/2005/8/layout/list1"/>
    <dgm:cxn modelId="{927BDBD7-41E0-4043-9636-A597320C2AEF}" type="presParOf" srcId="{7FE7949B-13D3-4783-B67D-1EB3122EC063}" destId="{7796BF60-1910-42F1-8E91-9C8159B92AD2}" srcOrd="7" destOrd="0" presId="urn:microsoft.com/office/officeart/2005/8/layout/list1"/>
    <dgm:cxn modelId="{FCD68532-B905-4AA9-A0B5-F67D1D81AC5E}" type="presParOf" srcId="{7FE7949B-13D3-4783-B67D-1EB3122EC063}" destId="{7C1100D3-28E6-4D8C-9B46-6DAA4B308FDB}" srcOrd="8" destOrd="0" presId="urn:microsoft.com/office/officeart/2005/8/layout/list1"/>
    <dgm:cxn modelId="{8D6A1DC9-6F22-4B7B-86EA-4A953F36FF4B}" type="presParOf" srcId="{7C1100D3-28E6-4D8C-9B46-6DAA4B308FDB}" destId="{C0FE3A7C-02F2-4EF7-9D54-D6F88EF45B0C}" srcOrd="0" destOrd="0" presId="urn:microsoft.com/office/officeart/2005/8/layout/list1"/>
    <dgm:cxn modelId="{CE5CCD82-52A3-410D-AA96-E502C291C07C}" type="presParOf" srcId="{7C1100D3-28E6-4D8C-9B46-6DAA4B308FDB}" destId="{E5F469CC-95B0-4056-9A24-68E2F0BACB81}" srcOrd="1" destOrd="0" presId="urn:microsoft.com/office/officeart/2005/8/layout/list1"/>
    <dgm:cxn modelId="{6EEA1523-AB76-49B8-80FB-39AD67A01691}" type="presParOf" srcId="{7FE7949B-13D3-4783-B67D-1EB3122EC063}" destId="{631BD472-8F89-4AF4-9BB3-A3499854988A}" srcOrd="9" destOrd="0" presId="urn:microsoft.com/office/officeart/2005/8/layout/list1"/>
    <dgm:cxn modelId="{9A002511-E135-462F-AA9E-A8DC62F8AD1A}" type="presParOf" srcId="{7FE7949B-13D3-4783-B67D-1EB3122EC063}" destId="{0C267AD4-3D9D-40DC-8268-9FFEECFF7BD1}" srcOrd="10" destOrd="0" presId="urn:microsoft.com/office/officeart/2005/8/layout/list1"/>
    <dgm:cxn modelId="{30BB0965-006C-42CB-BDC7-76689224B23A}" type="presParOf" srcId="{7FE7949B-13D3-4783-B67D-1EB3122EC063}" destId="{0FC5C00E-4C38-4D0D-8A7C-2E148838EB7A}" srcOrd="11" destOrd="0" presId="urn:microsoft.com/office/officeart/2005/8/layout/list1"/>
    <dgm:cxn modelId="{833EBE06-93FE-48DE-824B-9A136093C74F}" type="presParOf" srcId="{7FE7949B-13D3-4783-B67D-1EB3122EC063}" destId="{D2487069-AB42-4A4B-A3E0-BFE5BE33F85B}" srcOrd="12" destOrd="0" presId="urn:microsoft.com/office/officeart/2005/8/layout/list1"/>
    <dgm:cxn modelId="{AA90C10F-6F1F-47CD-9327-2AC83CCA5CE4}" type="presParOf" srcId="{D2487069-AB42-4A4B-A3E0-BFE5BE33F85B}" destId="{4C37219E-8C0C-4C8B-91B4-5FEA47DAA41B}" srcOrd="0" destOrd="0" presId="urn:microsoft.com/office/officeart/2005/8/layout/list1"/>
    <dgm:cxn modelId="{61893635-CA9C-4813-B667-86765802A850}" type="presParOf" srcId="{D2487069-AB42-4A4B-A3E0-BFE5BE33F85B}" destId="{DA565A23-9177-469F-AAB4-F2431950F110}" srcOrd="1" destOrd="0" presId="urn:microsoft.com/office/officeart/2005/8/layout/list1"/>
    <dgm:cxn modelId="{E2442901-C294-4453-ADE8-959DB2FFA871}" type="presParOf" srcId="{7FE7949B-13D3-4783-B67D-1EB3122EC063}" destId="{34408204-F1EA-4BFF-95EC-2851F390E79D}" srcOrd="13" destOrd="0" presId="urn:microsoft.com/office/officeart/2005/8/layout/list1"/>
    <dgm:cxn modelId="{5E8F9477-6F57-4DDC-A7EF-3AC548023054}" type="presParOf" srcId="{7FE7949B-13D3-4783-B67D-1EB3122EC063}" destId="{FBA1E6EB-03A0-4D56-A9D0-7CD6CA97ABA8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6D463DD-4380-42F0-BBD4-4E899D3D724C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2DFFA666-2C75-4696-BBF5-43BCD8A9C6F7}">
      <dgm:prSet phldrT="[文本]"/>
      <dgm:spPr/>
      <dgm:t>
        <a:bodyPr/>
        <a:lstStyle/>
        <a:p>
          <a:r>
            <a:rPr lang="zh-CN" altLang="en-US" dirty="0"/>
            <a:t>主键</a:t>
          </a:r>
        </a:p>
      </dgm:t>
    </dgm:pt>
    <dgm:pt modelId="{7218BBEB-84DB-4A4A-B64E-F494DCDB6E34}" type="parTrans" cxnId="{FED18C5E-7647-41B4-A308-CB0D77AED0FF}">
      <dgm:prSet/>
      <dgm:spPr/>
      <dgm:t>
        <a:bodyPr/>
        <a:lstStyle/>
        <a:p>
          <a:endParaRPr lang="zh-CN" altLang="en-US"/>
        </a:p>
      </dgm:t>
    </dgm:pt>
    <dgm:pt modelId="{C154C9AD-1A89-438B-9F93-B943A308EA69}" type="sibTrans" cxnId="{FED18C5E-7647-41B4-A308-CB0D77AED0FF}">
      <dgm:prSet/>
      <dgm:spPr/>
      <dgm:t>
        <a:bodyPr/>
        <a:lstStyle/>
        <a:p>
          <a:endParaRPr lang="zh-CN" altLang="en-US"/>
        </a:p>
      </dgm:t>
    </dgm:pt>
    <dgm:pt modelId="{09E72A50-65B3-469B-8837-EBD75F9109F4}">
      <dgm:prSet/>
      <dgm:spPr/>
      <dgm:t>
        <a:bodyPr/>
        <a:lstStyle/>
        <a:p>
          <a:r>
            <a:rPr lang="zh-CN" altLang="en-US" dirty="0"/>
            <a:t>外键</a:t>
          </a:r>
          <a:r>
            <a:rPr lang="en-US" altLang="en-US" dirty="0"/>
            <a:t>[</a:t>
          </a:r>
          <a:r>
            <a:rPr lang="en-US" altLang="en-US" dirty="0" err="1"/>
            <a:t>InnoDB</a:t>
          </a:r>
          <a:r>
            <a:rPr lang="en-US" altLang="en-US" dirty="0"/>
            <a:t>]</a:t>
          </a:r>
          <a:endParaRPr lang="zh-CN" altLang="en-US" dirty="0"/>
        </a:p>
      </dgm:t>
    </dgm:pt>
    <dgm:pt modelId="{D40BD566-442C-4FD4-BE8B-48569254E178}" type="parTrans" cxnId="{406F15C6-A76F-4966-8D30-F7509500540D}">
      <dgm:prSet/>
      <dgm:spPr/>
      <dgm:t>
        <a:bodyPr/>
        <a:lstStyle/>
        <a:p>
          <a:endParaRPr lang="zh-CN" altLang="en-US"/>
        </a:p>
      </dgm:t>
    </dgm:pt>
    <dgm:pt modelId="{BE0A06B1-9298-445D-A36B-8AA2A8DBABEC}" type="sibTrans" cxnId="{406F15C6-A76F-4966-8D30-F7509500540D}">
      <dgm:prSet/>
      <dgm:spPr/>
      <dgm:t>
        <a:bodyPr/>
        <a:lstStyle/>
        <a:p>
          <a:endParaRPr lang="zh-CN" altLang="en-US"/>
        </a:p>
      </dgm:t>
    </dgm:pt>
    <dgm:pt modelId="{48A04AB8-C441-4034-A923-A470A557C5C3}">
      <dgm:prSet/>
      <dgm:spPr/>
      <dgm:t>
        <a:bodyPr/>
        <a:lstStyle/>
        <a:p>
          <a:r>
            <a:rPr lang="zh-CN" altLang="en-US" dirty="0"/>
            <a:t>索引</a:t>
          </a:r>
        </a:p>
      </dgm:t>
    </dgm:pt>
    <dgm:pt modelId="{8026517C-F922-43BE-A03F-86F9DE14AAA0}" type="parTrans" cxnId="{FE72FD3B-DE86-4D74-84C1-039EE1B90DF9}">
      <dgm:prSet/>
      <dgm:spPr/>
      <dgm:t>
        <a:bodyPr/>
        <a:lstStyle/>
        <a:p>
          <a:endParaRPr lang="zh-CN" altLang="en-US"/>
        </a:p>
      </dgm:t>
    </dgm:pt>
    <dgm:pt modelId="{5CCA1FED-3F00-4D3C-9AAB-62A7FBAF624F}" type="sibTrans" cxnId="{FE72FD3B-DE86-4D74-84C1-039EE1B90DF9}">
      <dgm:prSet/>
      <dgm:spPr/>
      <dgm:t>
        <a:bodyPr/>
        <a:lstStyle/>
        <a:p>
          <a:endParaRPr lang="zh-CN" altLang="en-US"/>
        </a:p>
      </dgm:t>
    </dgm:pt>
    <dgm:pt modelId="{D8ED286C-9803-4BE2-A056-FF7ED0857895}">
      <dgm:prSet phldrT="[文本]"/>
      <dgm:spPr/>
      <dgm:t>
        <a:bodyPr/>
        <a:lstStyle/>
        <a:p>
          <a:r>
            <a:rPr lang="en-US" altLang="zh-CN"/>
            <a:t>PRIMARY KEY</a:t>
          </a:r>
          <a:endParaRPr lang="zh-CN" altLang="en-US" dirty="0"/>
        </a:p>
      </dgm:t>
    </dgm:pt>
    <dgm:pt modelId="{565AD53E-4AF6-42B9-9077-E55F74167685}" type="parTrans" cxnId="{43C766BE-356B-4EB0-8694-A4BB5D2FF060}">
      <dgm:prSet/>
      <dgm:spPr/>
      <dgm:t>
        <a:bodyPr/>
        <a:lstStyle/>
        <a:p>
          <a:endParaRPr lang="zh-CN" altLang="en-US"/>
        </a:p>
      </dgm:t>
    </dgm:pt>
    <dgm:pt modelId="{2C938115-0D0A-4CBD-90BD-AC593788B857}" type="sibTrans" cxnId="{43C766BE-356B-4EB0-8694-A4BB5D2FF060}">
      <dgm:prSet/>
      <dgm:spPr/>
      <dgm:t>
        <a:bodyPr/>
        <a:lstStyle/>
        <a:p>
          <a:endParaRPr lang="zh-CN" altLang="en-US"/>
        </a:p>
      </dgm:t>
    </dgm:pt>
    <dgm:pt modelId="{807748D8-39BB-45A5-B2DD-1E9F969CCB98}">
      <dgm:prSet/>
      <dgm:spPr/>
      <dgm:t>
        <a:bodyPr/>
        <a:lstStyle/>
        <a:p>
          <a:r>
            <a:rPr lang="en-US" altLang="zh-CN"/>
            <a:t>FOREIGN KEY</a:t>
          </a:r>
          <a:endParaRPr lang="zh-CN" altLang="en-US" dirty="0"/>
        </a:p>
      </dgm:t>
    </dgm:pt>
    <dgm:pt modelId="{753F39BD-24EF-4ABE-B845-B40E63396D86}" type="parTrans" cxnId="{8D45FD6D-5C68-4D84-898C-6BD976D8E0CF}">
      <dgm:prSet/>
      <dgm:spPr/>
      <dgm:t>
        <a:bodyPr/>
        <a:lstStyle/>
        <a:p>
          <a:endParaRPr lang="zh-CN" altLang="en-US"/>
        </a:p>
      </dgm:t>
    </dgm:pt>
    <dgm:pt modelId="{2446A093-48D2-42D2-98C5-6F4DE88AA1EB}" type="sibTrans" cxnId="{8D45FD6D-5C68-4D84-898C-6BD976D8E0CF}">
      <dgm:prSet/>
      <dgm:spPr/>
      <dgm:t>
        <a:bodyPr/>
        <a:lstStyle/>
        <a:p>
          <a:endParaRPr lang="zh-CN" altLang="en-US"/>
        </a:p>
      </dgm:t>
    </dgm:pt>
    <dgm:pt modelId="{E6BCCCD5-B26A-4967-84E7-693645FB151A}">
      <dgm:prSet/>
      <dgm:spPr/>
      <dgm:t>
        <a:bodyPr/>
        <a:lstStyle/>
        <a:p>
          <a:r>
            <a:rPr lang="en-US" altLang="zh-CN"/>
            <a:t>PRIMARY KEY</a:t>
          </a:r>
          <a:r>
            <a:rPr lang="zh-CN" altLang="en-US"/>
            <a:t>主键索引</a:t>
          </a:r>
          <a:endParaRPr lang="zh-CN" altLang="en-US" dirty="0"/>
        </a:p>
      </dgm:t>
    </dgm:pt>
    <dgm:pt modelId="{3167BCE8-FB4D-48CE-BC30-779F2DB0FB46}" type="parTrans" cxnId="{A46CE1B7-0529-4C79-A84D-AE60041B7594}">
      <dgm:prSet/>
      <dgm:spPr/>
      <dgm:t>
        <a:bodyPr/>
        <a:lstStyle/>
        <a:p>
          <a:endParaRPr lang="zh-CN" altLang="en-US"/>
        </a:p>
      </dgm:t>
    </dgm:pt>
    <dgm:pt modelId="{58A97248-BA82-482B-B968-9C65AB5DCA23}" type="sibTrans" cxnId="{A46CE1B7-0529-4C79-A84D-AE60041B7594}">
      <dgm:prSet/>
      <dgm:spPr/>
      <dgm:t>
        <a:bodyPr/>
        <a:lstStyle/>
        <a:p>
          <a:endParaRPr lang="zh-CN" altLang="en-US"/>
        </a:p>
      </dgm:t>
    </dgm:pt>
    <dgm:pt modelId="{04A8D194-97ED-494E-A990-F8FB7474E186}">
      <dgm:prSet/>
      <dgm:spPr/>
      <dgm:t>
        <a:bodyPr/>
        <a:lstStyle/>
        <a:p>
          <a:r>
            <a:rPr lang="en-US" altLang="zh-CN"/>
            <a:t>UNIQUE KEY</a:t>
          </a:r>
          <a:r>
            <a:rPr lang="zh-CN" altLang="en-US"/>
            <a:t>唯一索引</a:t>
          </a:r>
          <a:endParaRPr lang="zh-CN" altLang="en-US" dirty="0"/>
        </a:p>
      </dgm:t>
    </dgm:pt>
    <dgm:pt modelId="{46F181D0-B6BC-49F5-A3AF-3BF85A25CF11}" type="parTrans" cxnId="{FA23F794-D39F-40E5-B5B4-55386EF990E7}">
      <dgm:prSet/>
      <dgm:spPr/>
      <dgm:t>
        <a:bodyPr/>
        <a:lstStyle/>
        <a:p>
          <a:endParaRPr lang="zh-CN" altLang="en-US"/>
        </a:p>
      </dgm:t>
    </dgm:pt>
    <dgm:pt modelId="{E5A968E0-83D5-452D-AA6C-28DD8A65144A}" type="sibTrans" cxnId="{FA23F794-D39F-40E5-B5B4-55386EF990E7}">
      <dgm:prSet/>
      <dgm:spPr/>
      <dgm:t>
        <a:bodyPr/>
        <a:lstStyle/>
        <a:p>
          <a:endParaRPr lang="zh-CN" altLang="en-US"/>
        </a:p>
      </dgm:t>
    </dgm:pt>
    <dgm:pt modelId="{AEEBD76A-77C2-47AE-AEBC-DD59C92B7A65}">
      <dgm:prSet/>
      <dgm:spPr/>
      <dgm:t>
        <a:bodyPr/>
        <a:lstStyle/>
        <a:p>
          <a:r>
            <a:rPr lang="en-US" altLang="zh-CN"/>
            <a:t>INDEX</a:t>
          </a:r>
          <a:r>
            <a:rPr lang="zh-CN" altLang="en-US"/>
            <a:t>普通索引</a:t>
          </a:r>
          <a:endParaRPr lang="zh-CN" altLang="en-US" dirty="0"/>
        </a:p>
      </dgm:t>
    </dgm:pt>
    <dgm:pt modelId="{683C9F4C-0D70-4E58-8306-79192EEF2B27}" type="parTrans" cxnId="{74A3847C-F63E-464C-8E8F-6DDDCE6EDB75}">
      <dgm:prSet/>
      <dgm:spPr/>
      <dgm:t>
        <a:bodyPr/>
        <a:lstStyle/>
        <a:p>
          <a:endParaRPr lang="zh-CN" altLang="en-US"/>
        </a:p>
      </dgm:t>
    </dgm:pt>
    <dgm:pt modelId="{AA35512E-B0EC-456C-93A4-A227B09F9ECD}" type="sibTrans" cxnId="{74A3847C-F63E-464C-8E8F-6DDDCE6EDB75}">
      <dgm:prSet/>
      <dgm:spPr/>
      <dgm:t>
        <a:bodyPr/>
        <a:lstStyle/>
        <a:p>
          <a:endParaRPr lang="zh-CN" altLang="en-US"/>
        </a:p>
      </dgm:t>
    </dgm:pt>
    <dgm:pt modelId="{C9E8457B-0F6F-492B-928E-DDBB7F89B94C}">
      <dgm:prSet/>
      <dgm:spPr/>
      <dgm:t>
        <a:bodyPr/>
        <a:lstStyle/>
        <a:p>
          <a:r>
            <a:rPr lang="zh-CN" altLang="en-US" dirty="0"/>
            <a:t>查看：</a:t>
          </a:r>
          <a:br>
            <a:rPr lang="en-US" altLang="zh-CN" dirty="0"/>
          </a:br>
          <a:r>
            <a:rPr lang="en-US" altLang="zh-CN" dirty="0"/>
            <a:t>show index from </a:t>
          </a:r>
          <a:r>
            <a:rPr lang="zh-CN" altLang="en-US" dirty="0"/>
            <a:t>表名</a:t>
          </a:r>
        </a:p>
      </dgm:t>
    </dgm:pt>
    <dgm:pt modelId="{0E7679AE-C730-43EA-BFF5-CF66D394C19B}" type="parTrans" cxnId="{CA35CEC8-0706-47D8-9C3A-A76EF9FD9135}">
      <dgm:prSet/>
      <dgm:spPr/>
      <dgm:t>
        <a:bodyPr/>
        <a:lstStyle/>
        <a:p>
          <a:endParaRPr lang="zh-CN" altLang="en-US"/>
        </a:p>
      </dgm:t>
    </dgm:pt>
    <dgm:pt modelId="{31190B52-3516-4C5B-B90A-20DDEB0371F0}" type="sibTrans" cxnId="{CA35CEC8-0706-47D8-9C3A-A76EF9FD9135}">
      <dgm:prSet/>
      <dgm:spPr/>
      <dgm:t>
        <a:bodyPr/>
        <a:lstStyle/>
        <a:p>
          <a:endParaRPr lang="zh-CN" altLang="en-US"/>
        </a:p>
      </dgm:t>
    </dgm:pt>
    <dgm:pt modelId="{7DFB00DD-3DF4-4887-A0B3-C04BBAE76F5B}" type="pres">
      <dgm:prSet presAssocID="{A6D463DD-4380-42F0-BBD4-4E899D3D724C}" presName="linear" presStyleCnt="0">
        <dgm:presLayoutVars>
          <dgm:dir/>
          <dgm:animLvl val="lvl"/>
          <dgm:resizeHandles val="exact"/>
        </dgm:presLayoutVars>
      </dgm:prSet>
      <dgm:spPr/>
    </dgm:pt>
    <dgm:pt modelId="{3B2525CA-AC0A-493A-A745-453DD4C4A582}" type="pres">
      <dgm:prSet presAssocID="{2DFFA666-2C75-4696-BBF5-43BCD8A9C6F7}" presName="parentLin" presStyleCnt="0"/>
      <dgm:spPr/>
    </dgm:pt>
    <dgm:pt modelId="{BD8AEB48-D5B5-4FE6-B16A-14B0672F96A3}" type="pres">
      <dgm:prSet presAssocID="{2DFFA666-2C75-4696-BBF5-43BCD8A9C6F7}" presName="parentLeftMargin" presStyleLbl="node1" presStyleIdx="0" presStyleCnt="3"/>
      <dgm:spPr/>
    </dgm:pt>
    <dgm:pt modelId="{1F547F93-2DA8-4832-8CF0-59D82F6F7BB7}" type="pres">
      <dgm:prSet presAssocID="{2DFFA666-2C75-4696-BBF5-43BCD8A9C6F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244E17B-474A-4549-ABA7-51D6D8530C41}" type="pres">
      <dgm:prSet presAssocID="{2DFFA666-2C75-4696-BBF5-43BCD8A9C6F7}" presName="negativeSpace" presStyleCnt="0"/>
      <dgm:spPr/>
    </dgm:pt>
    <dgm:pt modelId="{712573CA-FB7C-4EB8-9348-9EDCC23547E9}" type="pres">
      <dgm:prSet presAssocID="{2DFFA666-2C75-4696-BBF5-43BCD8A9C6F7}" presName="childText" presStyleLbl="conFgAcc1" presStyleIdx="0" presStyleCnt="3">
        <dgm:presLayoutVars>
          <dgm:bulletEnabled val="1"/>
        </dgm:presLayoutVars>
      </dgm:prSet>
      <dgm:spPr/>
    </dgm:pt>
    <dgm:pt modelId="{1FA41C5C-6F72-4218-8955-657E1CD485A4}" type="pres">
      <dgm:prSet presAssocID="{C154C9AD-1A89-438B-9F93-B943A308EA69}" presName="spaceBetweenRectangles" presStyleCnt="0"/>
      <dgm:spPr/>
    </dgm:pt>
    <dgm:pt modelId="{388CC3F0-D77B-4971-B38F-E87C637A4B6E}" type="pres">
      <dgm:prSet presAssocID="{09E72A50-65B3-469B-8837-EBD75F9109F4}" presName="parentLin" presStyleCnt="0"/>
      <dgm:spPr/>
    </dgm:pt>
    <dgm:pt modelId="{5AB97A68-B2E7-46DB-B80E-71E3F88444C9}" type="pres">
      <dgm:prSet presAssocID="{09E72A50-65B3-469B-8837-EBD75F9109F4}" presName="parentLeftMargin" presStyleLbl="node1" presStyleIdx="0" presStyleCnt="3"/>
      <dgm:spPr/>
    </dgm:pt>
    <dgm:pt modelId="{1DDF233C-B037-457B-A09C-E39899D47945}" type="pres">
      <dgm:prSet presAssocID="{09E72A50-65B3-469B-8837-EBD75F9109F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8C91AF7-AC34-4009-BBDF-914C3D91D016}" type="pres">
      <dgm:prSet presAssocID="{09E72A50-65B3-469B-8837-EBD75F9109F4}" presName="negativeSpace" presStyleCnt="0"/>
      <dgm:spPr/>
    </dgm:pt>
    <dgm:pt modelId="{2858BE51-BB7B-4805-A20E-C462C0ACF6B0}" type="pres">
      <dgm:prSet presAssocID="{09E72A50-65B3-469B-8837-EBD75F9109F4}" presName="childText" presStyleLbl="conFgAcc1" presStyleIdx="1" presStyleCnt="3">
        <dgm:presLayoutVars>
          <dgm:bulletEnabled val="1"/>
        </dgm:presLayoutVars>
      </dgm:prSet>
      <dgm:spPr/>
    </dgm:pt>
    <dgm:pt modelId="{EDA98D8C-ABC2-40A0-9AC9-0FABA393D5C2}" type="pres">
      <dgm:prSet presAssocID="{BE0A06B1-9298-445D-A36B-8AA2A8DBABEC}" presName="spaceBetweenRectangles" presStyleCnt="0"/>
      <dgm:spPr/>
    </dgm:pt>
    <dgm:pt modelId="{6FC87A13-C07D-4CD3-A29C-9E620C3EB62F}" type="pres">
      <dgm:prSet presAssocID="{48A04AB8-C441-4034-A923-A470A557C5C3}" presName="parentLin" presStyleCnt="0"/>
      <dgm:spPr/>
    </dgm:pt>
    <dgm:pt modelId="{42234310-218F-47F6-A742-613E18464840}" type="pres">
      <dgm:prSet presAssocID="{48A04AB8-C441-4034-A923-A470A557C5C3}" presName="parentLeftMargin" presStyleLbl="node1" presStyleIdx="1" presStyleCnt="3"/>
      <dgm:spPr/>
    </dgm:pt>
    <dgm:pt modelId="{9EBF18CF-97C9-49C2-A3E8-4BA602CA5EF4}" type="pres">
      <dgm:prSet presAssocID="{48A04AB8-C441-4034-A923-A470A557C5C3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F49CD43-6FFD-417D-992B-56B607E609ED}" type="pres">
      <dgm:prSet presAssocID="{48A04AB8-C441-4034-A923-A470A557C5C3}" presName="negativeSpace" presStyleCnt="0"/>
      <dgm:spPr/>
    </dgm:pt>
    <dgm:pt modelId="{635B2225-30C3-4651-AB96-0AD9CEF59769}" type="pres">
      <dgm:prSet presAssocID="{48A04AB8-C441-4034-A923-A470A557C5C3}" presName="childText" presStyleLbl="conFgAcc1" presStyleIdx="2" presStyleCnt="3" custLinFactNeighborY="11587">
        <dgm:presLayoutVars>
          <dgm:bulletEnabled val="1"/>
        </dgm:presLayoutVars>
      </dgm:prSet>
      <dgm:spPr/>
    </dgm:pt>
  </dgm:ptLst>
  <dgm:cxnLst>
    <dgm:cxn modelId="{9F599B02-B136-484E-BBA8-C35E6729F303}" type="presOf" srcId="{C9E8457B-0F6F-492B-928E-DDBB7F89B94C}" destId="{635B2225-30C3-4651-AB96-0AD9CEF59769}" srcOrd="0" destOrd="3" presId="urn:microsoft.com/office/officeart/2005/8/layout/list1"/>
    <dgm:cxn modelId="{2A3EC50F-49ED-4D8D-8C1F-61FEE8CB30EC}" type="presOf" srcId="{807748D8-39BB-45A5-B2DD-1E9F969CCB98}" destId="{2858BE51-BB7B-4805-A20E-C462C0ACF6B0}" srcOrd="0" destOrd="0" presId="urn:microsoft.com/office/officeart/2005/8/layout/list1"/>
    <dgm:cxn modelId="{E43BBF23-982A-4503-8314-529E3FB7041D}" type="presOf" srcId="{A6D463DD-4380-42F0-BBD4-4E899D3D724C}" destId="{7DFB00DD-3DF4-4887-A0B3-C04BBAE76F5B}" srcOrd="0" destOrd="0" presId="urn:microsoft.com/office/officeart/2005/8/layout/list1"/>
    <dgm:cxn modelId="{750DC628-6D74-4AB0-BB6E-19BC33385D60}" type="presOf" srcId="{48A04AB8-C441-4034-A923-A470A557C5C3}" destId="{42234310-218F-47F6-A742-613E18464840}" srcOrd="0" destOrd="0" presId="urn:microsoft.com/office/officeart/2005/8/layout/list1"/>
    <dgm:cxn modelId="{0D77CD29-6695-4F0E-B8AC-4CC37A0E89C1}" type="presOf" srcId="{2DFFA666-2C75-4696-BBF5-43BCD8A9C6F7}" destId="{1F547F93-2DA8-4832-8CF0-59D82F6F7BB7}" srcOrd="1" destOrd="0" presId="urn:microsoft.com/office/officeart/2005/8/layout/list1"/>
    <dgm:cxn modelId="{0A1EB436-A42B-45C4-8707-2037155DC9B6}" type="presOf" srcId="{09E72A50-65B3-469B-8837-EBD75F9109F4}" destId="{5AB97A68-B2E7-46DB-B80E-71E3F88444C9}" srcOrd="0" destOrd="0" presId="urn:microsoft.com/office/officeart/2005/8/layout/list1"/>
    <dgm:cxn modelId="{FE72FD3B-DE86-4D74-84C1-039EE1B90DF9}" srcId="{A6D463DD-4380-42F0-BBD4-4E899D3D724C}" destId="{48A04AB8-C441-4034-A923-A470A557C5C3}" srcOrd="2" destOrd="0" parTransId="{8026517C-F922-43BE-A03F-86F9DE14AAA0}" sibTransId="{5CCA1FED-3F00-4D3C-9AAB-62A7FBAF624F}"/>
    <dgm:cxn modelId="{FED18C5E-7647-41B4-A308-CB0D77AED0FF}" srcId="{A6D463DD-4380-42F0-BBD4-4E899D3D724C}" destId="{2DFFA666-2C75-4696-BBF5-43BCD8A9C6F7}" srcOrd="0" destOrd="0" parTransId="{7218BBEB-84DB-4A4A-B64E-F494DCDB6E34}" sibTransId="{C154C9AD-1A89-438B-9F93-B943A308EA69}"/>
    <dgm:cxn modelId="{8D45FD6D-5C68-4D84-898C-6BD976D8E0CF}" srcId="{09E72A50-65B3-469B-8837-EBD75F9109F4}" destId="{807748D8-39BB-45A5-B2DD-1E9F969CCB98}" srcOrd="0" destOrd="0" parTransId="{753F39BD-24EF-4ABE-B845-B40E63396D86}" sibTransId="{2446A093-48D2-42D2-98C5-6F4DE88AA1EB}"/>
    <dgm:cxn modelId="{0431BF57-D9BA-49E3-8536-B5EC93DBBF15}" type="presOf" srcId="{2DFFA666-2C75-4696-BBF5-43BCD8A9C6F7}" destId="{BD8AEB48-D5B5-4FE6-B16A-14B0672F96A3}" srcOrd="0" destOrd="0" presId="urn:microsoft.com/office/officeart/2005/8/layout/list1"/>
    <dgm:cxn modelId="{74A3847C-F63E-464C-8E8F-6DDDCE6EDB75}" srcId="{48A04AB8-C441-4034-A923-A470A557C5C3}" destId="{AEEBD76A-77C2-47AE-AEBC-DD59C92B7A65}" srcOrd="2" destOrd="0" parTransId="{683C9F4C-0D70-4E58-8306-79192EEF2B27}" sibTransId="{AA35512E-B0EC-456C-93A4-A227B09F9ECD}"/>
    <dgm:cxn modelId="{FA23F794-D39F-40E5-B5B4-55386EF990E7}" srcId="{48A04AB8-C441-4034-A923-A470A557C5C3}" destId="{04A8D194-97ED-494E-A990-F8FB7474E186}" srcOrd="1" destOrd="0" parTransId="{46F181D0-B6BC-49F5-A3AF-3BF85A25CF11}" sibTransId="{E5A968E0-83D5-452D-AA6C-28DD8A65144A}"/>
    <dgm:cxn modelId="{43531A9E-F2C4-4C28-9312-B1F52B89E8F0}" type="presOf" srcId="{48A04AB8-C441-4034-A923-A470A557C5C3}" destId="{9EBF18CF-97C9-49C2-A3E8-4BA602CA5EF4}" srcOrd="1" destOrd="0" presId="urn:microsoft.com/office/officeart/2005/8/layout/list1"/>
    <dgm:cxn modelId="{7D7C2D9F-7FBE-4B6C-937F-253283C3AF72}" type="presOf" srcId="{E6BCCCD5-B26A-4967-84E7-693645FB151A}" destId="{635B2225-30C3-4651-AB96-0AD9CEF59769}" srcOrd="0" destOrd="0" presId="urn:microsoft.com/office/officeart/2005/8/layout/list1"/>
    <dgm:cxn modelId="{3DE830A2-BD97-46D0-963F-1A67034B6AE5}" type="presOf" srcId="{04A8D194-97ED-494E-A990-F8FB7474E186}" destId="{635B2225-30C3-4651-AB96-0AD9CEF59769}" srcOrd="0" destOrd="1" presId="urn:microsoft.com/office/officeart/2005/8/layout/list1"/>
    <dgm:cxn modelId="{A46CE1B7-0529-4C79-A84D-AE60041B7594}" srcId="{48A04AB8-C441-4034-A923-A470A557C5C3}" destId="{E6BCCCD5-B26A-4967-84E7-693645FB151A}" srcOrd="0" destOrd="0" parTransId="{3167BCE8-FB4D-48CE-BC30-779F2DB0FB46}" sibTransId="{58A97248-BA82-482B-B968-9C65AB5DCA23}"/>
    <dgm:cxn modelId="{43C766BE-356B-4EB0-8694-A4BB5D2FF060}" srcId="{2DFFA666-2C75-4696-BBF5-43BCD8A9C6F7}" destId="{D8ED286C-9803-4BE2-A056-FF7ED0857895}" srcOrd="0" destOrd="0" parTransId="{565AD53E-4AF6-42B9-9077-E55F74167685}" sibTransId="{2C938115-0D0A-4CBD-90BD-AC593788B857}"/>
    <dgm:cxn modelId="{406F15C6-A76F-4966-8D30-F7509500540D}" srcId="{A6D463DD-4380-42F0-BBD4-4E899D3D724C}" destId="{09E72A50-65B3-469B-8837-EBD75F9109F4}" srcOrd="1" destOrd="0" parTransId="{D40BD566-442C-4FD4-BE8B-48569254E178}" sibTransId="{BE0A06B1-9298-445D-A36B-8AA2A8DBABEC}"/>
    <dgm:cxn modelId="{CA35CEC8-0706-47D8-9C3A-A76EF9FD9135}" srcId="{48A04AB8-C441-4034-A923-A470A557C5C3}" destId="{C9E8457B-0F6F-492B-928E-DDBB7F89B94C}" srcOrd="3" destOrd="0" parTransId="{0E7679AE-C730-43EA-BFF5-CF66D394C19B}" sibTransId="{31190B52-3516-4C5B-B90A-20DDEB0371F0}"/>
    <dgm:cxn modelId="{B3A09EDA-3425-4575-99C7-11D089143A15}" type="presOf" srcId="{D8ED286C-9803-4BE2-A056-FF7ED0857895}" destId="{712573CA-FB7C-4EB8-9348-9EDCC23547E9}" srcOrd="0" destOrd="0" presId="urn:microsoft.com/office/officeart/2005/8/layout/list1"/>
    <dgm:cxn modelId="{029B46EF-9DFC-4CAE-989D-C96629B6A152}" type="presOf" srcId="{AEEBD76A-77C2-47AE-AEBC-DD59C92B7A65}" destId="{635B2225-30C3-4651-AB96-0AD9CEF59769}" srcOrd="0" destOrd="2" presId="urn:microsoft.com/office/officeart/2005/8/layout/list1"/>
    <dgm:cxn modelId="{4CAF02F1-1B06-4AA4-A7DF-6587E44D3CB9}" type="presOf" srcId="{09E72A50-65B3-469B-8837-EBD75F9109F4}" destId="{1DDF233C-B037-457B-A09C-E39899D47945}" srcOrd="1" destOrd="0" presId="urn:microsoft.com/office/officeart/2005/8/layout/list1"/>
    <dgm:cxn modelId="{6CF49BE2-4B4E-4F66-90D6-A8EF77A7F45D}" type="presParOf" srcId="{7DFB00DD-3DF4-4887-A0B3-C04BBAE76F5B}" destId="{3B2525CA-AC0A-493A-A745-453DD4C4A582}" srcOrd="0" destOrd="0" presId="urn:microsoft.com/office/officeart/2005/8/layout/list1"/>
    <dgm:cxn modelId="{5713E7B8-7698-4397-8BC5-869D324F7554}" type="presParOf" srcId="{3B2525CA-AC0A-493A-A745-453DD4C4A582}" destId="{BD8AEB48-D5B5-4FE6-B16A-14B0672F96A3}" srcOrd="0" destOrd="0" presId="urn:microsoft.com/office/officeart/2005/8/layout/list1"/>
    <dgm:cxn modelId="{18B8145F-E671-4E76-8062-1852FB7A1DEA}" type="presParOf" srcId="{3B2525CA-AC0A-493A-A745-453DD4C4A582}" destId="{1F547F93-2DA8-4832-8CF0-59D82F6F7BB7}" srcOrd="1" destOrd="0" presId="urn:microsoft.com/office/officeart/2005/8/layout/list1"/>
    <dgm:cxn modelId="{37FC348E-C342-4112-9C6C-4EF7D06BF09B}" type="presParOf" srcId="{7DFB00DD-3DF4-4887-A0B3-C04BBAE76F5B}" destId="{E244E17B-474A-4549-ABA7-51D6D8530C41}" srcOrd="1" destOrd="0" presId="urn:microsoft.com/office/officeart/2005/8/layout/list1"/>
    <dgm:cxn modelId="{F80179B5-8356-48E5-A523-B80BC3DD8956}" type="presParOf" srcId="{7DFB00DD-3DF4-4887-A0B3-C04BBAE76F5B}" destId="{712573CA-FB7C-4EB8-9348-9EDCC23547E9}" srcOrd="2" destOrd="0" presId="urn:microsoft.com/office/officeart/2005/8/layout/list1"/>
    <dgm:cxn modelId="{4264D117-6975-457E-958D-FECDCBACB83D}" type="presParOf" srcId="{7DFB00DD-3DF4-4887-A0B3-C04BBAE76F5B}" destId="{1FA41C5C-6F72-4218-8955-657E1CD485A4}" srcOrd="3" destOrd="0" presId="urn:microsoft.com/office/officeart/2005/8/layout/list1"/>
    <dgm:cxn modelId="{5666EC02-6070-474D-A175-1B056EB6D03D}" type="presParOf" srcId="{7DFB00DD-3DF4-4887-A0B3-C04BBAE76F5B}" destId="{388CC3F0-D77B-4971-B38F-E87C637A4B6E}" srcOrd="4" destOrd="0" presId="urn:microsoft.com/office/officeart/2005/8/layout/list1"/>
    <dgm:cxn modelId="{40BB8AAA-A420-466C-B79A-BCBC4B6ED340}" type="presParOf" srcId="{388CC3F0-D77B-4971-B38F-E87C637A4B6E}" destId="{5AB97A68-B2E7-46DB-B80E-71E3F88444C9}" srcOrd="0" destOrd="0" presId="urn:microsoft.com/office/officeart/2005/8/layout/list1"/>
    <dgm:cxn modelId="{BE590F10-5984-44FE-9DC3-CA0A277BF022}" type="presParOf" srcId="{388CC3F0-D77B-4971-B38F-E87C637A4B6E}" destId="{1DDF233C-B037-457B-A09C-E39899D47945}" srcOrd="1" destOrd="0" presId="urn:microsoft.com/office/officeart/2005/8/layout/list1"/>
    <dgm:cxn modelId="{B3991871-6168-42EE-97A9-68A5DCCA474F}" type="presParOf" srcId="{7DFB00DD-3DF4-4887-A0B3-C04BBAE76F5B}" destId="{E8C91AF7-AC34-4009-BBDF-914C3D91D016}" srcOrd="5" destOrd="0" presId="urn:microsoft.com/office/officeart/2005/8/layout/list1"/>
    <dgm:cxn modelId="{9EC0E243-D197-4DEC-BF40-2C334729FA5E}" type="presParOf" srcId="{7DFB00DD-3DF4-4887-A0B3-C04BBAE76F5B}" destId="{2858BE51-BB7B-4805-A20E-C462C0ACF6B0}" srcOrd="6" destOrd="0" presId="urn:microsoft.com/office/officeart/2005/8/layout/list1"/>
    <dgm:cxn modelId="{71734CED-B66B-4C91-8688-9F7C2936FB98}" type="presParOf" srcId="{7DFB00DD-3DF4-4887-A0B3-C04BBAE76F5B}" destId="{EDA98D8C-ABC2-40A0-9AC9-0FABA393D5C2}" srcOrd="7" destOrd="0" presId="urn:microsoft.com/office/officeart/2005/8/layout/list1"/>
    <dgm:cxn modelId="{0324999C-4876-4EE2-8EF2-1B5186CC79A8}" type="presParOf" srcId="{7DFB00DD-3DF4-4887-A0B3-C04BBAE76F5B}" destId="{6FC87A13-C07D-4CD3-A29C-9E620C3EB62F}" srcOrd="8" destOrd="0" presId="urn:microsoft.com/office/officeart/2005/8/layout/list1"/>
    <dgm:cxn modelId="{F76CC405-F51A-4A8B-A3C9-BEBFA737F4D7}" type="presParOf" srcId="{6FC87A13-C07D-4CD3-A29C-9E620C3EB62F}" destId="{42234310-218F-47F6-A742-613E18464840}" srcOrd="0" destOrd="0" presId="urn:microsoft.com/office/officeart/2005/8/layout/list1"/>
    <dgm:cxn modelId="{F1DD50E1-9A92-4FBE-BFA1-3CE7DE4E265C}" type="presParOf" srcId="{6FC87A13-C07D-4CD3-A29C-9E620C3EB62F}" destId="{9EBF18CF-97C9-49C2-A3E8-4BA602CA5EF4}" srcOrd="1" destOrd="0" presId="urn:microsoft.com/office/officeart/2005/8/layout/list1"/>
    <dgm:cxn modelId="{FA409E93-9563-4423-A7C9-BA41B162A807}" type="presParOf" srcId="{7DFB00DD-3DF4-4887-A0B3-C04BBAE76F5B}" destId="{EF49CD43-6FFD-417D-992B-56B607E609ED}" srcOrd="9" destOrd="0" presId="urn:microsoft.com/office/officeart/2005/8/layout/list1"/>
    <dgm:cxn modelId="{4F7B11E8-CA49-4DD7-AFB7-12BD7B430C72}" type="presParOf" srcId="{7DFB00DD-3DF4-4887-A0B3-C04BBAE76F5B}" destId="{635B2225-30C3-4651-AB96-0AD9CEF5976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C61B273-0CE9-402D-AAFE-31D6242A98D1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D3A0693C-456C-4D04-9926-0415E18EA55C}">
      <dgm:prSet phldrT="[文本]"/>
      <dgm:spPr/>
      <dgm:t>
        <a:bodyPr/>
        <a:lstStyle/>
        <a:p>
          <a:r>
            <a:rPr lang="zh-CN" altLang="en-US"/>
            <a:t>用工具导出和导入：</a:t>
          </a:r>
        </a:p>
      </dgm:t>
    </dgm:pt>
    <dgm:pt modelId="{88BAD4D9-D8A3-4FC6-8671-7679CCE280B0}" type="parTrans" cxnId="{0065AC96-4478-4181-A8F8-EE5613EC7E0C}">
      <dgm:prSet/>
      <dgm:spPr/>
      <dgm:t>
        <a:bodyPr/>
        <a:lstStyle/>
        <a:p>
          <a:endParaRPr lang="zh-CN" altLang="en-US"/>
        </a:p>
      </dgm:t>
    </dgm:pt>
    <dgm:pt modelId="{E00B8926-AE10-42A5-9699-31A98D43BBDA}" type="sibTrans" cxnId="{0065AC96-4478-4181-A8F8-EE5613EC7E0C}">
      <dgm:prSet/>
      <dgm:spPr/>
      <dgm:t>
        <a:bodyPr/>
        <a:lstStyle/>
        <a:p>
          <a:endParaRPr lang="zh-CN" altLang="en-US"/>
        </a:p>
      </dgm:t>
    </dgm:pt>
    <dgm:pt modelId="{CD51C8BB-E288-4779-8F9A-D092902DC47A}">
      <dgm:prSet/>
      <dgm:spPr/>
      <dgm:t>
        <a:bodyPr/>
        <a:lstStyle/>
        <a:p>
          <a:r>
            <a:rPr lang="zh-CN" altLang="en-US" dirty="0"/>
            <a:t>不同工具导出文件的头部不一样，建议把前部多余信息删除</a:t>
          </a:r>
        </a:p>
      </dgm:t>
    </dgm:pt>
    <dgm:pt modelId="{BFA93CAA-C5EE-454F-A6F0-B60F25E71970}" type="parTrans" cxnId="{83F5EFD8-6006-4C4E-A00F-2F46A3F6FD22}">
      <dgm:prSet/>
      <dgm:spPr/>
      <dgm:t>
        <a:bodyPr/>
        <a:lstStyle/>
        <a:p>
          <a:endParaRPr lang="zh-CN" altLang="en-US"/>
        </a:p>
      </dgm:t>
    </dgm:pt>
    <dgm:pt modelId="{270C9C78-EAE9-4C10-B662-B521AA1967CA}" type="sibTrans" cxnId="{83F5EFD8-6006-4C4E-A00F-2F46A3F6FD22}">
      <dgm:prSet/>
      <dgm:spPr/>
      <dgm:t>
        <a:bodyPr/>
        <a:lstStyle/>
        <a:p>
          <a:endParaRPr lang="zh-CN" altLang="en-US"/>
        </a:p>
      </dgm:t>
    </dgm:pt>
    <dgm:pt modelId="{BEB20323-D952-4015-8127-34EFCA8E46E8}">
      <dgm:prSet/>
      <dgm:spPr/>
      <dgm:t>
        <a:bodyPr/>
        <a:lstStyle/>
        <a:p>
          <a:r>
            <a:rPr lang="en-US" altLang="en-US"/>
            <a:t>MyISAM</a:t>
          </a:r>
          <a:r>
            <a:rPr lang="zh-CN" altLang="en-US"/>
            <a:t>引擎</a:t>
          </a:r>
        </a:p>
      </dgm:t>
    </dgm:pt>
    <dgm:pt modelId="{482748DC-D95F-43EA-994E-8088DE9F3E66}" type="parTrans" cxnId="{5474091E-986B-493D-B0E8-21533E282680}">
      <dgm:prSet/>
      <dgm:spPr/>
      <dgm:t>
        <a:bodyPr/>
        <a:lstStyle/>
        <a:p>
          <a:endParaRPr lang="zh-CN" altLang="en-US"/>
        </a:p>
      </dgm:t>
    </dgm:pt>
    <dgm:pt modelId="{A5FB8B4A-A963-4033-9C13-FD80CD06C418}" type="sibTrans" cxnId="{5474091E-986B-493D-B0E8-21533E282680}">
      <dgm:prSet/>
      <dgm:spPr/>
      <dgm:t>
        <a:bodyPr/>
        <a:lstStyle/>
        <a:p>
          <a:endParaRPr lang="zh-CN" altLang="en-US"/>
        </a:p>
      </dgm:t>
    </dgm:pt>
    <dgm:pt modelId="{A35E9C1B-A349-40B5-8F3D-3B5712F42567}">
      <dgm:prSet/>
      <dgm:spPr/>
      <dgm:t>
        <a:bodyPr/>
        <a:lstStyle/>
        <a:p>
          <a:r>
            <a:rPr lang="en-US" altLang="en-US"/>
            <a:t>InnoDB</a:t>
          </a:r>
          <a:r>
            <a:rPr lang="zh-CN" altLang="en-US"/>
            <a:t>引擎</a:t>
          </a:r>
        </a:p>
      </dgm:t>
    </dgm:pt>
    <dgm:pt modelId="{22D7293D-57CA-4242-87FA-AA53B247FDBC}" type="parTrans" cxnId="{688A55DC-1049-46ED-95B9-F7485E3BF728}">
      <dgm:prSet/>
      <dgm:spPr/>
      <dgm:t>
        <a:bodyPr/>
        <a:lstStyle/>
        <a:p>
          <a:endParaRPr lang="zh-CN" altLang="en-US"/>
        </a:p>
      </dgm:t>
    </dgm:pt>
    <dgm:pt modelId="{96AB461A-2915-4254-815F-A268DAD67BEC}" type="sibTrans" cxnId="{688A55DC-1049-46ED-95B9-F7485E3BF728}">
      <dgm:prSet/>
      <dgm:spPr/>
      <dgm:t>
        <a:bodyPr/>
        <a:lstStyle/>
        <a:p>
          <a:endParaRPr lang="zh-CN" altLang="en-US"/>
        </a:p>
      </dgm:t>
    </dgm:pt>
    <dgm:pt modelId="{6A4EB0BB-4391-4384-AC13-8F839F293981}">
      <dgm:prSet/>
      <dgm:spPr/>
      <dgm:t>
        <a:bodyPr/>
        <a:lstStyle/>
        <a:p>
          <a:r>
            <a:rPr lang="zh-CN" altLang="en-US"/>
            <a:t>命令行导入导出</a:t>
          </a:r>
        </a:p>
      </dgm:t>
    </dgm:pt>
    <dgm:pt modelId="{304FC743-8B5D-458B-9A4D-CD03D86F1F9B}" type="parTrans" cxnId="{01E2A681-F345-4C46-921F-39ADE3F1DD7B}">
      <dgm:prSet/>
      <dgm:spPr/>
      <dgm:t>
        <a:bodyPr/>
        <a:lstStyle/>
        <a:p>
          <a:endParaRPr lang="zh-CN" altLang="en-US"/>
        </a:p>
      </dgm:t>
    </dgm:pt>
    <dgm:pt modelId="{9EA80391-DE5A-49A2-8255-687131BEF9E0}" type="sibTrans" cxnId="{01E2A681-F345-4C46-921F-39ADE3F1DD7B}">
      <dgm:prSet/>
      <dgm:spPr/>
      <dgm:t>
        <a:bodyPr/>
        <a:lstStyle/>
        <a:p>
          <a:endParaRPr lang="zh-CN" altLang="en-US"/>
        </a:p>
      </dgm:t>
    </dgm:pt>
    <dgm:pt modelId="{2C9FF3CA-7657-4B82-AFAB-DC855A5CB263}">
      <dgm:prSet/>
      <dgm:spPr/>
      <dgm:t>
        <a:bodyPr/>
        <a:lstStyle/>
        <a:p>
          <a:r>
            <a:rPr lang="zh-CN" altLang="en-US" dirty="0"/>
            <a:t>导出：</a:t>
          </a:r>
        </a:p>
      </dgm:t>
    </dgm:pt>
    <dgm:pt modelId="{7718AA97-07E1-483A-B078-FCB9272A50D1}" type="parTrans" cxnId="{2D435827-25B4-4D89-BD50-7B86939BB4B0}">
      <dgm:prSet/>
      <dgm:spPr/>
      <dgm:t>
        <a:bodyPr/>
        <a:lstStyle/>
        <a:p>
          <a:endParaRPr lang="zh-CN" altLang="en-US"/>
        </a:p>
      </dgm:t>
    </dgm:pt>
    <dgm:pt modelId="{D3866DE7-9677-4118-9FD8-DC88A58981F1}" type="sibTrans" cxnId="{2D435827-25B4-4D89-BD50-7B86939BB4B0}">
      <dgm:prSet/>
      <dgm:spPr/>
      <dgm:t>
        <a:bodyPr/>
        <a:lstStyle/>
        <a:p>
          <a:endParaRPr lang="zh-CN" altLang="en-US"/>
        </a:p>
      </dgm:t>
    </dgm:pt>
    <dgm:pt modelId="{5C371B42-9EAC-4C00-A512-1A699C2AD023}">
      <dgm:prSet/>
      <dgm:spPr/>
      <dgm:t>
        <a:bodyPr/>
        <a:lstStyle/>
        <a:p>
          <a:r>
            <a:rPr lang="zh-CN" altLang="en-US" dirty="0"/>
            <a:t>只要表结构：加参数 </a:t>
          </a:r>
          <a:r>
            <a:rPr lang="en-US" altLang="en-US" dirty="0"/>
            <a:t>-d</a:t>
          </a:r>
          <a:endParaRPr lang="zh-CN" altLang="en-US" dirty="0"/>
        </a:p>
      </dgm:t>
    </dgm:pt>
    <dgm:pt modelId="{9748A5EB-D43A-46EF-B684-46C229600A67}" type="parTrans" cxnId="{677711CB-05BF-45D4-8ADD-A5B8BE5623DD}">
      <dgm:prSet/>
      <dgm:spPr/>
      <dgm:t>
        <a:bodyPr/>
        <a:lstStyle/>
        <a:p>
          <a:endParaRPr lang="zh-CN" altLang="en-US"/>
        </a:p>
      </dgm:t>
    </dgm:pt>
    <dgm:pt modelId="{6983A329-67CC-48F6-BD3B-FDEFADC4B2E5}" type="sibTrans" cxnId="{677711CB-05BF-45D4-8ADD-A5B8BE5623DD}">
      <dgm:prSet/>
      <dgm:spPr/>
      <dgm:t>
        <a:bodyPr/>
        <a:lstStyle/>
        <a:p>
          <a:endParaRPr lang="zh-CN" altLang="en-US"/>
        </a:p>
      </dgm:t>
    </dgm:pt>
    <dgm:pt modelId="{24163765-E6C5-46A1-A72C-53C701B77C83}">
      <dgm:prSet/>
      <dgm:spPr/>
      <dgm:t>
        <a:bodyPr/>
        <a:lstStyle/>
        <a:p>
          <a:r>
            <a:rPr lang="zh-CN" altLang="en-US" dirty="0"/>
            <a:t>只要相应的表，跟着数据库名后：</a:t>
          </a:r>
          <a:r>
            <a:rPr lang="en-US" altLang="en-US" dirty="0" err="1"/>
            <a:t>liuyan</a:t>
          </a:r>
          <a:r>
            <a:rPr lang="en-US" altLang="en-US" dirty="0"/>
            <a:t> user message </a:t>
          </a:r>
          <a:endParaRPr lang="zh-CN" altLang="en-US" dirty="0"/>
        </a:p>
      </dgm:t>
    </dgm:pt>
    <dgm:pt modelId="{A32B886D-C3B8-48E3-AC76-2099E2D47CE1}" type="parTrans" cxnId="{20A58BFF-FE5A-40F6-98C2-C6188AEACDA2}">
      <dgm:prSet/>
      <dgm:spPr/>
      <dgm:t>
        <a:bodyPr/>
        <a:lstStyle/>
        <a:p>
          <a:endParaRPr lang="zh-CN" altLang="en-US"/>
        </a:p>
      </dgm:t>
    </dgm:pt>
    <dgm:pt modelId="{4D828E9A-FE0A-4299-B3A8-5F6276BE055A}" type="sibTrans" cxnId="{20A58BFF-FE5A-40F6-98C2-C6188AEACDA2}">
      <dgm:prSet/>
      <dgm:spPr/>
      <dgm:t>
        <a:bodyPr/>
        <a:lstStyle/>
        <a:p>
          <a:endParaRPr lang="zh-CN" altLang="en-US"/>
        </a:p>
      </dgm:t>
    </dgm:pt>
    <dgm:pt modelId="{5A804F3F-A1F4-4D54-AC56-5523ACC2C20E}">
      <dgm:prSet/>
      <dgm:spPr/>
      <dgm:t>
        <a:bodyPr/>
        <a:lstStyle/>
        <a:p>
          <a:r>
            <a:rPr lang="zh-CN" altLang="en-US" dirty="0"/>
            <a:t>导入：</a:t>
          </a:r>
        </a:p>
      </dgm:t>
    </dgm:pt>
    <dgm:pt modelId="{E7D14ACE-AA17-4DFA-B6B3-6776B2129C6D}" type="parTrans" cxnId="{187A3071-C6D1-4A28-A94C-71024610CCC0}">
      <dgm:prSet/>
      <dgm:spPr/>
      <dgm:t>
        <a:bodyPr/>
        <a:lstStyle/>
        <a:p>
          <a:endParaRPr lang="zh-CN" altLang="en-US"/>
        </a:p>
      </dgm:t>
    </dgm:pt>
    <dgm:pt modelId="{546E9341-D058-4140-9591-A6A79004DF25}" type="sibTrans" cxnId="{187A3071-C6D1-4A28-A94C-71024610CCC0}">
      <dgm:prSet/>
      <dgm:spPr/>
      <dgm:t>
        <a:bodyPr/>
        <a:lstStyle/>
        <a:p>
          <a:endParaRPr lang="zh-CN" altLang="en-US"/>
        </a:p>
      </dgm:t>
    </dgm:pt>
    <dgm:pt modelId="{560AFA4C-D838-428F-BC80-0157129E82F1}">
      <dgm:prSet/>
      <dgm:spPr/>
      <dgm:t>
        <a:bodyPr/>
        <a:lstStyle/>
        <a:p>
          <a:r>
            <a:rPr lang="en-US" altLang="en-US" dirty="0"/>
            <a:t>use </a:t>
          </a:r>
          <a:r>
            <a:rPr lang="en-US" altLang="en-US" dirty="0" err="1"/>
            <a:t>liuyan</a:t>
          </a:r>
          <a:endParaRPr lang="zh-CN" altLang="en-US" dirty="0"/>
        </a:p>
      </dgm:t>
    </dgm:pt>
    <dgm:pt modelId="{59296927-9835-4ACC-9965-1595DC747AEE}" type="parTrans" cxnId="{02B5B5D3-DF84-4D4A-B4E7-BEBCB96EF6A8}">
      <dgm:prSet/>
      <dgm:spPr/>
      <dgm:t>
        <a:bodyPr/>
        <a:lstStyle/>
        <a:p>
          <a:endParaRPr lang="zh-CN" altLang="en-US"/>
        </a:p>
      </dgm:t>
    </dgm:pt>
    <dgm:pt modelId="{CD1DE131-6BB4-40C7-ACD7-2A17209B903A}" type="sibTrans" cxnId="{02B5B5D3-DF84-4D4A-B4E7-BEBCB96EF6A8}">
      <dgm:prSet/>
      <dgm:spPr/>
      <dgm:t>
        <a:bodyPr/>
        <a:lstStyle/>
        <a:p>
          <a:endParaRPr lang="zh-CN" altLang="en-US"/>
        </a:p>
      </dgm:t>
    </dgm:pt>
    <dgm:pt modelId="{D5978BB5-98D2-4B56-9AE2-8EA4CCA869B8}">
      <dgm:prSet/>
      <dgm:spPr/>
      <dgm:t>
        <a:bodyPr/>
        <a:lstStyle/>
        <a:p>
          <a:r>
            <a:rPr lang="en-US" altLang="en-US" dirty="0"/>
            <a:t>set names utf8</a:t>
          </a:r>
          <a:endParaRPr lang="zh-CN" altLang="en-US" dirty="0"/>
        </a:p>
      </dgm:t>
    </dgm:pt>
    <dgm:pt modelId="{61E1391C-1BEA-47D0-AAAD-82A2E3372B99}" type="parTrans" cxnId="{D75D710B-DB9B-4E45-8398-29F077FD2634}">
      <dgm:prSet/>
      <dgm:spPr/>
      <dgm:t>
        <a:bodyPr/>
        <a:lstStyle/>
        <a:p>
          <a:endParaRPr lang="zh-CN" altLang="en-US"/>
        </a:p>
      </dgm:t>
    </dgm:pt>
    <dgm:pt modelId="{0DB7C040-33D5-49CD-BACA-5220BFF80132}" type="sibTrans" cxnId="{D75D710B-DB9B-4E45-8398-29F077FD2634}">
      <dgm:prSet/>
      <dgm:spPr/>
      <dgm:t>
        <a:bodyPr/>
        <a:lstStyle/>
        <a:p>
          <a:endParaRPr lang="zh-CN" altLang="en-US"/>
        </a:p>
      </dgm:t>
    </dgm:pt>
    <dgm:pt modelId="{F4047C47-C6A5-40CD-BAF3-DB1C63CBA959}">
      <dgm:prSet/>
      <dgm:spPr/>
      <dgm:t>
        <a:bodyPr/>
        <a:lstStyle/>
        <a:p>
          <a:r>
            <a:rPr lang="en-US" altLang="en-US" dirty="0"/>
            <a:t>source c:/liuyan.sql</a:t>
          </a:r>
          <a:endParaRPr lang="zh-CN" altLang="en-US" dirty="0"/>
        </a:p>
      </dgm:t>
    </dgm:pt>
    <dgm:pt modelId="{DD23E46E-CE55-4FCD-A153-B862F649B803}" type="parTrans" cxnId="{7CA1AA2F-B03C-40D2-9C0C-7D3CF0963239}">
      <dgm:prSet/>
      <dgm:spPr/>
      <dgm:t>
        <a:bodyPr/>
        <a:lstStyle/>
        <a:p>
          <a:endParaRPr lang="zh-CN" altLang="en-US"/>
        </a:p>
      </dgm:t>
    </dgm:pt>
    <dgm:pt modelId="{9290F531-4246-4749-9653-787343AF651D}" type="sibTrans" cxnId="{7CA1AA2F-B03C-40D2-9C0C-7D3CF0963239}">
      <dgm:prSet/>
      <dgm:spPr/>
      <dgm:t>
        <a:bodyPr/>
        <a:lstStyle/>
        <a:p>
          <a:endParaRPr lang="zh-CN" altLang="en-US"/>
        </a:p>
      </dgm:t>
    </dgm:pt>
    <dgm:pt modelId="{46404677-814F-4707-A74E-BFBA93B3D20E}">
      <dgm:prSet/>
      <dgm:spPr/>
      <dgm:t>
        <a:bodyPr/>
        <a:lstStyle/>
        <a:p>
          <a:r>
            <a:rPr lang="en-US" altLang="en-US" dirty="0" err="1"/>
            <a:t>mysqldump</a:t>
          </a:r>
          <a:r>
            <a:rPr lang="en-US" altLang="en-US" dirty="0"/>
            <a:t> - root -p </a:t>
          </a:r>
          <a:r>
            <a:rPr lang="en-US" altLang="en-US" dirty="0" err="1"/>
            <a:t>liuyan</a:t>
          </a:r>
          <a:r>
            <a:rPr lang="en-US" altLang="en-US" dirty="0"/>
            <a:t> &gt; c:/liuyan.sql</a:t>
          </a:r>
          <a:endParaRPr lang="zh-CN" altLang="en-US" dirty="0"/>
        </a:p>
      </dgm:t>
    </dgm:pt>
    <dgm:pt modelId="{EDDD216E-B07C-4776-9C5A-B3511F882FC0}" type="parTrans" cxnId="{7B56D739-809B-4A92-8852-8B39A0320B23}">
      <dgm:prSet/>
      <dgm:spPr/>
      <dgm:t>
        <a:bodyPr/>
        <a:lstStyle/>
        <a:p>
          <a:endParaRPr lang="zh-CN" altLang="en-US"/>
        </a:p>
      </dgm:t>
    </dgm:pt>
    <dgm:pt modelId="{3D50CE51-F55C-44F4-8F2C-CB4FF48E78D7}" type="sibTrans" cxnId="{7B56D739-809B-4A92-8852-8B39A0320B23}">
      <dgm:prSet/>
      <dgm:spPr/>
      <dgm:t>
        <a:bodyPr/>
        <a:lstStyle/>
        <a:p>
          <a:endParaRPr lang="zh-CN" altLang="en-US"/>
        </a:p>
      </dgm:t>
    </dgm:pt>
    <dgm:pt modelId="{7E73A0C7-5899-436F-A5D3-EDEE8550BCE3}">
      <dgm:prSet/>
      <dgm:spPr/>
      <dgm:t>
        <a:bodyPr/>
        <a:lstStyle/>
        <a:p>
          <a:r>
            <a:rPr lang="zh-CN" altLang="en-US"/>
            <a:t>可以直接复制粘贴三种表文件</a:t>
          </a:r>
        </a:p>
      </dgm:t>
    </dgm:pt>
    <dgm:pt modelId="{5C82B36B-BB0E-4ACB-8428-0FCD95E36DC3}" type="parTrans" cxnId="{856AB95C-C8FC-4F38-A773-B4D74992C728}">
      <dgm:prSet/>
      <dgm:spPr/>
      <dgm:t>
        <a:bodyPr/>
        <a:lstStyle/>
        <a:p>
          <a:endParaRPr lang="zh-CN" altLang="en-US"/>
        </a:p>
      </dgm:t>
    </dgm:pt>
    <dgm:pt modelId="{728D8E45-330E-41F6-A48D-AE940CF7C839}" type="sibTrans" cxnId="{856AB95C-C8FC-4F38-A773-B4D74992C728}">
      <dgm:prSet/>
      <dgm:spPr/>
      <dgm:t>
        <a:bodyPr/>
        <a:lstStyle/>
        <a:p>
          <a:endParaRPr lang="zh-CN" altLang="en-US"/>
        </a:p>
      </dgm:t>
    </dgm:pt>
    <dgm:pt modelId="{02563382-EFA2-4928-92A2-804FF321A55F}">
      <dgm:prSet/>
      <dgm:spPr/>
      <dgm:t>
        <a:bodyPr/>
        <a:lstStyle/>
        <a:p>
          <a:r>
            <a:rPr lang="zh-CN" altLang="en-US"/>
            <a:t>不能直接拷贝</a:t>
          </a:r>
          <a:r>
            <a:rPr lang="en-US" altLang="en-US"/>
            <a:t>frm</a:t>
          </a:r>
          <a:r>
            <a:rPr lang="zh-CN" altLang="en-US"/>
            <a:t>文件，需要把</a:t>
          </a:r>
          <a:r>
            <a:rPr lang="en-US" altLang="en-US"/>
            <a:t>ibdata1</a:t>
          </a:r>
          <a:r>
            <a:rPr lang="zh-CN" altLang="en-US"/>
            <a:t>文件同时复制才可以</a:t>
          </a:r>
        </a:p>
      </dgm:t>
    </dgm:pt>
    <dgm:pt modelId="{28860632-7E20-4FA2-87C6-B6A55A26F179}" type="parTrans" cxnId="{A1548249-A22D-4D2C-BF5D-125CAC3EDEEB}">
      <dgm:prSet/>
      <dgm:spPr/>
      <dgm:t>
        <a:bodyPr/>
        <a:lstStyle/>
        <a:p>
          <a:endParaRPr lang="zh-CN" altLang="en-US"/>
        </a:p>
      </dgm:t>
    </dgm:pt>
    <dgm:pt modelId="{39B80A66-808E-48DA-B137-11582F9AA16A}" type="sibTrans" cxnId="{A1548249-A22D-4D2C-BF5D-125CAC3EDEEB}">
      <dgm:prSet/>
      <dgm:spPr/>
      <dgm:t>
        <a:bodyPr/>
        <a:lstStyle/>
        <a:p>
          <a:endParaRPr lang="zh-CN" altLang="en-US"/>
        </a:p>
      </dgm:t>
    </dgm:pt>
    <dgm:pt modelId="{D85EF01C-3D88-4B96-B1A1-F0D1599976A5}" type="pres">
      <dgm:prSet presAssocID="{CC61B273-0CE9-402D-AAFE-31D6242A98D1}" presName="linear" presStyleCnt="0">
        <dgm:presLayoutVars>
          <dgm:dir/>
          <dgm:animLvl val="lvl"/>
          <dgm:resizeHandles val="exact"/>
        </dgm:presLayoutVars>
      </dgm:prSet>
      <dgm:spPr/>
    </dgm:pt>
    <dgm:pt modelId="{84A17015-87D7-4C4B-A84A-58C6285E465C}" type="pres">
      <dgm:prSet presAssocID="{D3A0693C-456C-4D04-9926-0415E18EA55C}" presName="parentLin" presStyleCnt="0"/>
      <dgm:spPr/>
    </dgm:pt>
    <dgm:pt modelId="{1677729D-7BD7-41E5-884F-F1E1000806C9}" type="pres">
      <dgm:prSet presAssocID="{D3A0693C-456C-4D04-9926-0415E18EA55C}" presName="parentLeftMargin" presStyleLbl="node1" presStyleIdx="0" presStyleCnt="4"/>
      <dgm:spPr/>
    </dgm:pt>
    <dgm:pt modelId="{60F73584-D7CE-4645-A479-797DBCC1A9E5}" type="pres">
      <dgm:prSet presAssocID="{D3A0693C-456C-4D04-9926-0415E18EA55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0B36200-DDA7-4642-9AA8-486B8BCA048E}" type="pres">
      <dgm:prSet presAssocID="{D3A0693C-456C-4D04-9926-0415E18EA55C}" presName="negativeSpace" presStyleCnt="0"/>
      <dgm:spPr/>
    </dgm:pt>
    <dgm:pt modelId="{C5E672F5-5342-4567-BD9D-0C835B284CB7}" type="pres">
      <dgm:prSet presAssocID="{D3A0693C-456C-4D04-9926-0415E18EA55C}" presName="childText" presStyleLbl="conFgAcc1" presStyleIdx="0" presStyleCnt="4">
        <dgm:presLayoutVars>
          <dgm:bulletEnabled val="1"/>
        </dgm:presLayoutVars>
      </dgm:prSet>
      <dgm:spPr/>
    </dgm:pt>
    <dgm:pt modelId="{0A605E38-BD1C-4B09-97A2-E6C80C37EB0B}" type="pres">
      <dgm:prSet presAssocID="{E00B8926-AE10-42A5-9699-31A98D43BBDA}" presName="spaceBetweenRectangles" presStyleCnt="0"/>
      <dgm:spPr/>
    </dgm:pt>
    <dgm:pt modelId="{F4543890-5305-428E-B3FB-00FE771F59A6}" type="pres">
      <dgm:prSet presAssocID="{BEB20323-D952-4015-8127-34EFCA8E46E8}" presName="parentLin" presStyleCnt="0"/>
      <dgm:spPr/>
    </dgm:pt>
    <dgm:pt modelId="{3972737E-FB9A-43A2-8B4C-D532FAB780DF}" type="pres">
      <dgm:prSet presAssocID="{BEB20323-D952-4015-8127-34EFCA8E46E8}" presName="parentLeftMargin" presStyleLbl="node1" presStyleIdx="0" presStyleCnt="4"/>
      <dgm:spPr/>
    </dgm:pt>
    <dgm:pt modelId="{C688B2FD-75EE-4190-83AF-D0EC7C5B1889}" type="pres">
      <dgm:prSet presAssocID="{BEB20323-D952-4015-8127-34EFCA8E46E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07A3FCE-25DF-4F69-AC4C-2B3C1B38BDDA}" type="pres">
      <dgm:prSet presAssocID="{BEB20323-D952-4015-8127-34EFCA8E46E8}" presName="negativeSpace" presStyleCnt="0"/>
      <dgm:spPr/>
    </dgm:pt>
    <dgm:pt modelId="{A61BA539-537F-4B3B-A493-0FBAACADA0F8}" type="pres">
      <dgm:prSet presAssocID="{BEB20323-D952-4015-8127-34EFCA8E46E8}" presName="childText" presStyleLbl="conFgAcc1" presStyleIdx="1" presStyleCnt="4">
        <dgm:presLayoutVars>
          <dgm:bulletEnabled val="1"/>
        </dgm:presLayoutVars>
      </dgm:prSet>
      <dgm:spPr/>
    </dgm:pt>
    <dgm:pt modelId="{F57D98B8-44D0-4E17-8B4F-7C59BC5429A3}" type="pres">
      <dgm:prSet presAssocID="{A5FB8B4A-A963-4033-9C13-FD80CD06C418}" presName="spaceBetweenRectangles" presStyleCnt="0"/>
      <dgm:spPr/>
    </dgm:pt>
    <dgm:pt modelId="{17C04408-8A73-48D0-9B33-2640F4C16B45}" type="pres">
      <dgm:prSet presAssocID="{A35E9C1B-A349-40B5-8F3D-3B5712F42567}" presName="parentLin" presStyleCnt="0"/>
      <dgm:spPr/>
    </dgm:pt>
    <dgm:pt modelId="{A3F3A2F0-8686-433B-8490-9BD2E1ECCA0A}" type="pres">
      <dgm:prSet presAssocID="{A35E9C1B-A349-40B5-8F3D-3B5712F42567}" presName="parentLeftMargin" presStyleLbl="node1" presStyleIdx="1" presStyleCnt="4"/>
      <dgm:spPr/>
    </dgm:pt>
    <dgm:pt modelId="{399E53F0-0AED-4087-B69A-3E3DFF2D3A1F}" type="pres">
      <dgm:prSet presAssocID="{A35E9C1B-A349-40B5-8F3D-3B5712F4256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76A0DDA-0C69-42EB-B5E2-A0B18835AEA5}" type="pres">
      <dgm:prSet presAssocID="{A35E9C1B-A349-40B5-8F3D-3B5712F42567}" presName="negativeSpace" presStyleCnt="0"/>
      <dgm:spPr/>
    </dgm:pt>
    <dgm:pt modelId="{0FD1B4B6-942A-448C-8E59-9F9DE5A1175A}" type="pres">
      <dgm:prSet presAssocID="{A35E9C1B-A349-40B5-8F3D-3B5712F42567}" presName="childText" presStyleLbl="conFgAcc1" presStyleIdx="2" presStyleCnt="4">
        <dgm:presLayoutVars>
          <dgm:bulletEnabled val="1"/>
        </dgm:presLayoutVars>
      </dgm:prSet>
      <dgm:spPr/>
    </dgm:pt>
    <dgm:pt modelId="{21CF03D2-FCAE-42D4-9B1D-D4122EABEC08}" type="pres">
      <dgm:prSet presAssocID="{96AB461A-2915-4254-815F-A268DAD67BEC}" presName="spaceBetweenRectangles" presStyleCnt="0"/>
      <dgm:spPr/>
    </dgm:pt>
    <dgm:pt modelId="{134836E7-A01C-4A07-ADFD-7AC612D08278}" type="pres">
      <dgm:prSet presAssocID="{6A4EB0BB-4391-4384-AC13-8F839F293981}" presName="parentLin" presStyleCnt="0"/>
      <dgm:spPr/>
    </dgm:pt>
    <dgm:pt modelId="{2E245B12-2763-4810-B339-C3443B16F50F}" type="pres">
      <dgm:prSet presAssocID="{6A4EB0BB-4391-4384-AC13-8F839F293981}" presName="parentLeftMargin" presStyleLbl="node1" presStyleIdx="2" presStyleCnt="4"/>
      <dgm:spPr/>
    </dgm:pt>
    <dgm:pt modelId="{8410CF5E-5539-4907-B37F-61CB8845DEAC}" type="pres">
      <dgm:prSet presAssocID="{6A4EB0BB-4391-4384-AC13-8F839F293981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8C2607C3-CC09-4744-BDF2-4CD99F725167}" type="pres">
      <dgm:prSet presAssocID="{6A4EB0BB-4391-4384-AC13-8F839F293981}" presName="negativeSpace" presStyleCnt="0"/>
      <dgm:spPr/>
    </dgm:pt>
    <dgm:pt modelId="{9CA5C7EE-F4FD-4E13-9618-6C39902CF0FE}" type="pres">
      <dgm:prSet presAssocID="{6A4EB0BB-4391-4384-AC13-8F839F293981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D75D710B-DB9B-4E45-8398-29F077FD2634}" srcId="{5A804F3F-A1F4-4D54-AC56-5523ACC2C20E}" destId="{D5978BB5-98D2-4B56-9AE2-8EA4CCA869B8}" srcOrd="1" destOrd="0" parTransId="{61E1391C-1BEA-47D0-AAAD-82A2E3372B99}" sibTransId="{0DB7C040-33D5-49CD-BACA-5220BFF80132}"/>
    <dgm:cxn modelId="{553B240D-502A-4B52-9B7A-0E392E9CB35E}" type="presOf" srcId="{D3A0693C-456C-4D04-9926-0415E18EA55C}" destId="{60F73584-D7CE-4645-A479-797DBCC1A9E5}" srcOrd="1" destOrd="0" presId="urn:microsoft.com/office/officeart/2005/8/layout/list1"/>
    <dgm:cxn modelId="{9616E711-D84D-4BFB-BF83-B3E145D98A73}" type="presOf" srcId="{5C371B42-9EAC-4C00-A512-1A699C2AD023}" destId="{9CA5C7EE-F4FD-4E13-9618-6C39902CF0FE}" srcOrd="0" destOrd="2" presId="urn:microsoft.com/office/officeart/2005/8/layout/list1"/>
    <dgm:cxn modelId="{D948491B-24F7-4C51-B6CD-330C46647A86}" type="presOf" srcId="{5A804F3F-A1F4-4D54-AC56-5523ACC2C20E}" destId="{9CA5C7EE-F4FD-4E13-9618-6C39902CF0FE}" srcOrd="0" destOrd="4" presId="urn:microsoft.com/office/officeart/2005/8/layout/list1"/>
    <dgm:cxn modelId="{5474091E-986B-493D-B0E8-21533E282680}" srcId="{CC61B273-0CE9-402D-AAFE-31D6242A98D1}" destId="{BEB20323-D952-4015-8127-34EFCA8E46E8}" srcOrd="1" destOrd="0" parTransId="{482748DC-D95F-43EA-994E-8088DE9F3E66}" sibTransId="{A5FB8B4A-A963-4033-9C13-FD80CD06C418}"/>
    <dgm:cxn modelId="{88B0EE1F-9F71-40C1-96B3-B40E78AA0C99}" type="presOf" srcId="{7E73A0C7-5899-436F-A5D3-EDEE8550BCE3}" destId="{A61BA539-537F-4B3B-A493-0FBAACADA0F8}" srcOrd="0" destOrd="0" presId="urn:microsoft.com/office/officeart/2005/8/layout/list1"/>
    <dgm:cxn modelId="{03B9D924-6A1B-40B2-96DA-A6E163B66586}" type="presOf" srcId="{BEB20323-D952-4015-8127-34EFCA8E46E8}" destId="{3972737E-FB9A-43A2-8B4C-D532FAB780DF}" srcOrd="0" destOrd="0" presId="urn:microsoft.com/office/officeart/2005/8/layout/list1"/>
    <dgm:cxn modelId="{2D435827-25B4-4D89-BD50-7B86939BB4B0}" srcId="{6A4EB0BB-4391-4384-AC13-8F839F293981}" destId="{2C9FF3CA-7657-4B82-AFAB-DC855A5CB263}" srcOrd="0" destOrd="0" parTransId="{7718AA97-07E1-483A-B078-FCB9272A50D1}" sibTransId="{D3866DE7-9677-4118-9FD8-DC88A58981F1}"/>
    <dgm:cxn modelId="{64967C28-7056-431A-83FB-E6EBB074D0FD}" type="presOf" srcId="{02563382-EFA2-4928-92A2-804FF321A55F}" destId="{0FD1B4B6-942A-448C-8E59-9F9DE5A1175A}" srcOrd="0" destOrd="0" presId="urn:microsoft.com/office/officeart/2005/8/layout/list1"/>
    <dgm:cxn modelId="{62E53129-4F41-4F9C-961C-88C3C5CC0F9D}" type="presOf" srcId="{CD51C8BB-E288-4779-8F9A-D092902DC47A}" destId="{C5E672F5-5342-4567-BD9D-0C835B284CB7}" srcOrd="0" destOrd="0" presId="urn:microsoft.com/office/officeart/2005/8/layout/list1"/>
    <dgm:cxn modelId="{7CA1AA2F-B03C-40D2-9C0C-7D3CF0963239}" srcId="{5A804F3F-A1F4-4D54-AC56-5523ACC2C20E}" destId="{F4047C47-C6A5-40CD-BAF3-DB1C63CBA959}" srcOrd="2" destOrd="0" parTransId="{DD23E46E-CE55-4FCD-A153-B862F649B803}" sibTransId="{9290F531-4246-4749-9653-787343AF651D}"/>
    <dgm:cxn modelId="{7B56D739-809B-4A92-8852-8B39A0320B23}" srcId="{2C9FF3CA-7657-4B82-AFAB-DC855A5CB263}" destId="{46404677-814F-4707-A74E-BFBA93B3D20E}" srcOrd="0" destOrd="0" parTransId="{EDDD216E-B07C-4776-9C5A-B3511F882FC0}" sibTransId="{3D50CE51-F55C-44F4-8F2C-CB4FF48E78D7}"/>
    <dgm:cxn modelId="{856AB95C-C8FC-4F38-A773-B4D74992C728}" srcId="{BEB20323-D952-4015-8127-34EFCA8E46E8}" destId="{7E73A0C7-5899-436F-A5D3-EDEE8550BCE3}" srcOrd="0" destOrd="0" parTransId="{5C82B36B-BB0E-4ACB-8428-0FCD95E36DC3}" sibTransId="{728D8E45-330E-41F6-A48D-AE940CF7C839}"/>
    <dgm:cxn modelId="{18A4F443-77E0-4BC6-BD53-5FDF8DEAC115}" type="presOf" srcId="{560AFA4C-D838-428F-BC80-0157129E82F1}" destId="{9CA5C7EE-F4FD-4E13-9618-6C39902CF0FE}" srcOrd="0" destOrd="5" presId="urn:microsoft.com/office/officeart/2005/8/layout/list1"/>
    <dgm:cxn modelId="{5D343345-4FEE-46F3-9C56-358DE13F2E31}" type="presOf" srcId="{BEB20323-D952-4015-8127-34EFCA8E46E8}" destId="{C688B2FD-75EE-4190-83AF-D0EC7C5B1889}" srcOrd="1" destOrd="0" presId="urn:microsoft.com/office/officeart/2005/8/layout/list1"/>
    <dgm:cxn modelId="{106CFC65-170C-4C5B-B174-61E97144A609}" type="presOf" srcId="{46404677-814F-4707-A74E-BFBA93B3D20E}" destId="{9CA5C7EE-F4FD-4E13-9618-6C39902CF0FE}" srcOrd="0" destOrd="1" presId="urn:microsoft.com/office/officeart/2005/8/layout/list1"/>
    <dgm:cxn modelId="{A1548249-A22D-4D2C-BF5D-125CAC3EDEEB}" srcId="{A35E9C1B-A349-40B5-8F3D-3B5712F42567}" destId="{02563382-EFA2-4928-92A2-804FF321A55F}" srcOrd="0" destOrd="0" parTransId="{28860632-7E20-4FA2-87C6-B6A55A26F179}" sibTransId="{39B80A66-808E-48DA-B137-11582F9AA16A}"/>
    <dgm:cxn modelId="{187A3071-C6D1-4A28-A94C-71024610CCC0}" srcId="{6A4EB0BB-4391-4384-AC13-8F839F293981}" destId="{5A804F3F-A1F4-4D54-AC56-5523ACC2C20E}" srcOrd="1" destOrd="0" parTransId="{E7D14ACE-AA17-4DFA-B6B3-6776B2129C6D}" sibTransId="{546E9341-D058-4140-9591-A6A79004DF25}"/>
    <dgm:cxn modelId="{FBE36F77-62F5-4645-9048-5F0361FDB3ED}" type="presOf" srcId="{CC61B273-0CE9-402D-AAFE-31D6242A98D1}" destId="{D85EF01C-3D88-4B96-B1A1-F0D1599976A5}" srcOrd="0" destOrd="0" presId="urn:microsoft.com/office/officeart/2005/8/layout/list1"/>
    <dgm:cxn modelId="{5AC5B67A-D0F4-4D49-A90F-987B37847246}" type="presOf" srcId="{A35E9C1B-A349-40B5-8F3D-3B5712F42567}" destId="{A3F3A2F0-8686-433B-8490-9BD2E1ECCA0A}" srcOrd="0" destOrd="0" presId="urn:microsoft.com/office/officeart/2005/8/layout/list1"/>
    <dgm:cxn modelId="{01E2A681-F345-4C46-921F-39ADE3F1DD7B}" srcId="{CC61B273-0CE9-402D-AAFE-31D6242A98D1}" destId="{6A4EB0BB-4391-4384-AC13-8F839F293981}" srcOrd="3" destOrd="0" parTransId="{304FC743-8B5D-458B-9A4D-CD03D86F1F9B}" sibTransId="{9EA80391-DE5A-49A2-8255-687131BEF9E0}"/>
    <dgm:cxn modelId="{0065AC96-4478-4181-A8F8-EE5613EC7E0C}" srcId="{CC61B273-0CE9-402D-AAFE-31D6242A98D1}" destId="{D3A0693C-456C-4D04-9926-0415E18EA55C}" srcOrd="0" destOrd="0" parTransId="{88BAD4D9-D8A3-4FC6-8671-7679CCE280B0}" sibTransId="{E00B8926-AE10-42A5-9699-31A98D43BBDA}"/>
    <dgm:cxn modelId="{D2DA0598-BC6F-4399-91A7-EE85F946DB6E}" type="presOf" srcId="{2C9FF3CA-7657-4B82-AFAB-DC855A5CB263}" destId="{9CA5C7EE-F4FD-4E13-9618-6C39902CF0FE}" srcOrd="0" destOrd="0" presId="urn:microsoft.com/office/officeart/2005/8/layout/list1"/>
    <dgm:cxn modelId="{FBE7DAB3-A8AA-4A84-A7C2-417373462F15}" type="presOf" srcId="{A35E9C1B-A349-40B5-8F3D-3B5712F42567}" destId="{399E53F0-0AED-4087-B69A-3E3DFF2D3A1F}" srcOrd="1" destOrd="0" presId="urn:microsoft.com/office/officeart/2005/8/layout/list1"/>
    <dgm:cxn modelId="{1BB8A6C1-C646-4E9B-8F46-C09CCBC6B1AC}" type="presOf" srcId="{F4047C47-C6A5-40CD-BAF3-DB1C63CBA959}" destId="{9CA5C7EE-F4FD-4E13-9618-6C39902CF0FE}" srcOrd="0" destOrd="7" presId="urn:microsoft.com/office/officeart/2005/8/layout/list1"/>
    <dgm:cxn modelId="{14B46EC8-9D99-4F44-8F9A-0E7DCDA22CAE}" type="presOf" srcId="{6A4EB0BB-4391-4384-AC13-8F839F293981}" destId="{2E245B12-2763-4810-B339-C3443B16F50F}" srcOrd="0" destOrd="0" presId="urn:microsoft.com/office/officeart/2005/8/layout/list1"/>
    <dgm:cxn modelId="{677711CB-05BF-45D4-8ADD-A5B8BE5623DD}" srcId="{2C9FF3CA-7657-4B82-AFAB-DC855A5CB263}" destId="{5C371B42-9EAC-4C00-A512-1A699C2AD023}" srcOrd="1" destOrd="0" parTransId="{9748A5EB-D43A-46EF-B684-46C229600A67}" sibTransId="{6983A329-67CC-48F6-BD3B-FDEFADC4B2E5}"/>
    <dgm:cxn modelId="{02B5B5D3-DF84-4D4A-B4E7-BEBCB96EF6A8}" srcId="{5A804F3F-A1F4-4D54-AC56-5523ACC2C20E}" destId="{560AFA4C-D838-428F-BC80-0157129E82F1}" srcOrd="0" destOrd="0" parTransId="{59296927-9835-4ACC-9965-1595DC747AEE}" sibTransId="{CD1DE131-6BB4-40C7-ACD7-2A17209B903A}"/>
    <dgm:cxn modelId="{4D92C0D8-40DE-4612-98A8-1D0E096BA398}" type="presOf" srcId="{24163765-E6C5-46A1-A72C-53C701B77C83}" destId="{9CA5C7EE-F4FD-4E13-9618-6C39902CF0FE}" srcOrd="0" destOrd="3" presId="urn:microsoft.com/office/officeart/2005/8/layout/list1"/>
    <dgm:cxn modelId="{83F5EFD8-6006-4C4E-A00F-2F46A3F6FD22}" srcId="{D3A0693C-456C-4D04-9926-0415E18EA55C}" destId="{CD51C8BB-E288-4779-8F9A-D092902DC47A}" srcOrd="0" destOrd="0" parTransId="{BFA93CAA-C5EE-454F-A6F0-B60F25E71970}" sibTransId="{270C9C78-EAE9-4C10-B662-B521AA1967CA}"/>
    <dgm:cxn modelId="{688A55DC-1049-46ED-95B9-F7485E3BF728}" srcId="{CC61B273-0CE9-402D-AAFE-31D6242A98D1}" destId="{A35E9C1B-A349-40B5-8F3D-3B5712F42567}" srcOrd="2" destOrd="0" parTransId="{22D7293D-57CA-4242-87FA-AA53B247FDBC}" sibTransId="{96AB461A-2915-4254-815F-A268DAD67BEC}"/>
    <dgm:cxn modelId="{5DA30EEF-48A9-4F84-93FB-956E1B326896}" type="presOf" srcId="{D3A0693C-456C-4D04-9926-0415E18EA55C}" destId="{1677729D-7BD7-41E5-884F-F1E1000806C9}" srcOrd="0" destOrd="0" presId="urn:microsoft.com/office/officeart/2005/8/layout/list1"/>
    <dgm:cxn modelId="{1B4BB6F1-1C37-49A3-98B6-74A474C52784}" type="presOf" srcId="{6A4EB0BB-4391-4384-AC13-8F839F293981}" destId="{8410CF5E-5539-4907-B37F-61CB8845DEAC}" srcOrd="1" destOrd="0" presId="urn:microsoft.com/office/officeart/2005/8/layout/list1"/>
    <dgm:cxn modelId="{6A2CE8F4-128D-489F-8AFC-A49AAC0DCCB2}" type="presOf" srcId="{D5978BB5-98D2-4B56-9AE2-8EA4CCA869B8}" destId="{9CA5C7EE-F4FD-4E13-9618-6C39902CF0FE}" srcOrd="0" destOrd="6" presId="urn:microsoft.com/office/officeart/2005/8/layout/list1"/>
    <dgm:cxn modelId="{20A58BFF-FE5A-40F6-98C2-C6188AEACDA2}" srcId="{2C9FF3CA-7657-4B82-AFAB-DC855A5CB263}" destId="{24163765-E6C5-46A1-A72C-53C701B77C83}" srcOrd="2" destOrd="0" parTransId="{A32B886D-C3B8-48E3-AC76-2099E2D47CE1}" sibTransId="{4D828E9A-FE0A-4299-B3A8-5F6276BE055A}"/>
    <dgm:cxn modelId="{3DABFE38-56E9-4D06-88AF-D38692AF2F84}" type="presParOf" srcId="{D85EF01C-3D88-4B96-B1A1-F0D1599976A5}" destId="{84A17015-87D7-4C4B-A84A-58C6285E465C}" srcOrd="0" destOrd="0" presId="urn:microsoft.com/office/officeart/2005/8/layout/list1"/>
    <dgm:cxn modelId="{B7BDCBA5-F1AD-4E36-B7EE-1BECFA09E823}" type="presParOf" srcId="{84A17015-87D7-4C4B-A84A-58C6285E465C}" destId="{1677729D-7BD7-41E5-884F-F1E1000806C9}" srcOrd="0" destOrd="0" presId="urn:microsoft.com/office/officeart/2005/8/layout/list1"/>
    <dgm:cxn modelId="{084596C3-B2BA-4365-9106-B4C0A8FBCA22}" type="presParOf" srcId="{84A17015-87D7-4C4B-A84A-58C6285E465C}" destId="{60F73584-D7CE-4645-A479-797DBCC1A9E5}" srcOrd="1" destOrd="0" presId="urn:microsoft.com/office/officeart/2005/8/layout/list1"/>
    <dgm:cxn modelId="{62270FB5-A152-45EA-BDA7-FEF6F8F8E14C}" type="presParOf" srcId="{D85EF01C-3D88-4B96-B1A1-F0D1599976A5}" destId="{A0B36200-DDA7-4642-9AA8-486B8BCA048E}" srcOrd="1" destOrd="0" presId="urn:microsoft.com/office/officeart/2005/8/layout/list1"/>
    <dgm:cxn modelId="{36266250-3765-4ABD-9C05-B26083176154}" type="presParOf" srcId="{D85EF01C-3D88-4B96-B1A1-F0D1599976A5}" destId="{C5E672F5-5342-4567-BD9D-0C835B284CB7}" srcOrd="2" destOrd="0" presId="urn:microsoft.com/office/officeart/2005/8/layout/list1"/>
    <dgm:cxn modelId="{6639E9EE-83F5-4F1C-A299-0AF9C90CFC02}" type="presParOf" srcId="{D85EF01C-3D88-4B96-B1A1-F0D1599976A5}" destId="{0A605E38-BD1C-4B09-97A2-E6C80C37EB0B}" srcOrd="3" destOrd="0" presId="urn:microsoft.com/office/officeart/2005/8/layout/list1"/>
    <dgm:cxn modelId="{EA911402-5010-4A25-AE00-B150C7C6C690}" type="presParOf" srcId="{D85EF01C-3D88-4B96-B1A1-F0D1599976A5}" destId="{F4543890-5305-428E-B3FB-00FE771F59A6}" srcOrd="4" destOrd="0" presId="urn:microsoft.com/office/officeart/2005/8/layout/list1"/>
    <dgm:cxn modelId="{902DBCC9-BC35-4F98-B9ED-4D016D5DFBDF}" type="presParOf" srcId="{F4543890-5305-428E-B3FB-00FE771F59A6}" destId="{3972737E-FB9A-43A2-8B4C-D532FAB780DF}" srcOrd="0" destOrd="0" presId="urn:microsoft.com/office/officeart/2005/8/layout/list1"/>
    <dgm:cxn modelId="{EEC3FB27-AD35-4EE7-88F5-D7EDD0D52EAD}" type="presParOf" srcId="{F4543890-5305-428E-B3FB-00FE771F59A6}" destId="{C688B2FD-75EE-4190-83AF-D0EC7C5B1889}" srcOrd="1" destOrd="0" presId="urn:microsoft.com/office/officeart/2005/8/layout/list1"/>
    <dgm:cxn modelId="{0612F8CC-4370-4310-ACF5-5AD78FF0E2B5}" type="presParOf" srcId="{D85EF01C-3D88-4B96-B1A1-F0D1599976A5}" destId="{E07A3FCE-25DF-4F69-AC4C-2B3C1B38BDDA}" srcOrd="5" destOrd="0" presId="urn:microsoft.com/office/officeart/2005/8/layout/list1"/>
    <dgm:cxn modelId="{D874210E-D02A-4083-8070-1F8B65521F7B}" type="presParOf" srcId="{D85EF01C-3D88-4B96-B1A1-F0D1599976A5}" destId="{A61BA539-537F-4B3B-A493-0FBAACADA0F8}" srcOrd="6" destOrd="0" presId="urn:microsoft.com/office/officeart/2005/8/layout/list1"/>
    <dgm:cxn modelId="{BC82FC81-91A5-40A0-B551-2751A2C80EA1}" type="presParOf" srcId="{D85EF01C-3D88-4B96-B1A1-F0D1599976A5}" destId="{F57D98B8-44D0-4E17-8B4F-7C59BC5429A3}" srcOrd="7" destOrd="0" presId="urn:microsoft.com/office/officeart/2005/8/layout/list1"/>
    <dgm:cxn modelId="{A21AA01C-EEB2-4591-8E01-DFA45EFAE88A}" type="presParOf" srcId="{D85EF01C-3D88-4B96-B1A1-F0D1599976A5}" destId="{17C04408-8A73-48D0-9B33-2640F4C16B45}" srcOrd="8" destOrd="0" presId="urn:microsoft.com/office/officeart/2005/8/layout/list1"/>
    <dgm:cxn modelId="{DD8B2636-48D5-47D0-A2FA-186152487B64}" type="presParOf" srcId="{17C04408-8A73-48D0-9B33-2640F4C16B45}" destId="{A3F3A2F0-8686-433B-8490-9BD2E1ECCA0A}" srcOrd="0" destOrd="0" presId="urn:microsoft.com/office/officeart/2005/8/layout/list1"/>
    <dgm:cxn modelId="{114E4907-E778-42B1-B534-0BEDE23949BB}" type="presParOf" srcId="{17C04408-8A73-48D0-9B33-2640F4C16B45}" destId="{399E53F0-0AED-4087-B69A-3E3DFF2D3A1F}" srcOrd="1" destOrd="0" presId="urn:microsoft.com/office/officeart/2005/8/layout/list1"/>
    <dgm:cxn modelId="{B3E28F21-E732-4DDF-880E-AF78CFC92359}" type="presParOf" srcId="{D85EF01C-3D88-4B96-B1A1-F0D1599976A5}" destId="{076A0DDA-0C69-42EB-B5E2-A0B18835AEA5}" srcOrd="9" destOrd="0" presId="urn:microsoft.com/office/officeart/2005/8/layout/list1"/>
    <dgm:cxn modelId="{559330B7-3E42-47B0-A434-D3F24E43BE3E}" type="presParOf" srcId="{D85EF01C-3D88-4B96-B1A1-F0D1599976A5}" destId="{0FD1B4B6-942A-448C-8E59-9F9DE5A1175A}" srcOrd="10" destOrd="0" presId="urn:microsoft.com/office/officeart/2005/8/layout/list1"/>
    <dgm:cxn modelId="{DEB55D8C-3064-45B0-B735-C77FBD58C8DA}" type="presParOf" srcId="{D85EF01C-3D88-4B96-B1A1-F0D1599976A5}" destId="{21CF03D2-FCAE-42D4-9B1D-D4122EABEC08}" srcOrd="11" destOrd="0" presId="urn:microsoft.com/office/officeart/2005/8/layout/list1"/>
    <dgm:cxn modelId="{0F77FB03-412A-4A8A-99AE-3CB1DD7835A3}" type="presParOf" srcId="{D85EF01C-3D88-4B96-B1A1-F0D1599976A5}" destId="{134836E7-A01C-4A07-ADFD-7AC612D08278}" srcOrd="12" destOrd="0" presId="urn:microsoft.com/office/officeart/2005/8/layout/list1"/>
    <dgm:cxn modelId="{DCE9885B-96DD-41F3-9AEF-FF005F182EB4}" type="presParOf" srcId="{134836E7-A01C-4A07-ADFD-7AC612D08278}" destId="{2E245B12-2763-4810-B339-C3443B16F50F}" srcOrd="0" destOrd="0" presId="urn:microsoft.com/office/officeart/2005/8/layout/list1"/>
    <dgm:cxn modelId="{021DFB03-D201-4E7D-90A8-6AF46ED3CC3E}" type="presParOf" srcId="{134836E7-A01C-4A07-ADFD-7AC612D08278}" destId="{8410CF5E-5539-4907-B37F-61CB8845DEAC}" srcOrd="1" destOrd="0" presId="urn:microsoft.com/office/officeart/2005/8/layout/list1"/>
    <dgm:cxn modelId="{B210392E-8638-40AF-A00F-34955F05D335}" type="presParOf" srcId="{D85EF01C-3D88-4B96-B1A1-F0D1599976A5}" destId="{8C2607C3-CC09-4744-BDF2-4CD99F725167}" srcOrd="13" destOrd="0" presId="urn:microsoft.com/office/officeart/2005/8/layout/list1"/>
    <dgm:cxn modelId="{734698B3-EECB-4284-8CE0-7D7A71E69EAB}" type="presParOf" srcId="{D85EF01C-3D88-4B96-B1A1-F0D1599976A5}" destId="{9CA5C7EE-F4FD-4E13-9618-6C39902CF0FE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C4EE8D7-C9E7-4F3A-996A-77C6DFC71DA6}" type="doc">
      <dgm:prSet loTypeId="urn:microsoft.com/office/officeart/2005/8/layout/hierarchy5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zh-CN" altLang="en-US"/>
        </a:p>
      </dgm:t>
    </dgm:pt>
    <dgm:pt modelId="{9FE267F4-E881-4C26-8670-4559BCF13834}">
      <dgm:prSet phldrT="[文本]" custT="1"/>
      <dgm:spPr/>
      <dgm:t>
        <a:bodyPr/>
        <a:lstStyle/>
        <a:p>
          <a:r>
            <a:rPr lang="zh-CN" altLang="en-US" sz="1600"/>
            <a:t>导入导出</a:t>
          </a:r>
        </a:p>
      </dgm:t>
    </dgm:pt>
    <dgm:pt modelId="{A9B4376A-7615-4610-B6BE-DE037292BA1E}" type="parTrans" cxnId="{1BBDD490-0E0F-45F5-A0A3-868B6026E0B8}">
      <dgm:prSet/>
      <dgm:spPr/>
      <dgm:t>
        <a:bodyPr/>
        <a:lstStyle/>
        <a:p>
          <a:endParaRPr lang="zh-CN" altLang="en-US"/>
        </a:p>
      </dgm:t>
    </dgm:pt>
    <dgm:pt modelId="{7FDA38A0-0794-46EF-B48D-260DE32CC0F6}" type="sibTrans" cxnId="{1BBDD490-0E0F-45F5-A0A3-868B6026E0B8}">
      <dgm:prSet/>
      <dgm:spPr/>
      <dgm:t>
        <a:bodyPr/>
        <a:lstStyle/>
        <a:p>
          <a:endParaRPr lang="zh-CN" altLang="en-US"/>
        </a:p>
      </dgm:t>
    </dgm:pt>
    <dgm:pt modelId="{86770514-772F-4812-96B4-20F26C3F2FCE}">
      <dgm:prSet phldrT="[文本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zh-CN" altLang="en-US" sz="1600"/>
            <a:t>使用工具</a:t>
          </a:r>
        </a:p>
      </dgm:t>
    </dgm:pt>
    <dgm:pt modelId="{AB99A8E4-69DA-4720-B9E2-0AAA84E41427}" type="parTrans" cxnId="{0121AC25-0EFE-4E08-90C0-74FFF147FA37}">
      <dgm:prSet/>
      <dgm:spPr/>
      <dgm:t>
        <a:bodyPr/>
        <a:lstStyle/>
        <a:p>
          <a:endParaRPr lang="zh-CN" altLang="en-US"/>
        </a:p>
      </dgm:t>
    </dgm:pt>
    <dgm:pt modelId="{1BBAD21E-F58C-4474-9F29-4CAB382F5470}" type="sibTrans" cxnId="{0121AC25-0EFE-4E08-90C0-74FFF147FA37}">
      <dgm:prSet/>
      <dgm:spPr/>
      <dgm:t>
        <a:bodyPr/>
        <a:lstStyle/>
        <a:p>
          <a:endParaRPr lang="zh-CN" altLang="en-US"/>
        </a:p>
      </dgm:t>
    </dgm:pt>
    <dgm:pt modelId="{D1256A6B-4DD5-4EAD-849E-0979133595ED}">
      <dgm:prSet phldrT="[文本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altLang="zh-CN" sz="1600"/>
            <a:t>PHPMyAdmin</a:t>
          </a:r>
          <a:br>
            <a:rPr lang="en-US" altLang="zh-CN" sz="1600"/>
          </a:br>
          <a:r>
            <a:rPr lang="zh-CN" altLang="en-US" sz="1600"/>
            <a:t>建议清除导出文件的头部信息</a:t>
          </a:r>
        </a:p>
      </dgm:t>
    </dgm:pt>
    <dgm:pt modelId="{AC58A3E1-C715-4FC4-B8B2-F7763BDDAA6A}" type="parTrans" cxnId="{E896E0D3-15DD-45A4-83E6-AAB95102B44E}">
      <dgm:prSet/>
      <dgm:spPr/>
      <dgm:t>
        <a:bodyPr/>
        <a:lstStyle/>
        <a:p>
          <a:endParaRPr lang="zh-CN" altLang="en-US"/>
        </a:p>
      </dgm:t>
    </dgm:pt>
    <dgm:pt modelId="{6CD3292A-FA16-4858-8725-10C4AF50492D}" type="sibTrans" cxnId="{E896E0D3-15DD-45A4-83E6-AAB95102B44E}">
      <dgm:prSet/>
      <dgm:spPr/>
      <dgm:t>
        <a:bodyPr/>
        <a:lstStyle/>
        <a:p>
          <a:endParaRPr lang="zh-CN" altLang="en-US"/>
        </a:p>
      </dgm:t>
    </dgm:pt>
    <dgm:pt modelId="{74E99ECA-F371-470F-917A-F35F15144348}">
      <dgm:prSet phldrT="[文本]" custT="1">
        <dgm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zh-CN" altLang="en-US" sz="1600"/>
            <a:t>直接拷贝文件</a:t>
          </a:r>
        </a:p>
      </dgm:t>
    </dgm:pt>
    <dgm:pt modelId="{CF8C9B13-DD43-4B78-B213-C287909024B2}" type="parTrans" cxnId="{85931B05-A9A1-46E5-A671-868161C3633A}">
      <dgm:prSet/>
      <dgm:spPr/>
      <dgm:t>
        <a:bodyPr/>
        <a:lstStyle/>
        <a:p>
          <a:endParaRPr lang="zh-CN" altLang="en-US"/>
        </a:p>
      </dgm:t>
    </dgm:pt>
    <dgm:pt modelId="{A3B9B5D8-EC78-4C94-9D9A-443C3B26FE96}" type="sibTrans" cxnId="{85931B05-A9A1-46E5-A671-868161C3633A}">
      <dgm:prSet/>
      <dgm:spPr/>
      <dgm:t>
        <a:bodyPr/>
        <a:lstStyle/>
        <a:p>
          <a:endParaRPr lang="zh-CN" altLang="en-US"/>
        </a:p>
      </dgm:t>
    </dgm:pt>
    <dgm:pt modelId="{84098F43-0071-4684-A85B-FEBCC252EB82}">
      <dgm:prSet phldrT="[文本]" custT="1">
        <dgm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altLang="en-US" sz="1600"/>
            <a:t>MyISAM</a:t>
          </a:r>
          <a:r>
            <a:rPr lang="zh-CN" altLang="en-US" sz="1600"/>
            <a:t>引擎，可以直接复制粘贴三种表文件，</a:t>
          </a:r>
          <a:r>
            <a:rPr lang="en-US" altLang="zh-CN" sz="1600"/>
            <a:t>.frm+.MYD+.MYI</a:t>
          </a:r>
          <a:endParaRPr lang="zh-CN" altLang="en-US" sz="1600"/>
        </a:p>
      </dgm:t>
    </dgm:pt>
    <dgm:pt modelId="{64FF933A-BE4F-45D1-B807-F885FBC05A43}" type="parTrans" cxnId="{2D3B48AB-CBC5-4D40-891C-089C2ED91A61}">
      <dgm:prSet/>
      <dgm:spPr/>
      <dgm:t>
        <a:bodyPr/>
        <a:lstStyle/>
        <a:p>
          <a:endParaRPr lang="zh-CN" altLang="en-US"/>
        </a:p>
      </dgm:t>
    </dgm:pt>
    <dgm:pt modelId="{C8116627-3F0F-4954-82A0-26CB6D672DAE}" type="sibTrans" cxnId="{2D3B48AB-CBC5-4D40-891C-089C2ED91A61}">
      <dgm:prSet/>
      <dgm:spPr/>
      <dgm:t>
        <a:bodyPr/>
        <a:lstStyle/>
        <a:p>
          <a:endParaRPr lang="zh-CN" altLang="en-US"/>
        </a:p>
      </dgm:t>
    </dgm:pt>
    <dgm:pt modelId="{915F5306-AC91-4425-8786-091F64030F47}">
      <dgm:prSet phldrT="[文本]"/>
      <dgm:spPr/>
      <dgm:t>
        <a:bodyPr/>
        <a:lstStyle/>
        <a:p>
          <a:r>
            <a:rPr lang="zh-CN" altLang="en-US"/>
            <a:t>在线数据库建议停止后再实施导入导出</a:t>
          </a:r>
        </a:p>
      </dgm:t>
    </dgm:pt>
    <dgm:pt modelId="{256DB6D8-FF75-4616-8181-E0F142867D0F}" type="parTrans" cxnId="{8C6D5708-B6D1-4CC6-AA30-50B494EEECC6}">
      <dgm:prSet/>
      <dgm:spPr/>
      <dgm:t>
        <a:bodyPr/>
        <a:lstStyle/>
        <a:p>
          <a:endParaRPr lang="zh-CN" altLang="en-US"/>
        </a:p>
      </dgm:t>
    </dgm:pt>
    <dgm:pt modelId="{8157AFCC-E288-476C-B889-3E0DC0381D7E}" type="sibTrans" cxnId="{8C6D5708-B6D1-4CC6-AA30-50B494EEECC6}">
      <dgm:prSet/>
      <dgm:spPr/>
      <dgm:t>
        <a:bodyPr/>
        <a:lstStyle/>
        <a:p>
          <a:endParaRPr lang="zh-CN" altLang="en-US"/>
        </a:p>
      </dgm:t>
    </dgm:pt>
    <dgm:pt modelId="{9382F63F-FE4D-4121-8AC0-2809FFF73CBD}">
      <dgm:prSet phldrT="[文本]"/>
      <dgm:spPr/>
      <dgm:t>
        <a:bodyPr/>
        <a:lstStyle/>
        <a:p>
          <a:r>
            <a:rPr lang="zh-CN" altLang="en-US"/>
            <a:t>三种方式</a:t>
          </a:r>
        </a:p>
      </dgm:t>
    </dgm:pt>
    <dgm:pt modelId="{F4FA29FC-2DCC-4C3D-BF42-0EE7631903ED}" type="parTrans" cxnId="{87C08AC6-6F9B-41BA-A750-386451796524}">
      <dgm:prSet/>
      <dgm:spPr/>
      <dgm:t>
        <a:bodyPr/>
        <a:lstStyle/>
        <a:p>
          <a:endParaRPr lang="zh-CN" altLang="en-US"/>
        </a:p>
      </dgm:t>
    </dgm:pt>
    <dgm:pt modelId="{622E2E69-9531-4678-B377-2911A03D0F78}" type="sibTrans" cxnId="{87C08AC6-6F9B-41BA-A750-386451796524}">
      <dgm:prSet/>
      <dgm:spPr/>
      <dgm:t>
        <a:bodyPr/>
        <a:lstStyle/>
        <a:p>
          <a:endParaRPr lang="zh-CN" altLang="en-US"/>
        </a:p>
      </dgm:t>
    </dgm:pt>
    <dgm:pt modelId="{E67640A1-0660-442C-A671-EB690FD8CD89}">
      <dgm:prSet phldrT="[文本]"/>
      <dgm:spPr/>
      <dgm:t>
        <a:bodyPr/>
        <a:lstStyle/>
        <a:p>
          <a:r>
            <a:rPr lang="zh-CN" altLang="en-US"/>
            <a:t>命令或注意事项</a:t>
          </a:r>
        </a:p>
      </dgm:t>
    </dgm:pt>
    <dgm:pt modelId="{F2D07E94-BD20-4145-A886-000730E57BCC}" type="parTrans" cxnId="{8DE32A89-C95B-4621-8D34-99345C30E89E}">
      <dgm:prSet/>
      <dgm:spPr/>
      <dgm:t>
        <a:bodyPr/>
        <a:lstStyle/>
        <a:p>
          <a:endParaRPr lang="zh-CN" altLang="en-US"/>
        </a:p>
      </dgm:t>
    </dgm:pt>
    <dgm:pt modelId="{2067D99B-7F25-464A-80DF-5F43FE815B0D}" type="sibTrans" cxnId="{8DE32A89-C95B-4621-8D34-99345C30E89E}">
      <dgm:prSet/>
      <dgm:spPr/>
      <dgm:t>
        <a:bodyPr/>
        <a:lstStyle/>
        <a:p>
          <a:endParaRPr lang="zh-CN" altLang="en-US"/>
        </a:p>
      </dgm:t>
    </dgm:pt>
    <dgm:pt modelId="{DA7A941D-76E3-45DF-8C42-568D907BC332}">
      <dgm:prSet phldrT="[文本]" custT="1">
        <dgm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zh-CN" altLang="en-US" sz="1600"/>
            <a:t>使用命令</a:t>
          </a:r>
        </a:p>
      </dgm:t>
    </dgm:pt>
    <dgm:pt modelId="{4EC0FC71-5ECF-464D-8B6C-C75DEFC9F6C3}" type="parTrans" cxnId="{5DE8E586-4725-43CC-822A-EBE2907B0597}">
      <dgm:prSet/>
      <dgm:spPr/>
      <dgm:t>
        <a:bodyPr/>
        <a:lstStyle/>
        <a:p>
          <a:endParaRPr lang="zh-CN" altLang="en-US"/>
        </a:p>
      </dgm:t>
    </dgm:pt>
    <dgm:pt modelId="{CFC79D85-9F07-4FDC-9B41-C194B47D67C4}" type="sibTrans" cxnId="{5DE8E586-4725-43CC-822A-EBE2907B0597}">
      <dgm:prSet/>
      <dgm:spPr/>
      <dgm:t>
        <a:bodyPr/>
        <a:lstStyle/>
        <a:p>
          <a:endParaRPr lang="zh-CN" altLang="en-US"/>
        </a:p>
      </dgm:t>
    </dgm:pt>
    <dgm:pt modelId="{1159408A-C0C3-45FC-A62E-F809D7F4D898}">
      <dgm:prSet custT="1">
        <dgm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altLang="en-US" sz="1600"/>
            <a:t>InnoDB</a:t>
          </a:r>
          <a:r>
            <a:rPr lang="zh-CN" altLang="en-US" sz="1600"/>
            <a:t>引擎，</a:t>
          </a:r>
          <a:r>
            <a:rPr lang="en-US" altLang="zh-CN" sz="1600"/>
            <a:t>.</a:t>
          </a:r>
          <a:r>
            <a:rPr lang="en-US" altLang="en-US" sz="1600"/>
            <a:t>frm+.ibd+ibdata1</a:t>
          </a:r>
          <a:endParaRPr lang="zh-CN" altLang="en-US" sz="1600"/>
        </a:p>
      </dgm:t>
    </dgm:pt>
    <dgm:pt modelId="{23071476-D1CF-4B1C-93CA-87EFDB802B6A}" type="parTrans" cxnId="{8FA8E342-64C7-425D-A407-54F47D4B2A31}">
      <dgm:prSet/>
      <dgm:spPr/>
      <dgm:t>
        <a:bodyPr/>
        <a:lstStyle/>
        <a:p>
          <a:endParaRPr lang="zh-CN" altLang="en-US"/>
        </a:p>
      </dgm:t>
    </dgm:pt>
    <dgm:pt modelId="{0FBFF22C-F386-42F5-9367-734F0FEDE269}" type="sibTrans" cxnId="{8FA8E342-64C7-425D-A407-54F47D4B2A31}">
      <dgm:prSet/>
      <dgm:spPr/>
      <dgm:t>
        <a:bodyPr/>
        <a:lstStyle/>
        <a:p>
          <a:endParaRPr lang="zh-CN" altLang="en-US"/>
        </a:p>
      </dgm:t>
    </dgm:pt>
    <dgm:pt modelId="{BC00F82B-AD80-4838-9300-A83F9D5ED9F9}">
      <dgm:prSet phldrT="[文本]" custT="1">
        <dgm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zh-CN" altLang="en-US" sz="1600"/>
            <a:t>导出：</a:t>
          </a:r>
          <a:r>
            <a:rPr lang="en-US" altLang="en-US" sz="1600"/>
            <a:t>mysqldump</a:t>
          </a:r>
          <a:endParaRPr lang="zh-CN" altLang="en-US" sz="1600"/>
        </a:p>
      </dgm:t>
    </dgm:pt>
    <dgm:pt modelId="{C50E116C-3FDE-4DDF-8B9C-6A8514D5C3FC}" type="parTrans" cxnId="{1E541D9B-50DA-47C7-8640-F82CF2731BF1}">
      <dgm:prSet/>
      <dgm:spPr/>
      <dgm:t>
        <a:bodyPr/>
        <a:lstStyle/>
        <a:p>
          <a:endParaRPr lang="zh-CN" altLang="en-US"/>
        </a:p>
      </dgm:t>
    </dgm:pt>
    <dgm:pt modelId="{0A63D6E4-558D-4007-8E92-BCE13E248119}" type="sibTrans" cxnId="{1E541D9B-50DA-47C7-8640-F82CF2731BF1}">
      <dgm:prSet/>
      <dgm:spPr/>
      <dgm:t>
        <a:bodyPr/>
        <a:lstStyle/>
        <a:p>
          <a:endParaRPr lang="zh-CN" altLang="en-US"/>
        </a:p>
      </dgm:t>
    </dgm:pt>
    <dgm:pt modelId="{7FE17688-20EA-47FF-8CEA-91FC9F587611}">
      <dgm:prSet phldrT="[文本]" custT="1">
        <dgm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zh-CN" altLang="en-US" sz="1600"/>
            <a:t>导入：</a:t>
          </a:r>
          <a:r>
            <a:rPr lang="en-US" altLang="zh-CN" sz="1600"/>
            <a:t>source</a:t>
          </a:r>
          <a:endParaRPr lang="zh-CN" altLang="en-US" sz="1600"/>
        </a:p>
      </dgm:t>
    </dgm:pt>
    <dgm:pt modelId="{6E71663C-B1BA-4D16-A654-F8D9E1659964}" type="parTrans" cxnId="{4323F790-C68D-4BA2-9595-721D785EAE73}">
      <dgm:prSet/>
      <dgm:spPr/>
      <dgm:t>
        <a:bodyPr/>
        <a:lstStyle/>
        <a:p>
          <a:endParaRPr lang="zh-CN" altLang="en-US"/>
        </a:p>
      </dgm:t>
    </dgm:pt>
    <dgm:pt modelId="{244B0FFF-66EA-4191-A032-241622A13729}" type="sibTrans" cxnId="{4323F790-C68D-4BA2-9595-721D785EAE73}">
      <dgm:prSet/>
      <dgm:spPr/>
      <dgm:t>
        <a:bodyPr/>
        <a:lstStyle/>
        <a:p>
          <a:endParaRPr lang="zh-CN" altLang="en-US"/>
        </a:p>
      </dgm:t>
    </dgm:pt>
    <dgm:pt modelId="{81824AA7-9936-48B3-B89E-44F55C5603C5}" type="pres">
      <dgm:prSet presAssocID="{DC4EE8D7-C9E7-4F3A-996A-77C6DFC71DA6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316D82B2-11DB-49A2-87A9-F7A8A092B7E9}" type="pres">
      <dgm:prSet presAssocID="{DC4EE8D7-C9E7-4F3A-996A-77C6DFC71DA6}" presName="hierFlow" presStyleCnt="0"/>
      <dgm:spPr/>
    </dgm:pt>
    <dgm:pt modelId="{DFC5CBC3-ECFE-4932-B5B9-C3EC104B0914}" type="pres">
      <dgm:prSet presAssocID="{DC4EE8D7-C9E7-4F3A-996A-77C6DFC71DA6}" presName="firstBuf" presStyleCnt="0"/>
      <dgm:spPr/>
    </dgm:pt>
    <dgm:pt modelId="{5E2E75C5-77C6-4997-9D98-1A73D5AE877A}" type="pres">
      <dgm:prSet presAssocID="{DC4EE8D7-C9E7-4F3A-996A-77C6DFC71DA6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5D4D9CE5-362F-4C00-AD60-67B7B1653C5A}" type="pres">
      <dgm:prSet presAssocID="{9FE267F4-E881-4C26-8670-4559BCF13834}" presName="Name17" presStyleCnt="0"/>
      <dgm:spPr/>
    </dgm:pt>
    <dgm:pt modelId="{067ED24C-8882-4659-8760-773B9DD91AC4}" type="pres">
      <dgm:prSet presAssocID="{9FE267F4-E881-4C26-8670-4559BCF13834}" presName="level1Shape" presStyleLbl="node0" presStyleIdx="0" presStyleCnt="1" custLinFactX="-73794" custLinFactNeighborX="-100000">
        <dgm:presLayoutVars>
          <dgm:chPref val="3"/>
        </dgm:presLayoutVars>
      </dgm:prSet>
      <dgm:spPr/>
    </dgm:pt>
    <dgm:pt modelId="{C2625D7C-9723-4E2A-A94A-77180B722770}" type="pres">
      <dgm:prSet presAssocID="{9FE267F4-E881-4C26-8670-4559BCF13834}" presName="hierChild2" presStyleCnt="0"/>
      <dgm:spPr/>
    </dgm:pt>
    <dgm:pt modelId="{31FD7713-373D-4327-9AAC-52A11F06F9D5}" type="pres">
      <dgm:prSet presAssocID="{AB99A8E4-69DA-4720-B9E2-0AAA84E41427}" presName="Name25" presStyleLbl="parChTrans1D2" presStyleIdx="0" presStyleCnt="3"/>
      <dgm:spPr/>
    </dgm:pt>
    <dgm:pt modelId="{08DF719D-B935-431C-808A-0CEAFF0766ED}" type="pres">
      <dgm:prSet presAssocID="{AB99A8E4-69DA-4720-B9E2-0AAA84E41427}" presName="connTx" presStyleLbl="parChTrans1D2" presStyleIdx="0" presStyleCnt="3"/>
      <dgm:spPr/>
    </dgm:pt>
    <dgm:pt modelId="{3D84864B-FEEA-49BE-9A41-1EAFE9ED88C2}" type="pres">
      <dgm:prSet presAssocID="{86770514-772F-4812-96B4-20F26C3F2FCE}" presName="Name30" presStyleCnt="0"/>
      <dgm:spPr/>
    </dgm:pt>
    <dgm:pt modelId="{1D39383D-2ABF-46BF-A807-0881CCD362CC}" type="pres">
      <dgm:prSet presAssocID="{86770514-772F-4812-96B4-20F26C3F2FCE}" presName="level2Shape" presStyleLbl="node2" presStyleIdx="0" presStyleCnt="3" custScaleX="175263" custLinFactNeighborX="-88368" custLinFactNeighborY="8917"/>
      <dgm:spPr/>
    </dgm:pt>
    <dgm:pt modelId="{116A3C78-BEAE-4C86-9FB4-F162A8099892}" type="pres">
      <dgm:prSet presAssocID="{86770514-772F-4812-96B4-20F26C3F2FCE}" presName="hierChild3" presStyleCnt="0"/>
      <dgm:spPr/>
    </dgm:pt>
    <dgm:pt modelId="{E6B05A6E-B30C-4C28-B287-A2540E4EF68C}" type="pres">
      <dgm:prSet presAssocID="{AC58A3E1-C715-4FC4-B8B2-F7763BDDAA6A}" presName="Name25" presStyleLbl="parChTrans1D3" presStyleIdx="0" presStyleCnt="5"/>
      <dgm:spPr/>
    </dgm:pt>
    <dgm:pt modelId="{98B3A857-CD5A-4705-A6F9-D22253D5AA3F}" type="pres">
      <dgm:prSet presAssocID="{AC58A3E1-C715-4FC4-B8B2-F7763BDDAA6A}" presName="connTx" presStyleLbl="parChTrans1D3" presStyleIdx="0" presStyleCnt="5"/>
      <dgm:spPr/>
    </dgm:pt>
    <dgm:pt modelId="{83ABAC47-07E3-422F-8EF6-DAAB69467247}" type="pres">
      <dgm:prSet presAssocID="{D1256A6B-4DD5-4EAD-849E-0979133595ED}" presName="Name30" presStyleCnt="0"/>
      <dgm:spPr/>
    </dgm:pt>
    <dgm:pt modelId="{FE298C5F-F704-4F65-832A-BDFDE49E47A2}" type="pres">
      <dgm:prSet presAssocID="{D1256A6B-4DD5-4EAD-849E-0979133595ED}" presName="level2Shape" presStyleLbl="node3" presStyleIdx="0" presStyleCnt="5" custScaleX="345212" custLinFactNeighborX="-67778"/>
      <dgm:spPr/>
    </dgm:pt>
    <dgm:pt modelId="{E9DA136A-2813-489B-8BF4-16D810EFD792}" type="pres">
      <dgm:prSet presAssocID="{D1256A6B-4DD5-4EAD-849E-0979133595ED}" presName="hierChild3" presStyleCnt="0"/>
      <dgm:spPr/>
    </dgm:pt>
    <dgm:pt modelId="{AACBF8CA-E74A-4E18-8F25-EFEC0B0A52DE}" type="pres">
      <dgm:prSet presAssocID="{CF8C9B13-DD43-4B78-B213-C287909024B2}" presName="Name25" presStyleLbl="parChTrans1D2" presStyleIdx="1" presStyleCnt="3"/>
      <dgm:spPr/>
    </dgm:pt>
    <dgm:pt modelId="{EE09D228-5862-435D-AF80-5F0CAF1F76CF}" type="pres">
      <dgm:prSet presAssocID="{CF8C9B13-DD43-4B78-B213-C287909024B2}" presName="connTx" presStyleLbl="parChTrans1D2" presStyleIdx="1" presStyleCnt="3"/>
      <dgm:spPr/>
    </dgm:pt>
    <dgm:pt modelId="{2084D220-5E7C-4CC2-AE2F-954C4BFD6BAD}" type="pres">
      <dgm:prSet presAssocID="{74E99ECA-F371-470F-917A-F35F15144348}" presName="Name30" presStyleCnt="0"/>
      <dgm:spPr/>
    </dgm:pt>
    <dgm:pt modelId="{6B5BA554-38EA-45F4-84EA-87E442D4F243}" type="pres">
      <dgm:prSet presAssocID="{74E99ECA-F371-470F-917A-F35F15144348}" presName="level2Shape" presStyleLbl="node2" presStyleIdx="1" presStyleCnt="3" custScaleX="175263" custLinFactNeighborX="-88368" custLinFactNeighborY="3326"/>
      <dgm:spPr/>
    </dgm:pt>
    <dgm:pt modelId="{71F77E4B-E58D-40BB-889B-E7D9F044D964}" type="pres">
      <dgm:prSet presAssocID="{74E99ECA-F371-470F-917A-F35F15144348}" presName="hierChild3" presStyleCnt="0"/>
      <dgm:spPr/>
    </dgm:pt>
    <dgm:pt modelId="{BE75AA1C-540F-400D-B9AA-C3E991499F8A}" type="pres">
      <dgm:prSet presAssocID="{64FF933A-BE4F-45D1-B807-F885FBC05A43}" presName="Name25" presStyleLbl="parChTrans1D3" presStyleIdx="1" presStyleCnt="5"/>
      <dgm:spPr/>
    </dgm:pt>
    <dgm:pt modelId="{D3D14ED9-8539-47D8-B295-71A5D78647D1}" type="pres">
      <dgm:prSet presAssocID="{64FF933A-BE4F-45D1-B807-F885FBC05A43}" presName="connTx" presStyleLbl="parChTrans1D3" presStyleIdx="1" presStyleCnt="5"/>
      <dgm:spPr/>
    </dgm:pt>
    <dgm:pt modelId="{EDCA673A-5B2B-429E-9719-54EF84E5E0B1}" type="pres">
      <dgm:prSet presAssocID="{84098F43-0071-4684-A85B-FEBCC252EB82}" presName="Name30" presStyleCnt="0"/>
      <dgm:spPr/>
    </dgm:pt>
    <dgm:pt modelId="{F662FCB6-5706-43FC-A5D5-A9CFE02F3D88}" type="pres">
      <dgm:prSet presAssocID="{84098F43-0071-4684-A85B-FEBCC252EB82}" presName="level2Shape" presStyleLbl="node3" presStyleIdx="1" presStyleCnt="5" custScaleX="345212" custLinFactNeighborX="-67778" custLinFactNeighborY="-5591"/>
      <dgm:spPr/>
    </dgm:pt>
    <dgm:pt modelId="{C97AA570-F11B-45AF-B714-9BA8CC50F414}" type="pres">
      <dgm:prSet presAssocID="{84098F43-0071-4684-A85B-FEBCC252EB82}" presName="hierChild3" presStyleCnt="0"/>
      <dgm:spPr/>
    </dgm:pt>
    <dgm:pt modelId="{1DC7A2E1-CB85-4745-98BC-648D0B89868B}" type="pres">
      <dgm:prSet presAssocID="{23071476-D1CF-4B1C-93CA-87EFDB802B6A}" presName="Name25" presStyleLbl="parChTrans1D3" presStyleIdx="2" presStyleCnt="5"/>
      <dgm:spPr/>
    </dgm:pt>
    <dgm:pt modelId="{FF625FA8-6E21-46C3-B52F-A7ED503D7A5A}" type="pres">
      <dgm:prSet presAssocID="{23071476-D1CF-4B1C-93CA-87EFDB802B6A}" presName="connTx" presStyleLbl="parChTrans1D3" presStyleIdx="2" presStyleCnt="5"/>
      <dgm:spPr/>
    </dgm:pt>
    <dgm:pt modelId="{D64A0FB7-5D50-452C-B32E-A9BC6D1C6DE5}" type="pres">
      <dgm:prSet presAssocID="{1159408A-C0C3-45FC-A62E-F809D7F4D898}" presName="Name30" presStyleCnt="0"/>
      <dgm:spPr/>
    </dgm:pt>
    <dgm:pt modelId="{16354473-CE43-4A5D-85A6-57DEEDF46857}" type="pres">
      <dgm:prSet presAssocID="{1159408A-C0C3-45FC-A62E-F809D7F4D898}" presName="level2Shape" presStyleLbl="node3" presStyleIdx="2" presStyleCnt="5" custScaleX="345212" custLinFactNeighborX="-67778" custLinFactNeighborY="4235"/>
      <dgm:spPr/>
    </dgm:pt>
    <dgm:pt modelId="{53713D1A-AF14-414F-9F4A-10F1BC13AF22}" type="pres">
      <dgm:prSet presAssocID="{1159408A-C0C3-45FC-A62E-F809D7F4D898}" presName="hierChild3" presStyleCnt="0"/>
      <dgm:spPr/>
    </dgm:pt>
    <dgm:pt modelId="{FB45DEC7-39CA-4974-A31D-DEFFED3D363D}" type="pres">
      <dgm:prSet presAssocID="{4EC0FC71-5ECF-464D-8B6C-C75DEFC9F6C3}" presName="Name25" presStyleLbl="parChTrans1D2" presStyleIdx="2" presStyleCnt="3"/>
      <dgm:spPr/>
    </dgm:pt>
    <dgm:pt modelId="{70505E2A-862D-452D-BC01-DF4C87313341}" type="pres">
      <dgm:prSet presAssocID="{4EC0FC71-5ECF-464D-8B6C-C75DEFC9F6C3}" presName="connTx" presStyleLbl="parChTrans1D2" presStyleIdx="2" presStyleCnt="3"/>
      <dgm:spPr/>
    </dgm:pt>
    <dgm:pt modelId="{07F3B6C8-ED3A-426E-AB5A-C8B8069AA188}" type="pres">
      <dgm:prSet presAssocID="{DA7A941D-76E3-45DF-8C42-568D907BC332}" presName="Name30" presStyleCnt="0"/>
      <dgm:spPr/>
    </dgm:pt>
    <dgm:pt modelId="{D6AC2614-B301-45B6-8BC0-74AA8ECB38E2}" type="pres">
      <dgm:prSet presAssocID="{DA7A941D-76E3-45DF-8C42-568D907BC332}" presName="level2Shape" presStyleLbl="node2" presStyleIdx="2" presStyleCnt="3" custScaleX="175263" custLinFactNeighborX="-88368" custLinFactNeighborY="8917"/>
      <dgm:spPr/>
    </dgm:pt>
    <dgm:pt modelId="{4EC9AD87-02E5-4E66-83C3-8348283EFDDB}" type="pres">
      <dgm:prSet presAssocID="{DA7A941D-76E3-45DF-8C42-568D907BC332}" presName="hierChild3" presStyleCnt="0"/>
      <dgm:spPr/>
    </dgm:pt>
    <dgm:pt modelId="{54D1E139-DB10-4B34-A844-4CB73D8675C6}" type="pres">
      <dgm:prSet presAssocID="{C50E116C-3FDE-4DDF-8B9C-6A8514D5C3FC}" presName="Name25" presStyleLbl="parChTrans1D3" presStyleIdx="3" presStyleCnt="5"/>
      <dgm:spPr/>
    </dgm:pt>
    <dgm:pt modelId="{ABC1C3DB-5251-4B61-BABE-D8F04D16CB2E}" type="pres">
      <dgm:prSet presAssocID="{C50E116C-3FDE-4DDF-8B9C-6A8514D5C3FC}" presName="connTx" presStyleLbl="parChTrans1D3" presStyleIdx="3" presStyleCnt="5"/>
      <dgm:spPr/>
    </dgm:pt>
    <dgm:pt modelId="{256FEA82-BE8B-4BD6-B277-14C5FF632B02}" type="pres">
      <dgm:prSet presAssocID="{BC00F82B-AD80-4838-9300-A83F9D5ED9F9}" presName="Name30" presStyleCnt="0"/>
      <dgm:spPr/>
    </dgm:pt>
    <dgm:pt modelId="{54D20A3C-E893-42BF-B6C8-5D5A347E3D36}" type="pres">
      <dgm:prSet presAssocID="{BC00F82B-AD80-4838-9300-A83F9D5ED9F9}" presName="level2Shape" presStyleLbl="node3" presStyleIdx="3" presStyleCnt="5" custScaleX="345212" custLinFactNeighborX="-67778"/>
      <dgm:spPr/>
    </dgm:pt>
    <dgm:pt modelId="{70ED1CF2-EC61-46B3-98EA-E26592E14700}" type="pres">
      <dgm:prSet presAssocID="{BC00F82B-AD80-4838-9300-A83F9D5ED9F9}" presName="hierChild3" presStyleCnt="0"/>
      <dgm:spPr/>
    </dgm:pt>
    <dgm:pt modelId="{438276AE-0A78-4A07-A02D-C2838FCFBE87}" type="pres">
      <dgm:prSet presAssocID="{6E71663C-B1BA-4D16-A654-F8D9E1659964}" presName="Name25" presStyleLbl="parChTrans1D3" presStyleIdx="4" presStyleCnt="5"/>
      <dgm:spPr/>
    </dgm:pt>
    <dgm:pt modelId="{835BD525-C329-48C6-901E-F23820D66E31}" type="pres">
      <dgm:prSet presAssocID="{6E71663C-B1BA-4D16-A654-F8D9E1659964}" presName="connTx" presStyleLbl="parChTrans1D3" presStyleIdx="4" presStyleCnt="5"/>
      <dgm:spPr/>
    </dgm:pt>
    <dgm:pt modelId="{C97A9A58-0F72-46FD-BE41-0F20F19DC1A9}" type="pres">
      <dgm:prSet presAssocID="{7FE17688-20EA-47FF-8CEA-91FC9F587611}" presName="Name30" presStyleCnt="0"/>
      <dgm:spPr/>
    </dgm:pt>
    <dgm:pt modelId="{A7D80DFE-4954-476A-AB5C-3D59DC61011C}" type="pres">
      <dgm:prSet presAssocID="{7FE17688-20EA-47FF-8CEA-91FC9F587611}" presName="level2Shape" presStyleLbl="node3" presStyleIdx="4" presStyleCnt="5" custScaleX="345212" custLinFactNeighborX="-67778"/>
      <dgm:spPr/>
    </dgm:pt>
    <dgm:pt modelId="{0D2C02F4-7FED-4703-A4CB-35FAF1BAF40A}" type="pres">
      <dgm:prSet presAssocID="{7FE17688-20EA-47FF-8CEA-91FC9F587611}" presName="hierChild3" presStyleCnt="0"/>
      <dgm:spPr/>
    </dgm:pt>
    <dgm:pt modelId="{352A7E3B-EE66-4E45-BC7E-D6F22055F44A}" type="pres">
      <dgm:prSet presAssocID="{DC4EE8D7-C9E7-4F3A-996A-77C6DFC71DA6}" presName="bgShapesFlow" presStyleCnt="0"/>
      <dgm:spPr/>
    </dgm:pt>
    <dgm:pt modelId="{3EC9995B-8A7D-4A16-B94F-EC62440826E5}" type="pres">
      <dgm:prSet presAssocID="{915F5306-AC91-4425-8786-091F64030F47}" presName="rectComp" presStyleCnt="0"/>
      <dgm:spPr/>
    </dgm:pt>
    <dgm:pt modelId="{89F0B399-7A9B-4130-92C3-8E8BB078D454}" type="pres">
      <dgm:prSet presAssocID="{915F5306-AC91-4425-8786-091F64030F47}" presName="bgRect" presStyleLbl="bgShp" presStyleIdx="0" presStyleCnt="3" custLinFactX="-44605" custLinFactNeighborX="-100000"/>
      <dgm:spPr/>
    </dgm:pt>
    <dgm:pt modelId="{363239C5-3B9C-400A-90A6-0B7C0711C0B2}" type="pres">
      <dgm:prSet presAssocID="{915F5306-AC91-4425-8786-091F64030F47}" presName="bgRectTx" presStyleLbl="bgShp" presStyleIdx="0" presStyleCnt="3">
        <dgm:presLayoutVars>
          <dgm:bulletEnabled val="1"/>
        </dgm:presLayoutVars>
      </dgm:prSet>
      <dgm:spPr/>
    </dgm:pt>
    <dgm:pt modelId="{682BDF73-B584-4EE5-9FF6-D0A7470F88E4}" type="pres">
      <dgm:prSet presAssocID="{915F5306-AC91-4425-8786-091F64030F47}" presName="spComp" presStyleCnt="0"/>
      <dgm:spPr/>
    </dgm:pt>
    <dgm:pt modelId="{31A8251D-8A45-47D7-BB90-EB9B50955907}" type="pres">
      <dgm:prSet presAssocID="{915F5306-AC91-4425-8786-091F64030F47}" presName="hSp" presStyleCnt="0"/>
      <dgm:spPr/>
    </dgm:pt>
    <dgm:pt modelId="{4779FD45-8D3D-4E1E-9DB0-1AD2BF89D563}" type="pres">
      <dgm:prSet presAssocID="{9382F63F-FE4D-4121-8AC0-2809FFF73CBD}" presName="rectComp" presStyleCnt="0"/>
      <dgm:spPr/>
    </dgm:pt>
    <dgm:pt modelId="{457185C7-58AA-48C0-BAD7-B364AC543AB2}" type="pres">
      <dgm:prSet presAssocID="{9382F63F-FE4D-4121-8AC0-2809FFF73CBD}" presName="bgRect" presStyleLbl="bgShp" presStyleIdx="1" presStyleCnt="3" custScaleX="171465" custLinFactNeighborX="-75651"/>
      <dgm:spPr/>
    </dgm:pt>
    <dgm:pt modelId="{B3206111-17A5-49BA-B3FE-3AB33CFBBAE3}" type="pres">
      <dgm:prSet presAssocID="{9382F63F-FE4D-4121-8AC0-2809FFF73CBD}" presName="bgRectTx" presStyleLbl="bgShp" presStyleIdx="1" presStyleCnt="3">
        <dgm:presLayoutVars>
          <dgm:bulletEnabled val="1"/>
        </dgm:presLayoutVars>
      </dgm:prSet>
      <dgm:spPr/>
    </dgm:pt>
    <dgm:pt modelId="{F204808C-8F8E-475F-AE66-3CDF02C83A47}" type="pres">
      <dgm:prSet presAssocID="{9382F63F-FE4D-4121-8AC0-2809FFF73CBD}" presName="spComp" presStyleCnt="0"/>
      <dgm:spPr/>
    </dgm:pt>
    <dgm:pt modelId="{07F6B7D0-B842-4602-878C-883F420A0C48}" type="pres">
      <dgm:prSet presAssocID="{9382F63F-FE4D-4121-8AC0-2809FFF73CBD}" presName="hSp" presStyleCnt="0"/>
      <dgm:spPr/>
    </dgm:pt>
    <dgm:pt modelId="{0DC4AAFB-CAE6-4824-80EC-2F88CD9E596B}" type="pres">
      <dgm:prSet presAssocID="{E67640A1-0660-442C-A671-EB690FD8CD89}" presName="rectComp" presStyleCnt="0"/>
      <dgm:spPr/>
    </dgm:pt>
    <dgm:pt modelId="{0081E25C-4CE0-4929-8E3F-AB45E881118E}" type="pres">
      <dgm:prSet presAssocID="{E67640A1-0660-442C-A671-EB690FD8CD89}" presName="bgRect" presStyleLbl="bgShp" presStyleIdx="2" presStyleCnt="3" custScaleX="309826" custLinFactNeighborX="-68830"/>
      <dgm:spPr/>
    </dgm:pt>
    <dgm:pt modelId="{C819C7A7-B969-4E8A-B77C-C245F9550D89}" type="pres">
      <dgm:prSet presAssocID="{E67640A1-0660-442C-A671-EB690FD8CD89}" presName="bgRectTx" presStyleLbl="bgShp" presStyleIdx="2" presStyleCnt="3">
        <dgm:presLayoutVars>
          <dgm:bulletEnabled val="1"/>
        </dgm:presLayoutVars>
      </dgm:prSet>
      <dgm:spPr/>
    </dgm:pt>
  </dgm:ptLst>
  <dgm:cxnLst>
    <dgm:cxn modelId="{85931B05-A9A1-46E5-A671-868161C3633A}" srcId="{9FE267F4-E881-4C26-8670-4559BCF13834}" destId="{74E99ECA-F371-470F-917A-F35F15144348}" srcOrd="1" destOrd="0" parTransId="{CF8C9B13-DD43-4B78-B213-C287909024B2}" sibTransId="{A3B9B5D8-EC78-4C94-9D9A-443C3B26FE96}"/>
    <dgm:cxn modelId="{8C6D5708-B6D1-4CC6-AA30-50B494EEECC6}" srcId="{DC4EE8D7-C9E7-4F3A-996A-77C6DFC71DA6}" destId="{915F5306-AC91-4425-8786-091F64030F47}" srcOrd="1" destOrd="0" parTransId="{256DB6D8-FF75-4616-8181-E0F142867D0F}" sibTransId="{8157AFCC-E288-476C-B889-3E0DC0381D7E}"/>
    <dgm:cxn modelId="{532EEC14-B284-4D54-BD1F-ABCD92F83936}" type="presOf" srcId="{CF8C9B13-DD43-4B78-B213-C287909024B2}" destId="{EE09D228-5862-435D-AF80-5F0CAF1F76CF}" srcOrd="1" destOrd="0" presId="urn:microsoft.com/office/officeart/2005/8/layout/hierarchy5"/>
    <dgm:cxn modelId="{024F7920-6EFD-4EA9-99E4-01AAACD1BB77}" type="presOf" srcId="{E67640A1-0660-442C-A671-EB690FD8CD89}" destId="{0081E25C-4CE0-4929-8E3F-AB45E881118E}" srcOrd="0" destOrd="0" presId="urn:microsoft.com/office/officeart/2005/8/layout/hierarchy5"/>
    <dgm:cxn modelId="{876EF320-8F0E-4E81-BE65-F2B1D66C8863}" type="presOf" srcId="{4EC0FC71-5ECF-464D-8B6C-C75DEFC9F6C3}" destId="{FB45DEC7-39CA-4974-A31D-DEFFED3D363D}" srcOrd="0" destOrd="0" presId="urn:microsoft.com/office/officeart/2005/8/layout/hierarchy5"/>
    <dgm:cxn modelId="{34F07321-4AA2-49B4-ACEB-551345F595B3}" type="presOf" srcId="{9382F63F-FE4D-4121-8AC0-2809FFF73CBD}" destId="{B3206111-17A5-49BA-B3FE-3AB33CFBBAE3}" srcOrd="1" destOrd="0" presId="urn:microsoft.com/office/officeart/2005/8/layout/hierarchy5"/>
    <dgm:cxn modelId="{0B07A323-5C0B-4C73-9E60-D9D9AB8C3D8C}" type="presOf" srcId="{9382F63F-FE4D-4121-8AC0-2809FFF73CBD}" destId="{457185C7-58AA-48C0-BAD7-B364AC543AB2}" srcOrd="0" destOrd="0" presId="urn:microsoft.com/office/officeart/2005/8/layout/hierarchy5"/>
    <dgm:cxn modelId="{0121AC25-0EFE-4E08-90C0-74FFF147FA37}" srcId="{9FE267F4-E881-4C26-8670-4559BCF13834}" destId="{86770514-772F-4812-96B4-20F26C3F2FCE}" srcOrd="0" destOrd="0" parTransId="{AB99A8E4-69DA-4720-B9E2-0AAA84E41427}" sibTransId="{1BBAD21E-F58C-4474-9F29-4CAB382F5470}"/>
    <dgm:cxn modelId="{B4482B41-3EDF-4E97-9E58-E7390540E5D4}" type="presOf" srcId="{74E99ECA-F371-470F-917A-F35F15144348}" destId="{6B5BA554-38EA-45F4-84EA-87E442D4F243}" srcOrd="0" destOrd="0" presId="urn:microsoft.com/office/officeart/2005/8/layout/hierarchy5"/>
    <dgm:cxn modelId="{C8B3E761-CC87-434B-80B0-EA7E92340592}" type="presOf" srcId="{AB99A8E4-69DA-4720-B9E2-0AAA84E41427}" destId="{08DF719D-B935-431C-808A-0CEAFF0766ED}" srcOrd="1" destOrd="0" presId="urn:microsoft.com/office/officeart/2005/8/layout/hierarchy5"/>
    <dgm:cxn modelId="{65E23542-8FC1-4094-B4B1-E1BB308EFF18}" type="presOf" srcId="{4EC0FC71-5ECF-464D-8B6C-C75DEFC9F6C3}" destId="{70505E2A-862D-452D-BC01-DF4C87313341}" srcOrd="1" destOrd="0" presId="urn:microsoft.com/office/officeart/2005/8/layout/hierarchy5"/>
    <dgm:cxn modelId="{8FA8E342-64C7-425D-A407-54F47D4B2A31}" srcId="{74E99ECA-F371-470F-917A-F35F15144348}" destId="{1159408A-C0C3-45FC-A62E-F809D7F4D898}" srcOrd="1" destOrd="0" parTransId="{23071476-D1CF-4B1C-93CA-87EFDB802B6A}" sibTransId="{0FBFF22C-F386-42F5-9367-734F0FEDE269}"/>
    <dgm:cxn modelId="{BC545A43-3492-4917-85C7-7B9A71F80A5F}" type="presOf" srcId="{23071476-D1CF-4B1C-93CA-87EFDB802B6A}" destId="{FF625FA8-6E21-46C3-B52F-A7ED503D7A5A}" srcOrd="1" destOrd="0" presId="urn:microsoft.com/office/officeart/2005/8/layout/hierarchy5"/>
    <dgm:cxn modelId="{BFDEE065-D457-4944-B677-89BE31C0A794}" type="presOf" srcId="{9FE267F4-E881-4C26-8670-4559BCF13834}" destId="{067ED24C-8882-4659-8760-773B9DD91AC4}" srcOrd="0" destOrd="0" presId="urn:microsoft.com/office/officeart/2005/8/layout/hierarchy5"/>
    <dgm:cxn modelId="{1627B166-14AC-4934-8F0B-42A4D018BCEB}" type="presOf" srcId="{C50E116C-3FDE-4DDF-8B9C-6A8514D5C3FC}" destId="{54D1E139-DB10-4B34-A844-4CB73D8675C6}" srcOrd="0" destOrd="0" presId="urn:microsoft.com/office/officeart/2005/8/layout/hierarchy5"/>
    <dgm:cxn modelId="{96C54967-7751-4ED5-8320-21DA0DE60CED}" type="presOf" srcId="{915F5306-AC91-4425-8786-091F64030F47}" destId="{89F0B399-7A9B-4130-92C3-8E8BB078D454}" srcOrd="0" destOrd="0" presId="urn:microsoft.com/office/officeart/2005/8/layout/hierarchy5"/>
    <dgm:cxn modelId="{96D3DB59-9B1F-4446-B656-C636A642556F}" type="presOf" srcId="{6E71663C-B1BA-4D16-A654-F8D9E1659964}" destId="{438276AE-0A78-4A07-A02D-C2838FCFBE87}" srcOrd="0" destOrd="0" presId="urn:microsoft.com/office/officeart/2005/8/layout/hierarchy5"/>
    <dgm:cxn modelId="{3FBDB37B-BEAA-4486-A79F-E7FE8ED7467B}" type="presOf" srcId="{AC58A3E1-C715-4FC4-B8B2-F7763BDDAA6A}" destId="{E6B05A6E-B30C-4C28-B287-A2540E4EF68C}" srcOrd="0" destOrd="0" presId="urn:microsoft.com/office/officeart/2005/8/layout/hierarchy5"/>
    <dgm:cxn modelId="{5DE8E586-4725-43CC-822A-EBE2907B0597}" srcId="{9FE267F4-E881-4C26-8670-4559BCF13834}" destId="{DA7A941D-76E3-45DF-8C42-568D907BC332}" srcOrd="2" destOrd="0" parTransId="{4EC0FC71-5ECF-464D-8B6C-C75DEFC9F6C3}" sibTransId="{CFC79D85-9F07-4FDC-9B41-C194B47D67C4}"/>
    <dgm:cxn modelId="{55468D88-9231-4C1A-8509-F7AF6E9EE0B2}" type="presOf" srcId="{7FE17688-20EA-47FF-8CEA-91FC9F587611}" destId="{A7D80DFE-4954-476A-AB5C-3D59DC61011C}" srcOrd="0" destOrd="0" presId="urn:microsoft.com/office/officeart/2005/8/layout/hierarchy5"/>
    <dgm:cxn modelId="{8DE32A89-C95B-4621-8D34-99345C30E89E}" srcId="{DC4EE8D7-C9E7-4F3A-996A-77C6DFC71DA6}" destId="{E67640A1-0660-442C-A671-EB690FD8CD89}" srcOrd="3" destOrd="0" parTransId="{F2D07E94-BD20-4145-A886-000730E57BCC}" sibTransId="{2067D99B-7F25-464A-80DF-5F43FE815B0D}"/>
    <dgm:cxn modelId="{C72F4D8F-7884-42CA-BC5C-DD880D5DD734}" type="presOf" srcId="{AB99A8E4-69DA-4720-B9E2-0AAA84E41427}" destId="{31FD7713-373D-4327-9AAC-52A11F06F9D5}" srcOrd="0" destOrd="0" presId="urn:microsoft.com/office/officeart/2005/8/layout/hierarchy5"/>
    <dgm:cxn modelId="{1BBDD490-0E0F-45F5-A0A3-868B6026E0B8}" srcId="{DC4EE8D7-C9E7-4F3A-996A-77C6DFC71DA6}" destId="{9FE267F4-E881-4C26-8670-4559BCF13834}" srcOrd="0" destOrd="0" parTransId="{A9B4376A-7615-4610-B6BE-DE037292BA1E}" sibTransId="{7FDA38A0-0794-46EF-B48D-260DE32CC0F6}"/>
    <dgm:cxn modelId="{FAC7D690-19D7-4874-850D-7859C91DDC4B}" type="presOf" srcId="{AC58A3E1-C715-4FC4-B8B2-F7763BDDAA6A}" destId="{98B3A857-CD5A-4705-A6F9-D22253D5AA3F}" srcOrd="1" destOrd="0" presId="urn:microsoft.com/office/officeart/2005/8/layout/hierarchy5"/>
    <dgm:cxn modelId="{4323F790-C68D-4BA2-9595-721D785EAE73}" srcId="{DA7A941D-76E3-45DF-8C42-568D907BC332}" destId="{7FE17688-20EA-47FF-8CEA-91FC9F587611}" srcOrd="1" destOrd="0" parTransId="{6E71663C-B1BA-4D16-A654-F8D9E1659964}" sibTransId="{244B0FFF-66EA-4191-A032-241622A13729}"/>
    <dgm:cxn modelId="{C2B47392-5540-4762-99C4-88669C739D36}" type="presOf" srcId="{D1256A6B-4DD5-4EAD-849E-0979133595ED}" destId="{FE298C5F-F704-4F65-832A-BDFDE49E47A2}" srcOrd="0" destOrd="0" presId="urn:microsoft.com/office/officeart/2005/8/layout/hierarchy5"/>
    <dgm:cxn modelId="{1E541D9B-50DA-47C7-8640-F82CF2731BF1}" srcId="{DA7A941D-76E3-45DF-8C42-568D907BC332}" destId="{BC00F82B-AD80-4838-9300-A83F9D5ED9F9}" srcOrd="0" destOrd="0" parTransId="{C50E116C-3FDE-4DDF-8B9C-6A8514D5C3FC}" sibTransId="{0A63D6E4-558D-4007-8E92-BCE13E248119}"/>
    <dgm:cxn modelId="{5C1C17A3-FE64-4B30-BA8D-96C2D197CB43}" type="presOf" srcId="{915F5306-AC91-4425-8786-091F64030F47}" destId="{363239C5-3B9C-400A-90A6-0B7C0711C0B2}" srcOrd="1" destOrd="0" presId="urn:microsoft.com/office/officeart/2005/8/layout/hierarchy5"/>
    <dgm:cxn modelId="{B8F788A5-6E58-4DD7-8937-8C1C8BCF6740}" type="presOf" srcId="{1159408A-C0C3-45FC-A62E-F809D7F4D898}" destId="{16354473-CE43-4A5D-85A6-57DEEDF46857}" srcOrd="0" destOrd="0" presId="urn:microsoft.com/office/officeart/2005/8/layout/hierarchy5"/>
    <dgm:cxn modelId="{2D3B48AB-CBC5-4D40-891C-089C2ED91A61}" srcId="{74E99ECA-F371-470F-917A-F35F15144348}" destId="{84098F43-0071-4684-A85B-FEBCC252EB82}" srcOrd="0" destOrd="0" parTransId="{64FF933A-BE4F-45D1-B807-F885FBC05A43}" sibTransId="{C8116627-3F0F-4954-82A0-26CB6D672DAE}"/>
    <dgm:cxn modelId="{225844B7-0EAE-438D-AFD0-BB668C261252}" type="presOf" srcId="{BC00F82B-AD80-4838-9300-A83F9D5ED9F9}" destId="{54D20A3C-E893-42BF-B6C8-5D5A347E3D36}" srcOrd="0" destOrd="0" presId="urn:microsoft.com/office/officeart/2005/8/layout/hierarchy5"/>
    <dgm:cxn modelId="{E471A7B7-EE1B-48AE-B740-376EC9580789}" type="presOf" srcId="{23071476-D1CF-4B1C-93CA-87EFDB802B6A}" destId="{1DC7A2E1-CB85-4745-98BC-648D0B89868B}" srcOrd="0" destOrd="0" presId="urn:microsoft.com/office/officeart/2005/8/layout/hierarchy5"/>
    <dgm:cxn modelId="{9F8463B8-B7F1-4BCB-9844-F2D346F8E852}" type="presOf" srcId="{86770514-772F-4812-96B4-20F26C3F2FCE}" destId="{1D39383D-2ABF-46BF-A807-0881CCD362CC}" srcOrd="0" destOrd="0" presId="urn:microsoft.com/office/officeart/2005/8/layout/hierarchy5"/>
    <dgm:cxn modelId="{87C08AC6-6F9B-41BA-A750-386451796524}" srcId="{DC4EE8D7-C9E7-4F3A-996A-77C6DFC71DA6}" destId="{9382F63F-FE4D-4121-8AC0-2809FFF73CBD}" srcOrd="2" destOrd="0" parTransId="{F4FA29FC-2DCC-4C3D-BF42-0EE7631903ED}" sibTransId="{622E2E69-9531-4678-B377-2911A03D0F78}"/>
    <dgm:cxn modelId="{090915CA-7EBE-4FCD-9B76-347B9223857E}" type="presOf" srcId="{C50E116C-3FDE-4DDF-8B9C-6A8514D5C3FC}" destId="{ABC1C3DB-5251-4B61-BABE-D8F04D16CB2E}" srcOrd="1" destOrd="0" presId="urn:microsoft.com/office/officeart/2005/8/layout/hierarchy5"/>
    <dgm:cxn modelId="{93A619CA-9579-486A-B958-74E6CC0C6B3C}" type="presOf" srcId="{6E71663C-B1BA-4D16-A654-F8D9E1659964}" destId="{835BD525-C329-48C6-901E-F23820D66E31}" srcOrd="1" destOrd="0" presId="urn:microsoft.com/office/officeart/2005/8/layout/hierarchy5"/>
    <dgm:cxn modelId="{E896E0D3-15DD-45A4-83E6-AAB95102B44E}" srcId="{86770514-772F-4812-96B4-20F26C3F2FCE}" destId="{D1256A6B-4DD5-4EAD-849E-0979133595ED}" srcOrd="0" destOrd="0" parTransId="{AC58A3E1-C715-4FC4-B8B2-F7763BDDAA6A}" sibTransId="{6CD3292A-FA16-4858-8725-10C4AF50492D}"/>
    <dgm:cxn modelId="{C8A6CADE-FDE6-48F7-BC59-1408C74CB9F5}" type="presOf" srcId="{64FF933A-BE4F-45D1-B807-F885FBC05A43}" destId="{D3D14ED9-8539-47D8-B295-71A5D78647D1}" srcOrd="1" destOrd="0" presId="urn:microsoft.com/office/officeart/2005/8/layout/hierarchy5"/>
    <dgm:cxn modelId="{FDF350E2-A6C0-460B-A96D-351E980129B4}" type="presOf" srcId="{CF8C9B13-DD43-4B78-B213-C287909024B2}" destId="{AACBF8CA-E74A-4E18-8F25-EFEC0B0A52DE}" srcOrd="0" destOrd="0" presId="urn:microsoft.com/office/officeart/2005/8/layout/hierarchy5"/>
    <dgm:cxn modelId="{3939EEE6-2531-4CA4-98C4-B6DBE099D9FB}" type="presOf" srcId="{DA7A941D-76E3-45DF-8C42-568D907BC332}" destId="{D6AC2614-B301-45B6-8BC0-74AA8ECB38E2}" srcOrd="0" destOrd="0" presId="urn:microsoft.com/office/officeart/2005/8/layout/hierarchy5"/>
    <dgm:cxn modelId="{857E33ED-4553-4E70-B20A-00D132ABF81D}" type="presOf" srcId="{84098F43-0071-4684-A85B-FEBCC252EB82}" destId="{F662FCB6-5706-43FC-A5D5-A9CFE02F3D88}" srcOrd="0" destOrd="0" presId="urn:microsoft.com/office/officeart/2005/8/layout/hierarchy5"/>
    <dgm:cxn modelId="{1984FBEE-B2A3-42AF-88F5-3CA02EA3264B}" type="presOf" srcId="{DC4EE8D7-C9E7-4F3A-996A-77C6DFC71DA6}" destId="{81824AA7-9936-48B3-B89E-44F55C5603C5}" srcOrd="0" destOrd="0" presId="urn:microsoft.com/office/officeart/2005/8/layout/hierarchy5"/>
    <dgm:cxn modelId="{B5D377F5-4585-4769-B176-1334F840FD90}" type="presOf" srcId="{E67640A1-0660-442C-A671-EB690FD8CD89}" destId="{C819C7A7-B969-4E8A-B77C-C245F9550D89}" srcOrd="1" destOrd="0" presId="urn:microsoft.com/office/officeart/2005/8/layout/hierarchy5"/>
    <dgm:cxn modelId="{D0A122F9-7A62-4E88-8E50-8C48233B2935}" type="presOf" srcId="{64FF933A-BE4F-45D1-B807-F885FBC05A43}" destId="{BE75AA1C-540F-400D-B9AA-C3E991499F8A}" srcOrd="0" destOrd="0" presId="urn:microsoft.com/office/officeart/2005/8/layout/hierarchy5"/>
    <dgm:cxn modelId="{68B11617-291E-4C24-8E31-4A7FFB8E8430}" type="presParOf" srcId="{81824AA7-9936-48B3-B89E-44F55C5603C5}" destId="{316D82B2-11DB-49A2-87A9-F7A8A092B7E9}" srcOrd="0" destOrd="0" presId="urn:microsoft.com/office/officeart/2005/8/layout/hierarchy5"/>
    <dgm:cxn modelId="{8FB86C0B-B6DB-4CE0-A721-28714F750CCC}" type="presParOf" srcId="{316D82B2-11DB-49A2-87A9-F7A8A092B7E9}" destId="{DFC5CBC3-ECFE-4932-B5B9-C3EC104B0914}" srcOrd="0" destOrd="0" presId="urn:microsoft.com/office/officeart/2005/8/layout/hierarchy5"/>
    <dgm:cxn modelId="{3C774BD1-9D2E-4575-863E-B1290FCBC2F6}" type="presParOf" srcId="{316D82B2-11DB-49A2-87A9-F7A8A092B7E9}" destId="{5E2E75C5-77C6-4997-9D98-1A73D5AE877A}" srcOrd="1" destOrd="0" presId="urn:microsoft.com/office/officeart/2005/8/layout/hierarchy5"/>
    <dgm:cxn modelId="{C0D3D548-2CB9-4F31-A8E8-7F4F86898EC1}" type="presParOf" srcId="{5E2E75C5-77C6-4997-9D98-1A73D5AE877A}" destId="{5D4D9CE5-362F-4C00-AD60-67B7B1653C5A}" srcOrd="0" destOrd="0" presId="urn:microsoft.com/office/officeart/2005/8/layout/hierarchy5"/>
    <dgm:cxn modelId="{C0E5E38D-6C24-4931-AACE-F1AE82854D0C}" type="presParOf" srcId="{5D4D9CE5-362F-4C00-AD60-67B7B1653C5A}" destId="{067ED24C-8882-4659-8760-773B9DD91AC4}" srcOrd="0" destOrd="0" presId="urn:microsoft.com/office/officeart/2005/8/layout/hierarchy5"/>
    <dgm:cxn modelId="{F3C0DCAC-2503-47E9-AF95-DB4B4B392B1C}" type="presParOf" srcId="{5D4D9CE5-362F-4C00-AD60-67B7B1653C5A}" destId="{C2625D7C-9723-4E2A-A94A-77180B722770}" srcOrd="1" destOrd="0" presId="urn:microsoft.com/office/officeart/2005/8/layout/hierarchy5"/>
    <dgm:cxn modelId="{011183A0-1D6C-48A9-A166-E6150E273069}" type="presParOf" srcId="{C2625D7C-9723-4E2A-A94A-77180B722770}" destId="{31FD7713-373D-4327-9AAC-52A11F06F9D5}" srcOrd="0" destOrd="0" presId="urn:microsoft.com/office/officeart/2005/8/layout/hierarchy5"/>
    <dgm:cxn modelId="{A894FD26-E49D-4FD0-8765-F46561963106}" type="presParOf" srcId="{31FD7713-373D-4327-9AAC-52A11F06F9D5}" destId="{08DF719D-B935-431C-808A-0CEAFF0766ED}" srcOrd="0" destOrd="0" presId="urn:microsoft.com/office/officeart/2005/8/layout/hierarchy5"/>
    <dgm:cxn modelId="{9F2C2485-6286-4F2B-BBD8-40037488D788}" type="presParOf" srcId="{C2625D7C-9723-4E2A-A94A-77180B722770}" destId="{3D84864B-FEEA-49BE-9A41-1EAFE9ED88C2}" srcOrd="1" destOrd="0" presId="urn:microsoft.com/office/officeart/2005/8/layout/hierarchy5"/>
    <dgm:cxn modelId="{879E0B47-7796-4DF8-B3DF-AB444D0C7542}" type="presParOf" srcId="{3D84864B-FEEA-49BE-9A41-1EAFE9ED88C2}" destId="{1D39383D-2ABF-46BF-A807-0881CCD362CC}" srcOrd="0" destOrd="0" presId="urn:microsoft.com/office/officeart/2005/8/layout/hierarchy5"/>
    <dgm:cxn modelId="{61F7CBAD-9F8A-4E1B-8058-9EC876DE826F}" type="presParOf" srcId="{3D84864B-FEEA-49BE-9A41-1EAFE9ED88C2}" destId="{116A3C78-BEAE-4C86-9FB4-F162A8099892}" srcOrd="1" destOrd="0" presId="urn:microsoft.com/office/officeart/2005/8/layout/hierarchy5"/>
    <dgm:cxn modelId="{E2D9D4FB-DE1C-4080-AB8C-A7E61C1DC2C6}" type="presParOf" srcId="{116A3C78-BEAE-4C86-9FB4-F162A8099892}" destId="{E6B05A6E-B30C-4C28-B287-A2540E4EF68C}" srcOrd="0" destOrd="0" presId="urn:microsoft.com/office/officeart/2005/8/layout/hierarchy5"/>
    <dgm:cxn modelId="{4E8D3602-9E00-4620-9213-7BC0B130ABB1}" type="presParOf" srcId="{E6B05A6E-B30C-4C28-B287-A2540E4EF68C}" destId="{98B3A857-CD5A-4705-A6F9-D22253D5AA3F}" srcOrd="0" destOrd="0" presId="urn:microsoft.com/office/officeart/2005/8/layout/hierarchy5"/>
    <dgm:cxn modelId="{536BF8F6-8E46-4083-AFB5-58C9D5846B9E}" type="presParOf" srcId="{116A3C78-BEAE-4C86-9FB4-F162A8099892}" destId="{83ABAC47-07E3-422F-8EF6-DAAB69467247}" srcOrd="1" destOrd="0" presId="urn:microsoft.com/office/officeart/2005/8/layout/hierarchy5"/>
    <dgm:cxn modelId="{2D0D6D12-2378-40C8-BC07-B1A3229D539B}" type="presParOf" srcId="{83ABAC47-07E3-422F-8EF6-DAAB69467247}" destId="{FE298C5F-F704-4F65-832A-BDFDE49E47A2}" srcOrd="0" destOrd="0" presId="urn:microsoft.com/office/officeart/2005/8/layout/hierarchy5"/>
    <dgm:cxn modelId="{B69016E0-68E1-49F1-A26D-C203B120AA61}" type="presParOf" srcId="{83ABAC47-07E3-422F-8EF6-DAAB69467247}" destId="{E9DA136A-2813-489B-8BF4-16D810EFD792}" srcOrd="1" destOrd="0" presId="urn:microsoft.com/office/officeart/2005/8/layout/hierarchy5"/>
    <dgm:cxn modelId="{045A82E3-4117-4072-B026-5B74D0B6E9CC}" type="presParOf" srcId="{C2625D7C-9723-4E2A-A94A-77180B722770}" destId="{AACBF8CA-E74A-4E18-8F25-EFEC0B0A52DE}" srcOrd="2" destOrd="0" presId="urn:microsoft.com/office/officeart/2005/8/layout/hierarchy5"/>
    <dgm:cxn modelId="{0E23CD92-E1FA-4401-AA22-C75C748ACA81}" type="presParOf" srcId="{AACBF8CA-E74A-4E18-8F25-EFEC0B0A52DE}" destId="{EE09D228-5862-435D-AF80-5F0CAF1F76CF}" srcOrd="0" destOrd="0" presId="urn:microsoft.com/office/officeart/2005/8/layout/hierarchy5"/>
    <dgm:cxn modelId="{EC46EBE7-96A2-4669-87D6-FDC41FE6795F}" type="presParOf" srcId="{C2625D7C-9723-4E2A-A94A-77180B722770}" destId="{2084D220-5E7C-4CC2-AE2F-954C4BFD6BAD}" srcOrd="3" destOrd="0" presId="urn:microsoft.com/office/officeart/2005/8/layout/hierarchy5"/>
    <dgm:cxn modelId="{94BAEE48-7C78-4268-A8EE-4D21ACD061A8}" type="presParOf" srcId="{2084D220-5E7C-4CC2-AE2F-954C4BFD6BAD}" destId="{6B5BA554-38EA-45F4-84EA-87E442D4F243}" srcOrd="0" destOrd="0" presId="urn:microsoft.com/office/officeart/2005/8/layout/hierarchy5"/>
    <dgm:cxn modelId="{BAEC7B2F-FCD3-46AA-BDC8-88C63F751B03}" type="presParOf" srcId="{2084D220-5E7C-4CC2-AE2F-954C4BFD6BAD}" destId="{71F77E4B-E58D-40BB-889B-E7D9F044D964}" srcOrd="1" destOrd="0" presId="urn:microsoft.com/office/officeart/2005/8/layout/hierarchy5"/>
    <dgm:cxn modelId="{14627279-B912-4419-AEF0-08A852F84C95}" type="presParOf" srcId="{71F77E4B-E58D-40BB-889B-E7D9F044D964}" destId="{BE75AA1C-540F-400D-B9AA-C3E991499F8A}" srcOrd="0" destOrd="0" presId="urn:microsoft.com/office/officeart/2005/8/layout/hierarchy5"/>
    <dgm:cxn modelId="{C8172696-15FE-46A1-84FD-B9CFC0D2E684}" type="presParOf" srcId="{BE75AA1C-540F-400D-B9AA-C3E991499F8A}" destId="{D3D14ED9-8539-47D8-B295-71A5D78647D1}" srcOrd="0" destOrd="0" presId="urn:microsoft.com/office/officeart/2005/8/layout/hierarchy5"/>
    <dgm:cxn modelId="{9B540ABF-979C-418E-8076-2CC6329B8664}" type="presParOf" srcId="{71F77E4B-E58D-40BB-889B-E7D9F044D964}" destId="{EDCA673A-5B2B-429E-9719-54EF84E5E0B1}" srcOrd="1" destOrd="0" presId="urn:microsoft.com/office/officeart/2005/8/layout/hierarchy5"/>
    <dgm:cxn modelId="{0C248B28-13C8-4969-A996-216CF9CC5528}" type="presParOf" srcId="{EDCA673A-5B2B-429E-9719-54EF84E5E0B1}" destId="{F662FCB6-5706-43FC-A5D5-A9CFE02F3D88}" srcOrd="0" destOrd="0" presId="urn:microsoft.com/office/officeart/2005/8/layout/hierarchy5"/>
    <dgm:cxn modelId="{48BC3754-E082-4EF2-BB15-7E1B3349EB39}" type="presParOf" srcId="{EDCA673A-5B2B-429E-9719-54EF84E5E0B1}" destId="{C97AA570-F11B-45AF-B714-9BA8CC50F414}" srcOrd="1" destOrd="0" presId="urn:microsoft.com/office/officeart/2005/8/layout/hierarchy5"/>
    <dgm:cxn modelId="{CD4FE44B-44AA-421B-8A2B-48ED0D172951}" type="presParOf" srcId="{71F77E4B-E58D-40BB-889B-E7D9F044D964}" destId="{1DC7A2E1-CB85-4745-98BC-648D0B89868B}" srcOrd="2" destOrd="0" presId="urn:microsoft.com/office/officeart/2005/8/layout/hierarchy5"/>
    <dgm:cxn modelId="{ECA8EAE8-39A8-4DCB-B567-F3FADE3563E0}" type="presParOf" srcId="{1DC7A2E1-CB85-4745-98BC-648D0B89868B}" destId="{FF625FA8-6E21-46C3-B52F-A7ED503D7A5A}" srcOrd="0" destOrd="0" presId="urn:microsoft.com/office/officeart/2005/8/layout/hierarchy5"/>
    <dgm:cxn modelId="{02D9C435-1972-46CB-9D50-8EFE959E0BDA}" type="presParOf" srcId="{71F77E4B-E58D-40BB-889B-E7D9F044D964}" destId="{D64A0FB7-5D50-452C-B32E-A9BC6D1C6DE5}" srcOrd="3" destOrd="0" presId="urn:microsoft.com/office/officeart/2005/8/layout/hierarchy5"/>
    <dgm:cxn modelId="{A26B7CC0-C05E-40EB-9806-92C0F0EFDBDC}" type="presParOf" srcId="{D64A0FB7-5D50-452C-B32E-A9BC6D1C6DE5}" destId="{16354473-CE43-4A5D-85A6-57DEEDF46857}" srcOrd="0" destOrd="0" presId="urn:microsoft.com/office/officeart/2005/8/layout/hierarchy5"/>
    <dgm:cxn modelId="{B44D98BB-D279-42F8-B95F-2C1A8ABB345B}" type="presParOf" srcId="{D64A0FB7-5D50-452C-B32E-A9BC6D1C6DE5}" destId="{53713D1A-AF14-414F-9F4A-10F1BC13AF22}" srcOrd="1" destOrd="0" presId="urn:microsoft.com/office/officeart/2005/8/layout/hierarchy5"/>
    <dgm:cxn modelId="{3F802FA0-0BFD-4928-BAC3-368AF6164B9F}" type="presParOf" srcId="{C2625D7C-9723-4E2A-A94A-77180B722770}" destId="{FB45DEC7-39CA-4974-A31D-DEFFED3D363D}" srcOrd="4" destOrd="0" presId="urn:microsoft.com/office/officeart/2005/8/layout/hierarchy5"/>
    <dgm:cxn modelId="{2450663D-2BC3-439E-8E62-ACDFDA48F148}" type="presParOf" srcId="{FB45DEC7-39CA-4974-A31D-DEFFED3D363D}" destId="{70505E2A-862D-452D-BC01-DF4C87313341}" srcOrd="0" destOrd="0" presId="urn:microsoft.com/office/officeart/2005/8/layout/hierarchy5"/>
    <dgm:cxn modelId="{B1B4C6B0-2216-4A54-969E-FA3D9884BCCE}" type="presParOf" srcId="{C2625D7C-9723-4E2A-A94A-77180B722770}" destId="{07F3B6C8-ED3A-426E-AB5A-C8B8069AA188}" srcOrd="5" destOrd="0" presId="urn:microsoft.com/office/officeart/2005/8/layout/hierarchy5"/>
    <dgm:cxn modelId="{DAA0ACB9-823A-4BC1-9573-2BD62858AE94}" type="presParOf" srcId="{07F3B6C8-ED3A-426E-AB5A-C8B8069AA188}" destId="{D6AC2614-B301-45B6-8BC0-74AA8ECB38E2}" srcOrd="0" destOrd="0" presId="urn:microsoft.com/office/officeart/2005/8/layout/hierarchy5"/>
    <dgm:cxn modelId="{29D7B7F0-7FF1-41E9-BE46-C6CA949AE8A8}" type="presParOf" srcId="{07F3B6C8-ED3A-426E-AB5A-C8B8069AA188}" destId="{4EC9AD87-02E5-4E66-83C3-8348283EFDDB}" srcOrd="1" destOrd="0" presId="urn:microsoft.com/office/officeart/2005/8/layout/hierarchy5"/>
    <dgm:cxn modelId="{662A442D-8EC0-4B31-98EE-6A5B942410C1}" type="presParOf" srcId="{4EC9AD87-02E5-4E66-83C3-8348283EFDDB}" destId="{54D1E139-DB10-4B34-A844-4CB73D8675C6}" srcOrd="0" destOrd="0" presId="urn:microsoft.com/office/officeart/2005/8/layout/hierarchy5"/>
    <dgm:cxn modelId="{AE175850-349A-4779-B2A6-B3F7AA48A0A7}" type="presParOf" srcId="{54D1E139-DB10-4B34-A844-4CB73D8675C6}" destId="{ABC1C3DB-5251-4B61-BABE-D8F04D16CB2E}" srcOrd="0" destOrd="0" presId="urn:microsoft.com/office/officeart/2005/8/layout/hierarchy5"/>
    <dgm:cxn modelId="{F92ABF29-88F9-4772-9CC0-B70ABDBA2521}" type="presParOf" srcId="{4EC9AD87-02E5-4E66-83C3-8348283EFDDB}" destId="{256FEA82-BE8B-4BD6-B277-14C5FF632B02}" srcOrd="1" destOrd="0" presId="urn:microsoft.com/office/officeart/2005/8/layout/hierarchy5"/>
    <dgm:cxn modelId="{CD9E5CE2-8B91-4941-80C2-FCE69D812C7C}" type="presParOf" srcId="{256FEA82-BE8B-4BD6-B277-14C5FF632B02}" destId="{54D20A3C-E893-42BF-B6C8-5D5A347E3D36}" srcOrd="0" destOrd="0" presId="urn:microsoft.com/office/officeart/2005/8/layout/hierarchy5"/>
    <dgm:cxn modelId="{E6ADC414-9A85-42BC-B8B3-ADD7A3B85CE5}" type="presParOf" srcId="{256FEA82-BE8B-4BD6-B277-14C5FF632B02}" destId="{70ED1CF2-EC61-46B3-98EA-E26592E14700}" srcOrd="1" destOrd="0" presId="urn:microsoft.com/office/officeart/2005/8/layout/hierarchy5"/>
    <dgm:cxn modelId="{3FF42C62-AF18-4559-B9CF-CEA4C65DBC16}" type="presParOf" srcId="{4EC9AD87-02E5-4E66-83C3-8348283EFDDB}" destId="{438276AE-0A78-4A07-A02D-C2838FCFBE87}" srcOrd="2" destOrd="0" presId="urn:microsoft.com/office/officeart/2005/8/layout/hierarchy5"/>
    <dgm:cxn modelId="{B73C0F06-06FB-405F-ADB6-EFB4934F2449}" type="presParOf" srcId="{438276AE-0A78-4A07-A02D-C2838FCFBE87}" destId="{835BD525-C329-48C6-901E-F23820D66E31}" srcOrd="0" destOrd="0" presId="urn:microsoft.com/office/officeart/2005/8/layout/hierarchy5"/>
    <dgm:cxn modelId="{82A62AEF-CF37-448A-A535-1EBACE553EAE}" type="presParOf" srcId="{4EC9AD87-02E5-4E66-83C3-8348283EFDDB}" destId="{C97A9A58-0F72-46FD-BE41-0F20F19DC1A9}" srcOrd="3" destOrd="0" presId="urn:microsoft.com/office/officeart/2005/8/layout/hierarchy5"/>
    <dgm:cxn modelId="{9686316B-5580-4426-AA16-AD6C9C9E2CF6}" type="presParOf" srcId="{C97A9A58-0F72-46FD-BE41-0F20F19DC1A9}" destId="{A7D80DFE-4954-476A-AB5C-3D59DC61011C}" srcOrd="0" destOrd="0" presId="urn:microsoft.com/office/officeart/2005/8/layout/hierarchy5"/>
    <dgm:cxn modelId="{2FF22220-2997-4EAB-9FC0-AB3AEA53BBB7}" type="presParOf" srcId="{C97A9A58-0F72-46FD-BE41-0F20F19DC1A9}" destId="{0D2C02F4-7FED-4703-A4CB-35FAF1BAF40A}" srcOrd="1" destOrd="0" presId="urn:microsoft.com/office/officeart/2005/8/layout/hierarchy5"/>
    <dgm:cxn modelId="{F9A9D51F-E91E-4EB4-AE35-5E851EEB902D}" type="presParOf" srcId="{81824AA7-9936-48B3-B89E-44F55C5603C5}" destId="{352A7E3B-EE66-4E45-BC7E-D6F22055F44A}" srcOrd="1" destOrd="0" presId="urn:microsoft.com/office/officeart/2005/8/layout/hierarchy5"/>
    <dgm:cxn modelId="{55EF18B7-4974-4EDE-ADDE-8D648E9BFF7F}" type="presParOf" srcId="{352A7E3B-EE66-4E45-BC7E-D6F22055F44A}" destId="{3EC9995B-8A7D-4A16-B94F-EC62440826E5}" srcOrd="0" destOrd="0" presId="urn:microsoft.com/office/officeart/2005/8/layout/hierarchy5"/>
    <dgm:cxn modelId="{AADB84EF-C6D7-4B81-A6C0-230B5D37DC68}" type="presParOf" srcId="{3EC9995B-8A7D-4A16-B94F-EC62440826E5}" destId="{89F0B399-7A9B-4130-92C3-8E8BB078D454}" srcOrd="0" destOrd="0" presId="urn:microsoft.com/office/officeart/2005/8/layout/hierarchy5"/>
    <dgm:cxn modelId="{DCB8C6A0-7DD9-43B0-9089-1F57103E5354}" type="presParOf" srcId="{3EC9995B-8A7D-4A16-B94F-EC62440826E5}" destId="{363239C5-3B9C-400A-90A6-0B7C0711C0B2}" srcOrd="1" destOrd="0" presId="urn:microsoft.com/office/officeart/2005/8/layout/hierarchy5"/>
    <dgm:cxn modelId="{A81142E4-7109-441F-9D5B-138510A99473}" type="presParOf" srcId="{352A7E3B-EE66-4E45-BC7E-D6F22055F44A}" destId="{682BDF73-B584-4EE5-9FF6-D0A7470F88E4}" srcOrd="1" destOrd="0" presId="urn:microsoft.com/office/officeart/2005/8/layout/hierarchy5"/>
    <dgm:cxn modelId="{5D27672D-20B3-4990-900A-5953EEE4F96C}" type="presParOf" srcId="{682BDF73-B584-4EE5-9FF6-D0A7470F88E4}" destId="{31A8251D-8A45-47D7-BB90-EB9B50955907}" srcOrd="0" destOrd="0" presId="urn:microsoft.com/office/officeart/2005/8/layout/hierarchy5"/>
    <dgm:cxn modelId="{B85B410D-3C53-4125-83AE-1F2EEF5B067F}" type="presParOf" srcId="{352A7E3B-EE66-4E45-BC7E-D6F22055F44A}" destId="{4779FD45-8D3D-4E1E-9DB0-1AD2BF89D563}" srcOrd="2" destOrd="0" presId="urn:microsoft.com/office/officeart/2005/8/layout/hierarchy5"/>
    <dgm:cxn modelId="{BC523842-1DA1-4E83-B8C6-AEC98049DA0C}" type="presParOf" srcId="{4779FD45-8D3D-4E1E-9DB0-1AD2BF89D563}" destId="{457185C7-58AA-48C0-BAD7-B364AC543AB2}" srcOrd="0" destOrd="0" presId="urn:microsoft.com/office/officeart/2005/8/layout/hierarchy5"/>
    <dgm:cxn modelId="{A33CBEBE-7A5C-48BF-87FE-49DEAD37BFA7}" type="presParOf" srcId="{4779FD45-8D3D-4E1E-9DB0-1AD2BF89D563}" destId="{B3206111-17A5-49BA-B3FE-3AB33CFBBAE3}" srcOrd="1" destOrd="0" presId="urn:microsoft.com/office/officeart/2005/8/layout/hierarchy5"/>
    <dgm:cxn modelId="{39442093-5B03-4B56-AEDA-1BA29F97AD14}" type="presParOf" srcId="{352A7E3B-EE66-4E45-BC7E-D6F22055F44A}" destId="{F204808C-8F8E-475F-AE66-3CDF02C83A47}" srcOrd="3" destOrd="0" presId="urn:microsoft.com/office/officeart/2005/8/layout/hierarchy5"/>
    <dgm:cxn modelId="{700F5C9A-3BF2-4FFC-9A21-FECF3BB0C0A7}" type="presParOf" srcId="{F204808C-8F8E-475F-AE66-3CDF02C83A47}" destId="{07F6B7D0-B842-4602-878C-883F420A0C48}" srcOrd="0" destOrd="0" presId="urn:microsoft.com/office/officeart/2005/8/layout/hierarchy5"/>
    <dgm:cxn modelId="{D5DECB99-285F-4BE5-B8FB-9FD9BA8AED57}" type="presParOf" srcId="{352A7E3B-EE66-4E45-BC7E-D6F22055F44A}" destId="{0DC4AAFB-CAE6-4824-80EC-2F88CD9E596B}" srcOrd="4" destOrd="0" presId="urn:microsoft.com/office/officeart/2005/8/layout/hierarchy5"/>
    <dgm:cxn modelId="{8EB54B50-D131-4794-89E9-6A13A67C8D0F}" type="presParOf" srcId="{0DC4AAFB-CAE6-4824-80EC-2F88CD9E596B}" destId="{0081E25C-4CE0-4929-8E3F-AB45E881118E}" srcOrd="0" destOrd="0" presId="urn:microsoft.com/office/officeart/2005/8/layout/hierarchy5"/>
    <dgm:cxn modelId="{14248249-BE09-4825-B079-1A51F4B9ACB6}" type="presParOf" srcId="{0DC4AAFB-CAE6-4824-80EC-2F88CD9E596B}" destId="{C819C7A7-B969-4E8A-B77C-C245F9550D89}" srcOrd="1" destOrd="0" presId="urn:microsoft.com/office/officeart/2005/8/layout/hierarchy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152B8FF-95A3-441B-8DDB-F302C888867A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BD4BF07A-BE50-49C4-8631-1691A97C422A}">
      <dgm:prSet phldrT="[文本]"/>
      <dgm:spPr/>
      <dgm:t>
        <a:bodyPr/>
        <a:lstStyle/>
        <a:p>
          <a:pPr>
            <a:buNone/>
          </a:pPr>
          <a:r>
            <a:rPr lang="zh-CN"/>
            <a:t>选择合适的数据类型</a:t>
          </a:r>
          <a:endParaRPr lang="zh-CN" altLang="en-US"/>
        </a:p>
      </dgm:t>
    </dgm:pt>
    <dgm:pt modelId="{443B027B-E0A0-447F-9614-46266D5CA4A7}" type="parTrans" cxnId="{1C536A8E-7015-48B7-8ED2-21377D873C90}">
      <dgm:prSet/>
      <dgm:spPr/>
      <dgm:t>
        <a:bodyPr/>
        <a:lstStyle/>
        <a:p>
          <a:endParaRPr lang="zh-CN" altLang="en-US"/>
        </a:p>
      </dgm:t>
    </dgm:pt>
    <dgm:pt modelId="{54694A87-B92C-4FFC-93E5-22BB4D32EE19}" type="sibTrans" cxnId="{1C536A8E-7015-48B7-8ED2-21377D873C90}">
      <dgm:prSet/>
      <dgm:spPr/>
      <dgm:t>
        <a:bodyPr/>
        <a:lstStyle/>
        <a:p>
          <a:endParaRPr lang="zh-CN" altLang="en-US"/>
        </a:p>
      </dgm:t>
    </dgm:pt>
    <dgm:pt modelId="{23F9342A-A556-4D26-AF36-5545DBE82F5E}">
      <dgm:prSet phldrT="[文本]"/>
      <dgm:spPr/>
      <dgm:t>
        <a:bodyPr/>
        <a:lstStyle/>
        <a:p>
          <a:pPr>
            <a:buNone/>
          </a:pPr>
          <a:r>
            <a:rPr lang="zh-CN"/>
            <a:t>遵循够用原则</a:t>
          </a:r>
          <a:endParaRPr lang="zh-CN" altLang="en-US"/>
        </a:p>
      </dgm:t>
    </dgm:pt>
    <dgm:pt modelId="{7CAAD421-FA81-410D-8C4E-C16E8AA5A6A0}" type="parTrans" cxnId="{6D8E0A62-74A2-4ED2-9776-D785E66161AA}">
      <dgm:prSet/>
      <dgm:spPr/>
      <dgm:t>
        <a:bodyPr/>
        <a:lstStyle/>
        <a:p>
          <a:endParaRPr lang="zh-CN" altLang="en-US"/>
        </a:p>
      </dgm:t>
    </dgm:pt>
    <dgm:pt modelId="{3234F7AD-EB73-43B4-828B-58B7488CE532}" type="sibTrans" cxnId="{6D8E0A62-74A2-4ED2-9776-D785E66161AA}">
      <dgm:prSet/>
      <dgm:spPr/>
      <dgm:t>
        <a:bodyPr/>
        <a:lstStyle/>
        <a:p>
          <a:endParaRPr lang="zh-CN" altLang="en-US"/>
        </a:p>
      </dgm:t>
    </dgm:pt>
    <dgm:pt modelId="{C9C46EC7-BE9D-4258-8A73-52C79FD86ECD}">
      <dgm:prSet phldrT="[文本]"/>
      <dgm:spPr/>
      <dgm:t>
        <a:bodyPr/>
        <a:lstStyle/>
        <a:p>
          <a:pPr>
            <a:buNone/>
          </a:pPr>
          <a:r>
            <a:rPr lang="zh-CN"/>
            <a:t>精确定义约束</a:t>
          </a:r>
          <a:endParaRPr lang="zh-CN" altLang="en-US"/>
        </a:p>
      </dgm:t>
    </dgm:pt>
    <dgm:pt modelId="{01D192F5-ACFA-4602-B5D4-DAABC20C7912}" type="parTrans" cxnId="{34E483A9-0A18-4DE5-9339-755144650A51}">
      <dgm:prSet/>
      <dgm:spPr/>
      <dgm:t>
        <a:bodyPr/>
        <a:lstStyle/>
        <a:p>
          <a:endParaRPr lang="zh-CN" altLang="en-US"/>
        </a:p>
      </dgm:t>
    </dgm:pt>
    <dgm:pt modelId="{7CEC8CBE-19B7-4F0C-84B1-204CDD182CB5}" type="sibTrans" cxnId="{34E483A9-0A18-4DE5-9339-755144650A51}">
      <dgm:prSet/>
      <dgm:spPr/>
      <dgm:t>
        <a:bodyPr/>
        <a:lstStyle/>
        <a:p>
          <a:endParaRPr lang="zh-CN" altLang="en-US"/>
        </a:p>
      </dgm:t>
    </dgm:pt>
    <dgm:pt modelId="{8B0D4E5E-EA07-446C-834A-AC876FD5DE5A}">
      <dgm:prSet phldrT="[文本]"/>
      <dgm:spPr/>
      <dgm:t>
        <a:bodyPr/>
        <a:lstStyle/>
        <a:p>
          <a:pPr>
            <a:buNone/>
          </a:pPr>
          <a:r>
            <a:rPr lang="zh-CN"/>
            <a:t>考虑数据库特性</a:t>
          </a:r>
          <a:endParaRPr lang="zh-CN" altLang="en-US"/>
        </a:p>
      </dgm:t>
    </dgm:pt>
    <dgm:pt modelId="{51868F24-E568-4F15-95B9-5FCFF24D5670}" type="parTrans" cxnId="{0B6B2919-98DF-42CE-9D6E-667427D6BA37}">
      <dgm:prSet/>
      <dgm:spPr/>
      <dgm:t>
        <a:bodyPr/>
        <a:lstStyle/>
        <a:p>
          <a:endParaRPr lang="zh-CN" altLang="en-US"/>
        </a:p>
      </dgm:t>
    </dgm:pt>
    <dgm:pt modelId="{84DA9DD5-A396-467C-929B-4B583E806CAB}" type="sibTrans" cxnId="{0B6B2919-98DF-42CE-9D6E-667427D6BA37}">
      <dgm:prSet/>
      <dgm:spPr/>
      <dgm:t>
        <a:bodyPr/>
        <a:lstStyle/>
        <a:p>
          <a:endParaRPr lang="zh-CN" altLang="en-US"/>
        </a:p>
      </dgm:t>
    </dgm:pt>
    <dgm:pt modelId="{37852C7C-7A09-44F4-945F-8FF88F84B8E8}">
      <dgm:prSet phldrT="[文本]"/>
      <dgm:spPr/>
      <dgm:t>
        <a:bodyPr/>
        <a:lstStyle/>
        <a:p>
          <a:pPr>
            <a:buNone/>
          </a:pPr>
          <a:r>
            <a:rPr lang="zh-CN"/>
            <a:t>慎用“万能”类型</a:t>
          </a:r>
          <a:endParaRPr lang="zh-CN" altLang="en-US"/>
        </a:p>
      </dgm:t>
    </dgm:pt>
    <dgm:pt modelId="{C65A5FCB-61F2-4D84-A9A5-C89D287CEB3C}" type="parTrans" cxnId="{4F29A1E7-42F3-4EC6-AD30-B3A94D82B54B}">
      <dgm:prSet/>
      <dgm:spPr/>
      <dgm:t>
        <a:bodyPr/>
        <a:lstStyle/>
        <a:p>
          <a:endParaRPr lang="zh-CN" altLang="en-US"/>
        </a:p>
      </dgm:t>
    </dgm:pt>
    <dgm:pt modelId="{6F2C2375-F9D9-461A-8B2E-32C423782D57}" type="sibTrans" cxnId="{4F29A1E7-42F3-4EC6-AD30-B3A94D82B54B}">
      <dgm:prSet/>
      <dgm:spPr/>
      <dgm:t>
        <a:bodyPr/>
        <a:lstStyle/>
        <a:p>
          <a:endParaRPr lang="zh-CN" altLang="en-US"/>
        </a:p>
      </dgm:t>
    </dgm:pt>
    <dgm:pt modelId="{7F076F54-1E0C-40DE-A866-7D70BFFD48CD}">
      <dgm:prSet phldrT="[文本]"/>
      <dgm:spPr/>
      <dgm:t>
        <a:bodyPr/>
        <a:lstStyle/>
        <a:p>
          <a:pPr>
            <a:buNone/>
          </a:pPr>
          <a:r>
            <a:rPr lang="zh-CN"/>
            <a:t>主键（</a:t>
          </a:r>
          <a:r>
            <a:rPr lang="en-US"/>
            <a:t>PK</a:t>
          </a:r>
          <a:r>
            <a:rPr lang="zh-CN"/>
            <a:t>）选择</a:t>
          </a:r>
          <a:endParaRPr lang="zh-CN" altLang="en-US"/>
        </a:p>
      </dgm:t>
    </dgm:pt>
    <dgm:pt modelId="{0194AF75-4FD7-4EBD-A771-85A5BC7881FF}" type="parTrans" cxnId="{598A833E-E3C6-4311-B048-65981E81F052}">
      <dgm:prSet/>
      <dgm:spPr/>
      <dgm:t>
        <a:bodyPr/>
        <a:lstStyle/>
        <a:p>
          <a:endParaRPr lang="zh-CN" altLang="en-US"/>
        </a:p>
      </dgm:t>
    </dgm:pt>
    <dgm:pt modelId="{46B52ADB-E9DF-4098-AFD7-01E37C92286D}" type="sibTrans" cxnId="{598A833E-E3C6-4311-B048-65981E81F052}">
      <dgm:prSet/>
      <dgm:spPr/>
      <dgm:t>
        <a:bodyPr/>
        <a:lstStyle/>
        <a:p>
          <a:endParaRPr lang="zh-CN" altLang="en-US"/>
        </a:p>
      </dgm:t>
    </dgm:pt>
    <dgm:pt modelId="{A60F3C51-897B-4C9E-B1F2-9E94206EE165}">
      <dgm:prSet phldrT="[文本]"/>
      <dgm:spPr/>
      <dgm:t>
        <a:bodyPr/>
        <a:lstStyle/>
        <a:p>
          <a:pPr>
            <a:buNone/>
          </a:pPr>
          <a:r>
            <a:rPr lang="zh-CN"/>
            <a:t>索引策略设计</a:t>
          </a:r>
          <a:endParaRPr lang="zh-CN" altLang="en-US"/>
        </a:p>
      </dgm:t>
    </dgm:pt>
    <dgm:pt modelId="{5198E542-735E-4B2D-8212-4EA552994398}" type="parTrans" cxnId="{81A1F447-B752-44CE-8C39-F1A985367D42}">
      <dgm:prSet/>
      <dgm:spPr/>
      <dgm:t>
        <a:bodyPr/>
        <a:lstStyle/>
        <a:p>
          <a:endParaRPr lang="zh-CN" altLang="en-US"/>
        </a:p>
      </dgm:t>
    </dgm:pt>
    <dgm:pt modelId="{C1C7698D-FB5F-47C9-B073-D6F73171E3EB}" type="sibTrans" cxnId="{81A1F447-B752-44CE-8C39-F1A985367D42}">
      <dgm:prSet/>
      <dgm:spPr/>
      <dgm:t>
        <a:bodyPr/>
        <a:lstStyle/>
        <a:p>
          <a:endParaRPr lang="zh-CN" altLang="en-US"/>
        </a:p>
      </dgm:t>
    </dgm:pt>
    <dgm:pt modelId="{BF4A877F-747A-4109-A1E9-2E156E229054}">
      <dgm:prSet phldrT="[文本]"/>
      <dgm:spPr/>
      <dgm:t>
        <a:bodyPr/>
        <a:lstStyle/>
        <a:p>
          <a:pPr>
            <a:buNone/>
          </a:pPr>
          <a:r>
            <a:rPr lang="zh-CN"/>
            <a:t>索引不是越多越好</a:t>
          </a:r>
          <a:endParaRPr lang="zh-CN" altLang="en-US"/>
        </a:p>
      </dgm:t>
    </dgm:pt>
    <dgm:pt modelId="{B3D46E1A-69A4-4987-B5D6-80C6B0ABC48C}" type="parTrans" cxnId="{D9BF4A5A-1FF7-4E3A-8C81-8FD5D5027DB8}">
      <dgm:prSet/>
      <dgm:spPr/>
      <dgm:t>
        <a:bodyPr/>
        <a:lstStyle/>
        <a:p>
          <a:endParaRPr lang="zh-CN" altLang="en-US"/>
        </a:p>
      </dgm:t>
    </dgm:pt>
    <dgm:pt modelId="{2F23C545-A762-42EB-ABBF-E88AF6DC64D0}" type="sibTrans" cxnId="{D9BF4A5A-1FF7-4E3A-8C81-8FD5D5027DB8}">
      <dgm:prSet/>
      <dgm:spPr/>
      <dgm:t>
        <a:bodyPr/>
        <a:lstStyle/>
        <a:p>
          <a:endParaRPr lang="zh-CN" altLang="en-US"/>
        </a:p>
      </dgm:t>
    </dgm:pt>
    <dgm:pt modelId="{9B108F60-D7C9-44BE-AE4A-635235853555}">
      <dgm:prSet phldrT="[文本]"/>
      <dgm:spPr/>
      <dgm:t>
        <a:bodyPr/>
        <a:lstStyle/>
        <a:p>
          <a:pPr>
            <a:buNone/>
          </a:pPr>
          <a:r>
            <a:rPr lang="zh-CN"/>
            <a:t>外键（</a:t>
          </a:r>
          <a:r>
            <a:rPr lang="en-US"/>
            <a:t>FK</a:t>
          </a:r>
          <a:r>
            <a:rPr lang="zh-CN"/>
            <a:t>）的取舍</a:t>
          </a:r>
          <a:endParaRPr lang="zh-CN" altLang="en-US"/>
        </a:p>
      </dgm:t>
    </dgm:pt>
    <dgm:pt modelId="{F22BFB8F-8B4A-4FA4-BEB6-FA1D8C4FF798}" type="parTrans" cxnId="{EA6FBD5B-7290-48FF-A253-DC02A5E02082}">
      <dgm:prSet/>
      <dgm:spPr/>
      <dgm:t>
        <a:bodyPr/>
        <a:lstStyle/>
        <a:p>
          <a:endParaRPr lang="zh-CN" altLang="en-US"/>
        </a:p>
      </dgm:t>
    </dgm:pt>
    <dgm:pt modelId="{C37D2DD9-9F64-4E5E-A9B7-187085317CEF}" type="sibTrans" cxnId="{EA6FBD5B-7290-48FF-A253-DC02A5E02082}">
      <dgm:prSet/>
      <dgm:spPr/>
      <dgm:t>
        <a:bodyPr/>
        <a:lstStyle/>
        <a:p>
          <a:endParaRPr lang="zh-CN" altLang="en-US"/>
        </a:p>
      </dgm:t>
    </dgm:pt>
    <dgm:pt modelId="{BFA425E5-1816-451F-A351-2074B488C259}">
      <dgm:prSet phldrT="[文本]"/>
      <dgm:spPr/>
      <dgm:t>
        <a:bodyPr/>
        <a:lstStyle/>
        <a:p>
          <a:pPr>
            <a:buNone/>
          </a:pPr>
          <a:r>
            <a:rPr lang="zh-CN"/>
            <a:t>非空约束（</a:t>
          </a:r>
          <a:r>
            <a:rPr lang="en-US"/>
            <a:t>NOT NULL</a:t>
          </a:r>
          <a:r>
            <a:rPr lang="zh-CN"/>
            <a:t>）</a:t>
          </a:r>
          <a:endParaRPr lang="zh-CN" altLang="en-US"/>
        </a:p>
      </dgm:t>
    </dgm:pt>
    <dgm:pt modelId="{EBEF4B24-3269-45E7-8670-C0F9464DB765}" type="parTrans" cxnId="{B95C35CC-7B47-4EBE-84B6-5FB3B848D270}">
      <dgm:prSet/>
      <dgm:spPr/>
      <dgm:t>
        <a:bodyPr/>
        <a:lstStyle/>
        <a:p>
          <a:endParaRPr lang="zh-CN" altLang="en-US"/>
        </a:p>
      </dgm:t>
    </dgm:pt>
    <dgm:pt modelId="{C28CF9A8-D11D-4CC4-B039-3692B29500A8}" type="sibTrans" cxnId="{B95C35CC-7B47-4EBE-84B6-5FB3B848D270}">
      <dgm:prSet/>
      <dgm:spPr/>
      <dgm:t>
        <a:bodyPr/>
        <a:lstStyle/>
        <a:p>
          <a:endParaRPr lang="zh-CN" altLang="en-US"/>
        </a:p>
      </dgm:t>
    </dgm:pt>
    <dgm:pt modelId="{785D3E99-C8C6-49E9-AE25-1D48AA325129}">
      <dgm:prSet phldrT="[文本]"/>
      <dgm:spPr/>
      <dgm:t>
        <a:bodyPr/>
        <a:lstStyle/>
        <a:p>
          <a:pPr>
            <a:buNone/>
          </a:pPr>
          <a:r>
            <a:rPr lang="zh-CN"/>
            <a:t>索引选择原则</a:t>
          </a:r>
          <a:endParaRPr lang="zh-CN" altLang="en-US"/>
        </a:p>
      </dgm:t>
    </dgm:pt>
    <dgm:pt modelId="{58F3D7C5-E090-474C-9FA7-D016286C5A80}" type="parTrans" cxnId="{5239D3C8-312E-4640-BDFC-CC06AC85D70B}">
      <dgm:prSet/>
      <dgm:spPr/>
      <dgm:t>
        <a:bodyPr/>
        <a:lstStyle/>
        <a:p>
          <a:endParaRPr lang="zh-CN" altLang="en-US"/>
        </a:p>
      </dgm:t>
    </dgm:pt>
    <dgm:pt modelId="{43A071E9-370E-438B-A038-65059B60662B}" type="sibTrans" cxnId="{5239D3C8-312E-4640-BDFC-CC06AC85D70B}">
      <dgm:prSet/>
      <dgm:spPr/>
      <dgm:t>
        <a:bodyPr/>
        <a:lstStyle/>
        <a:p>
          <a:endParaRPr lang="zh-CN" altLang="en-US"/>
        </a:p>
      </dgm:t>
    </dgm:pt>
    <dgm:pt modelId="{7C8EA1BD-0EAC-4A8E-9E15-83FE4F665D83}" type="pres">
      <dgm:prSet presAssocID="{B152B8FF-95A3-441B-8DDB-F302C888867A}" presName="linear" presStyleCnt="0">
        <dgm:presLayoutVars>
          <dgm:dir/>
          <dgm:animLvl val="lvl"/>
          <dgm:resizeHandles val="exact"/>
        </dgm:presLayoutVars>
      </dgm:prSet>
      <dgm:spPr/>
    </dgm:pt>
    <dgm:pt modelId="{B314D058-0888-40BA-8F9F-E11BAFC94F97}" type="pres">
      <dgm:prSet presAssocID="{BD4BF07A-BE50-49C4-8631-1691A97C422A}" presName="parentLin" presStyleCnt="0"/>
      <dgm:spPr/>
    </dgm:pt>
    <dgm:pt modelId="{E860ABF9-29EE-41A1-AE60-BB65875BB1C2}" type="pres">
      <dgm:prSet presAssocID="{BD4BF07A-BE50-49C4-8631-1691A97C422A}" presName="parentLeftMargin" presStyleLbl="node1" presStyleIdx="0" presStyleCnt="3"/>
      <dgm:spPr/>
    </dgm:pt>
    <dgm:pt modelId="{44E0AA51-11BB-4297-A4A6-D5A4C395A22A}" type="pres">
      <dgm:prSet presAssocID="{BD4BF07A-BE50-49C4-8631-1691A97C422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07EACEB-7110-45DE-9382-1F8AAB5D6828}" type="pres">
      <dgm:prSet presAssocID="{BD4BF07A-BE50-49C4-8631-1691A97C422A}" presName="negativeSpace" presStyleCnt="0"/>
      <dgm:spPr/>
    </dgm:pt>
    <dgm:pt modelId="{5C3C625D-15A9-4D72-94BE-7D8879C5A5C1}" type="pres">
      <dgm:prSet presAssocID="{BD4BF07A-BE50-49C4-8631-1691A97C422A}" presName="childText" presStyleLbl="conFgAcc1" presStyleIdx="0" presStyleCnt="3">
        <dgm:presLayoutVars>
          <dgm:bulletEnabled val="1"/>
        </dgm:presLayoutVars>
      </dgm:prSet>
      <dgm:spPr/>
    </dgm:pt>
    <dgm:pt modelId="{A82D2073-C9A3-478A-96C2-3BFA79C8B4B8}" type="pres">
      <dgm:prSet presAssocID="{54694A87-B92C-4FFC-93E5-22BB4D32EE19}" presName="spaceBetweenRectangles" presStyleCnt="0"/>
      <dgm:spPr/>
    </dgm:pt>
    <dgm:pt modelId="{3B3F55E4-6047-45FB-AEF9-B2428C85E5B7}" type="pres">
      <dgm:prSet presAssocID="{C9C46EC7-BE9D-4258-8A73-52C79FD86ECD}" presName="parentLin" presStyleCnt="0"/>
      <dgm:spPr/>
    </dgm:pt>
    <dgm:pt modelId="{4A15FBF0-C0DA-446E-8F93-AF62EC095844}" type="pres">
      <dgm:prSet presAssocID="{C9C46EC7-BE9D-4258-8A73-52C79FD86ECD}" presName="parentLeftMargin" presStyleLbl="node1" presStyleIdx="0" presStyleCnt="3"/>
      <dgm:spPr/>
    </dgm:pt>
    <dgm:pt modelId="{E54A120E-2683-4AEE-A9DC-5E2233918618}" type="pres">
      <dgm:prSet presAssocID="{C9C46EC7-BE9D-4258-8A73-52C79FD86EC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64123FC-C61B-4486-B475-6C087E21A82B}" type="pres">
      <dgm:prSet presAssocID="{C9C46EC7-BE9D-4258-8A73-52C79FD86ECD}" presName="negativeSpace" presStyleCnt="0"/>
      <dgm:spPr/>
    </dgm:pt>
    <dgm:pt modelId="{72D5AB8A-0568-45D3-B5AE-26D7BCD3E222}" type="pres">
      <dgm:prSet presAssocID="{C9C46EC7-BE9D-4258-8A73-52C79FD86ECD}" presName="childText" presStyleLbl="conFgAcc1" presStyleIdx="1" presStyleCnt="3">
        <dgm:presLayoutVars>
          <dgm:bulletEnabled val="1"/>
        </dgm:presLayoutVars>
      </dgm:prSet>
      <dgm:spPr/>
    </dgm:pt>
    <dgm:pt modelId="{0943C9D5-EFE3-46CA-9BF3-F5C8B101FC97}" type="pres">
      <dgm:prSet presAssocID="{7CEC8CBE-19B7-4F0C-84B1-204CDD182CB5}" presName="spaceBetweenRectangles" presStyleCnt="0"/>
      <dgm:spPr/>
    </dgm:pt>
    <dgm:pt modelId="{42EF9FB0-F498-4806-B8B6-803F052CFBEC}" type="pres">
      <dgm:prSet presAssocID="{A60F3C51-897B-4C9E-B1F2-9E94206EE165}" presName="parentLin" presStyleCnt="0"/>
      <dgm:spPr/>
    </dgm:pt>
    <dgm:pt modelId="{7EB352FB-6353-4EF9-B84E-8183F7CE9A46}" type="pres">
      <dgm:prSet presAssocID="{A60F3C51-897B-4C9E-B1F2-9E94206EE165}" presName="parentLeftMargin" presStyleLbl="node1" presStyleIdx="1" presStyleCnt="3"/>
      <dgm:spPr/>
    </dgm:pt>
    <dgm:pt modelId="{B2EFFBB0-AF38-44B8-9B3B-31560F82429D}" type="pres">
      <dgm:prSet presAssocID="{A60F3C51-897B-4C9E-B1F2-9E94206EE16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C14397F2-6322-4AF4-A58B-A42CF0E4CCEB}" type="pres">
      <dgm:prSet presAssocID="{A60F3C51-897B-4C9E-B1F2-9E94206EE165}" presName="negativeSpace" presStyleCnt="0"/>
      <dgm:spPr/>
    </dgm:pt>
    <dgm:pt modelId="{E1F46B5C-F56A-42F2-A865-32D4E0657FF7}" type="pres">
      <dgm:prSet presAssocID="{A60F3C51-897B-4C9E-B1F2-9E94206EE165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0B6B2919-98DF-42CE-9D6E-667427D6BA37}" srcId="{BD4BF07A-BE50-49C4-8631-1691A97C422A}" destId="{8B0D4E5E-EA07-446C-834A-AC876FD5DE5A}" srcOrd="1" destOrd="0" parTransId="{51868F24-E568-4F15-95B9-5FCFF24D5670}" sibTransId="{84DA9DD5-A396-467C-929B-4B583E806CAB}"/>
    <dgm:cxn modelId="{8588741A-B41D-4583-B3FD-3C008DB2F30A}" type="presOf" srcId="{785D3E99-C8C6-49E9-AE25-1D48AA325129}" destId="{E1F46B5C-F56A-42F2-A865-32D4E0657FF7}" srcOrd="0" destOrd="1" presId="urn:microsoft.com/office/officeart/2005/8/layout/list1"/>
    <dgm:cxn modelId="{5183FB21-3312-4D4B-B2E8-943E185DB97C}" type="presOf" srcId="{B152B8FF-95A3-441B-8DDB-F302C888867A}" destId="{7C8EA1BD-0EAC-4A8E-9E15-83FE4F665D83}" srcOrd="0" destOrd="0" presId="urn:microsoft.com/office/officeart/2005/8/layout/list1"/>
    <dgm:cxn modelId="{ADF6AF36-027E-43B5-B856-A8B5FB55502F}" type="presOf" srcId="{C9C46EC7-BE9D-4258-8A73-52C79FD86ECD}" destId="{E54A120E-2683-4AEE-A9DC-5E2233918618}" srcOrd="1" destOrd="0" presId="urn:microsoft.com/office/officeart/2005/8/layout/list1"/>
    <dgm:cxn modelId="{EDCB5939-4319-45C8-96D9-D4E044DF5573}" type="presOf" srcId="{A60F3C51-897B-4C9E-B1F2-9E94206EE165}" destId="{B2EFFBB0-AF38-44B8-9B3B-31560F82429D}" srcOrd="1" destOrd="0" presId="urn:microsoft.com/office/officeart/2005/8/layout/list1"/>
    <dgm:cxn modelId="{598A833E-E3C6-4311-B048-65981E81F052}" srcId="{C9C46EC7-BE9D-4258-8A73-52C79FD86ECD}" destId="{7F076F54-1E0C-40DE-A866-7D70BFFD48CD}" srcOrd="0" destOrd="0" parTransId="{0194AF75-4FD7-4EBD-A771-85A5BC7881FF}" sibTransId="{46B52ADB-E9DF-4098-AFD7-01E37C92286D}"/>
    <dgm:cxn modelId="{EA6FBD5B-7290-48FF-A253-DC02A5E02082}" srcId="{C9C46EC7-BE9D-4258-8A73-52C79FD86ECD}" destId="{9B108F60-D7C9-44BE-AE4A-635235853555}" srcOrd="1" destOrd="0" parTransId="{F22BFB8F-8B4A-4FA4-BEB6-FA1D8C4FF798}" sibTransId="{C37D2DD9-9F64-4E5E-A9B7-187085317CEF}"/>
    <dgm:cxn modelId="{A906A65E-AD40-443F-8516-8DA2F52151D5}" type="presOf" srcId="{BF4A877F-747A-4109-A1E9-2E156E229054}" destId="{E1F46B5C-F56A-42F2-A865-32D4E0657FF7}" srcOrd="0" destOrd="0" presId="urn:microsoft.com/office/officeart/2005/8/layout/list1"/>
    <dgm:cxn modelId="{6D8E0A62-74A2-4ED2-9776-D785E66161AA}" srcId="{BD4BF07A-BE50-49C4-8631-1691A97C422A}" destId="{23F9342A-A556-4D26-AF36-5545DBE82F5E}" srcOrd="0" destOrd="0" parTransId="{7CAAD421-FA81-410D-8C4E-C16E8AA5A6A0}" sibTransId="{3234F7AD-EB73-43B4-828B-58B7488CE532}"/>
    <dgm:cxn modelId="{77015945-572A-4C56-97F4-54D6B6DC3692}" type="presOf" srcId="{C9C46EC7-BE9D-4258-8A73-52C79FD86ECD}" destId="{4A15FBF0-C0DA-446E-8F93-AF62EC095844}" srcOrd="0" destOrd="0" presId="urn:microsoft.com/office/officeart/2005/8/layout/list1"/>
    <dgm:cxn modelId="{81A1F447-B752-44CE-8C39-F1A985367D42}" srcId="{B152B8FF-95A3-441B-8DDB-F302C888867A}" destId="{A60F3C51-897B-4C9E-B1F2-9E94206EE165}" srcOrd="2" destOrd="0" parTransId="{5198E542-735E-4B2D-8212-4EA552994398}" sibTransId="{C1C7698D-FB5F-47C9-B073-D6F73171E3EB}"/>
    <dgm:cxn modelId="{291CF748-A095-4D32-9056-6205C1279021}" type="presOf" srcId="{A60F3C51-897B-4C9E-B1F2-9E94206EE165}" destId="{7EB352FB-6353-4EF9-B84E-8183F7CE9A46}" srcOrd="0" destOrd="0" presId="urn:microsoft.com/office/officeart/2005/8/layout/list1"/>
    <dgm:cxn modelId="{DBB5896D-4AEF-4611-9B21-9E914AA657C8}" type="presOf" srcId="{7F076F54-1E0C-40DE-A866-7D70BFFD48CD}" destId="{72D5AB8A-0568-45D3-B5AE-26D7BCD3E222}" srcOrd="0" destOrd="0" presId="urn:microsoft.com/office/officeart/2005/8/layout/list1"/>
    <dgm:cxn modelId="{BD1BFC50-A846-442E-A1A0-BF7DE3F9D3C8}" type="presOf" srcId="{BFA425E5-1816-451F-A351-2074B488C259}" destId="{72D5AB8A-0568-45D3-B5AE-26D7BCD3E222}" srcOrd="0" destOrd="2" presId="urn:microsoft.com/office/officeart/2005/8/layout/list1"/>
    <dgm:cxn modelId="{D9BF4A5A-1FF7-4E3A-8C81-8FD5D5027DB8}" srcId="{A60F3C51-897B-4C9E-B1F2-9E94206EE165}" destId="{BF4A877F-747A-4109-A1E9-2E156E229054}" srcOrd="0" destOrd="0" parTransId="{B3D46E1A-69A4-4987-B5D6-80C6B0ABC48C}" sibTransId="{2F23C545-A762-42EB-ABBF-E88AF6DC64D0}"/>
    <dgm:cxn modelId="{1C536A8E-7015-48B7-8ED2-21377D873C90}" srcId="{B152B8FF-95A3-441B-8DDB-F302C888867A}" destId="{BD4BF07A-BE50-49C4-8631-1691A97C422A}" srcOrd="0" destOrd="0" parTransId="{443B027B-E0A0-447F-9614-46266D5CA4A7}" sibTransId="{54694A87-B92C-4FFC-93E5-22BB4D32EE19}"/>
    <dgm:cxn modelId="{D0B60B9D-D19E-475B-B978-5AECA227F0C9}" type="presOf" srcId="{9B108F60-D7C9-44BE-AE4A-635235853555}" destId="{72D5AB8A-0568-45D3-B5AE-26D7BCD3E222}" srcOrd="0" destOrd="1" presId="urn:microsoft.com/office/officeart/2005/8/layout/list1"/>
    <dgm:cxn modelId="{34E483A9-0A18-4DE5-9339-755144650A51}" srcId="{B152B8FF-95A3-441B-8DDB-F302C888867A}" destId="{C9C46EC7-BE9D-4258-8A73-52C79FD86ECD}" srcOrd="1" destOrd="0" parTransId="{01D192F5-ACFA-4602-B5D4-DAABC20C7912}" sibTransId="{7CEC8CBE-19B7-4F0C-84B1-204CDD182CB5}"/>
    <dgm:cxn modelId="{33F8AFB1-198F-4704-9A79-543BADDE969B}" type="presOf" srcId="{BD4BF07A-BE50-49C4-8631-1691A97C422A}" destId="{44E0AA51-11BB-4297-A4A6-D5A4C395A22A}" srcOrd="1" destOrd="0" presId="urn:microsoft.com/office/officeart/2005/8/layout/list1"/>
    <dgm:cxn modelId="{5E295EB2-3D44-4142-B1C5-8E878A0BFFAB}" type="presOf" srcId="{23F9342A-A556-4D26-AF36-5545DBE82F5E}" destId="{5C3C625D-15A9-4D72-94BE-7D8879C5A5C1}" srcOrd="0" destOrd="0" presId="urn:microsoft.com/office/officeart/2005/8/layout/list1"/>
    <dgm:cxn modelId="{C619BAB4-DC6D-45CF-90CD-82B9E0DBEFAB}" type="presOf" srcId="{37852C7C-7A09-44F4-945F-8FF88F84B8E8}" destId="{5C3C625D-15A9-4D72-94BE-7D8879C5A5C1}" srcOrd="0" destOrd="2" presId="urn:microsoft.com/office/officeart/2005/8/layout/list1"/>
    <dgm:cxn modelId="{5239D3C8-312E-4640-BDFC-CC06AC85D70B}" srcId="{A60F3C51-897B-4C9E-B1F2-9E94206EE165}" destId="{785D3E99-C8C6-49E9-AE25-1D48AA325129}" srcOrd="1" destOrd="0" parTransId="{58F3D7C5-E090-474C-9FA7-D016286C5A80}" sibTransId="{43A071E9-370E-438B-A038-65059B60662B}"/>
    <dgm:cxn modelId="{B95C35CC-7B47-4EBE-84B6-5FB3B848D270}" srcId="{C9C46EC7-BE9D-4258-8A73-52C79FD86ECD}" destId="{BFA425E5-1816-451F-A351-2074B488C259}" srcOrd="2" destOrd="0" parTransId="{EBEF4B24-3269-45E7-8670-C0F9464DB765}" sibTransId="{C28CF9A8-D11D-4CC4-B039-3692B29500A8}"/>
    <dgm:cxn modelId="{9E194DDD-685E-43AE-BEAD-B3A9DB0D6116}" type="presOf" srcId="{8B0D4E5E-EA07-446C-834A-AC876FD5DE5A}" destId="{5C3C625D-15A9-4D72-94BE-7D8879C5A5C1}" srcOrd="0" destOrd="1" presId="urn:microsoft.com/office/officeart/2005/8/layout/list1"/>
    <dgm:cxn modelId="{4F29A1E7-42F3-4EC6-AD30-B3A94D82B54B}" srcId="{BD4BF07A-BE50-49C4-8631-1691A97C422A}" destId="{37852C7C-7A09-44F4-945F-8FF88F84B8E8}" srcOrd="2" destOrd="0" parTransId="{C65A5FCB-61F2-4D84-A9A5-C89D287CEB3C}" sibTransId="{6F2C2375-F9D9-461A-8B2E-32C423782D57}"/>
    <dgm:cxn modelId="{D71E94F0-9AC9-47E5-8FAB-F148120F2A9A}" type="presOf" srcId="{BD4BF07A-BE50-49C4-8631-1691A97C422A}" destId="{E860ABF9-29EE-41A1-AE60-BB65875BB1C2}" srcOrd="0" destOrd="0" presId="urn:microsoft.com/office/officeart/2005/8/layout/list1"/>
    <dgm:cxn modelId="{432E7672-0456-4A2A-86B5-88D5F96BC4EE}" type="presParOf" srcId="{7C8EA1BD-0EAC-4A8E-9E15-83FE4F665D83}" destId="{B314D058-0888-40BA-8F9F-E11BAFC94F97}" srcOrd="0" destOrd="0" presId="urn:microsoft.com/office/officeart/2005/8/layout/list1"/>
    <dgm:cxn modelId="{FF2A4D03-7B05-4A8A-9BED-DDC4018CD037}" type="presParOf" srcId="{B314D058-0888-40BA-8F9F-E11BAFC94F97}" destId="{E860ABF9-29EE-41A1-AE60-BB65875BB1C2}" srcOrd="0" destOrd="0" presId="urn:microsoft.com/office/officeart/2005/8/layout/list1"/>
    <dgm:cxn modelId="{2E347818-CD32-4893-90CF-CC5BA315ADD5}" type="presParOf" srcId="{B314D058-0888-40BA-8F9F-E11BAFC94F97}" destId="{44E0AA51-11BB-4297-A4A6-D5A4C395A22A}" srcOrd="1" destOrd="0" presId="urn:microsoft.com/office/officeart/2005/8/layout/list1"/>
    <dgm:cxn modelId="{DABBBE39-76F6-407D-8F30-35131461289B}" type="presParOf" srcId="{7C8EA1BD-0EAC-4A8E-9E15-83FE4F665D83}" destId="{607EACEB-7110-45DE-9382-1F8AAB5D6828}" srcOrd="1" destOrd="0" presId="urn:microsoft.com/office/officeart/2005/8/layout/list1"/>
    <dgm:cxn modelId="{816C5A48-60E0-447A-A0BC-0D39CFFB3703}" type="presParOf" srcId="{7C8EA1BD-0EAC-4A8E-9E15-83FE4F665D83}" destId="{5C3C625D-15A9-4D72-94BE-7D8879C5A5C1}" srcOrd="2" destOrd="0" presId="urn:microsoft.com/office/officeart/2005/8/layout/list1"/>
    <dgm:cxn modelId="{052A1CE3-26EA-4F64-B3CB-6C5A704AB1D0}" type="presParOf" srcId="{7C8EA1BD-0EAC-4A8E-9E15-83FE4F665D83}" destId="{A82D2073-C9A3-478A-96C2-3BFA79C8B4B8}" srcOrd="3" destOrd="0" presId="urn:microsoft.com/office/officeart/2005/8/layout/list1"/>
    <dgm:cxn modelId="{EB7EDD59-3820-47BF-8BF7-885642C29008}" type="presParOf" srcId="{7C8EA1BD-0EAC-4A8E-9E15-83FE4F665D83}" destId="{3B3F55E4-6047-45FB-AEF9-B2428C85E5B7}" srcOrd="4" destOrd="0" presId="urn:microsoft.com/office/officeart/2005/8/layout/list1"/>
    <dgm:cxn modelId="{FC831CAF-B019-4BBA-B7F8-8787E9035AEF}" type="presParOf" srcId="{3B3F55E4-6047-45FB-AEF9-B2428C85E5B7}" destId="{4A15FBF0-C0DA-446E-8F93-AF62EC095844}" srcOrd="0" destOrd="0" presId="urn:microsoft.com/office/officeart/2005/8/layout/list1"/>
    <dgm:cxn modelId="{83F37112-B112-4F4C-A784-33356BBF8741}" type="presParOf" srcId="{3B3F55E4-6047-45FB-AEF9-B2428C85E5B7}" destId="{E54A120E-2683-4AEE-A9DC-5E2233918618}" srcOrd="1" destOrd="0" presId="urn:microsoft.com/office/officeart/2005/8/layout/list1"/>
    <dgm:cxn modelId="{C77F2C41-5177-4B15-BEF4-81CD20466BBC}" type="presParOf" srcId="{7C8EA1BD-0EAC-4A8E-9E15-83FE4F665D83}" destId="{B64123FC-C61B-4486-B475-6C087E21A82B}" srcOrd="5" destOrd="0" presId="urn:microsoft.com/office/officeart/2005/8/layout/list1"/>
    <dgm:cxn modelId="{9117F12E-4838-4872-B845-2CB5BA8D1946}" type="presParOf" srcId="{7C8EA1BD-0EAC-4A8E-9E15-83FE4F665D83}" destId="{72D5AB8A-0568-45D3-B5AE-26D7BCD3E222}" srcOrd="6" destOrd="0" presId="urn:microsoft.com/office/officeart/2005/8/layout/list1"/>
    <dgm:cxn modelId="{736B7FF2-EE5B-4962-AECA-1917A3C6352F}" type="presParOf" srcId="{7C8EA1BD-0EAC-4A8E-9E15-83FE4F665D83}" destId="{0943C9D5-EFE3-46CA-9BF3-F5C8B101FC97}" srcOrd="7" destOrd="0" presId="urn:microsoft.com/office/officeart/2005/8/layout/list1"/>
    <dgm:cxn modelId="{7A586207-73EA-4B3E-B64C-1727C4E6A892}" type="presParOf" srcId="{7C8EA1BD-0EAC-4A8E-9E15-83FE4F665D83}" destId="{42EF9FB0-F498-4806-B8B6-803F052CFBEC}" srcOrd="8" destOrd="0" presId="urn:microsoft.com/office/officeart/2005/8/layout/list1"/>
    <dgm:cxn modelId="{F8021FEA-998F-4F2E-BBDF-9A2FB1F9AF80}" type="presParOf" srcId="{42EF9FB0-F498-4806-B8B6-803F052CFBEC}" destId="{7EB352FB-6353-4EF9-B84E-8183F7CE9A46}" srcOrd="0" destOrd="0" presId="urn:microsoft.com/office/officeart/2005/8/layout/list1"/>
    <dgm:cxn modelId="{BF7C42F0-1135-4212-86CB-11E5B8828E8A}" type="presParOf" srcId="{42EF9FB0-F498-4806-B8B6-803F052CFBEC}" destId="{B2EFFBB0-AF38-44B8-9B3B-31560F82429D}" srcOrd="1" destOrd="0" presId="urn:microsoft.com/office/officeart/2005/8/layout/list1"/>
    <dgm:cxn modelId="{A8B828A2-DFF1-4E67-B93A-E30A5964A19E}" type="presParOf" srcId="{7C8EA1BD-0EAC-4A8E-9E15-83FE4F665D83}" destId="{C14397F2-6322-4AF4-A58B-A42CF0E4CCEB}" srcOrd="9" destOrd="0" presId="urn:microsoft.com/office/officeart/2005/8/layout/list1"/>
    <dgm:cxn modelId="{76278034-9A38-4190-8DF9-AFAFD2EB90B6}" type="presParOf" srcId="{7C8EA1BD-0EAC-4A8E-9E15-83FE4F665D83}" destId="{E1F46B5C-F56A-42F2-A865-32D4E0657FF7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152B8FF-95A3-441B-8DDB-F302C888867A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50791145-306F-44FC-862F-6B2B270B6B0C}">
      <dgm:prSet phldrT="[文本]"/>
      <dgm:spPr/>
      <dgm:t>
        <a:bodyPr/>
        <a:lstStyle/>
        <a:p>
          <a:pPr>
            <a:buNone/>
          </a:pPr>
          <a:r>
            <a:rPr lang="zh-CN"/>
            <a:t>反范式化设计</a:t>
          </a:r>
          <a:endParaRPr lang="zh-CN" altLang="en-US"/>
        </a:p>
      </dgm:t>
    </dgm:pt>
    <dgm:pt modelId="{3F55F1A1-F24D-43DE-A2F6-BDF54CE4053B}" type="parTrans" cxnId="{BA5F3732-4F6E-462D-8279-23F1585B3882}">
      <dgm:prSet/>
      <dgm:spPr/>
      <dgm:t>
        <a:bodyPr/>
        <a:lstStyle/>
        <a:p>
          <a:endParaRPr lang="zh-CN" altLang="en-US"/>
        </a:p>
      </dgm:t>
    </dgm:pt>
    <dgm:pt modelId="{C62F6AA2-DEB6-4670-9497-0FBE55BCDA85}" type="sibTrans" cxnId="{BA5F3732-4F6E-462D-8279-23F1585B3882}">
      <dgm:prSet/>
      <dgm:spPr/>
      <dgm:t>
        <a:bodyPr/>
        <a:lstStyle/>
        <a:p>
          <a:endParaRPr lang="zh-CN" altLang="en-US"/>
        </a:p>
      </dgm:t>
    </dgm:pt>
    <dgm:pt modelId="{DB92BCFC-59E0-4E40-8CF3-2FEDB1E8342E}">
      <dgm:prSet phldrT="[文本]"/>
      <dgm:spPr/>
      <dgm:t>
        <a:bodyPr/>
        <a:lstStyle/>
        <a:p>
          <a:pPr>
            <a:buNone/>
          </a:pPr>
          <a:r>
            <a:rPr lang="zh-CN"/>
            <a:t>统一大小写</a:t>
          </a:r>
          <a:endParaRPr lang="zh-CN" altLang="en-US"/>
        </a:p>
      </dgm:t>
    </dgm:pt>
    <dgm:pt modelId="{DCB551C6-A331-431B-8700-7D7C876B4D67}" type="parTrans" cxnId="{F922F7AC-44F3-4F27-81DA-995E9A533680}">
      <dgm:prSet/>
      <dgm:spPr/>
      <dgm:t>
        <a:bodyPr/>
        <a:lstStyle/>
        <a:p>
          <a:endParaRPr lang="zh-CN" altLang="en-US"/>
        </a:p>
      </dgm:t>
    </dgm:pt>
    <dgm:pt modelId="{B1A9B659-E755-4B73-AFC8-DBDED6BEF29E}" type="sibTrans" cxnId="{F922F7AC-44F3-4F27-81DA-995E9A533680}">
      <dgm:prSet/>
      <dgm:spPr/>
      <dgm:t>
        <a:bodyPr/>
        <a:lstStyle/>
        <a:p>
          <a:endParaRPr lang="zh-CN" altLang="en-US"/>
        </a:p>
      </dgm:t>
    </dgm:pt>
    <dgm:pt modelId="{304B5B91-EC33-4B80-AA0D-29F6A7353F67}">
      <dgm:prSet phldrT="[文本]"/>
      <dgm:spPr/>
      <dgm:t>
        <a:bodyPr/>
        <a:lstStyle/>
        <a:p>
          <a:pPr>
            <a:buNone/>
          </a:pPr>
          <a:r>
            <a:rPr lang="zh-CN"/>
            <a:t>规范命名</a:t>
          </a:r>
          <a:endParaRPr lang="zh-CN" altLang="en-US"/>
        </a:p>
      </dgm:t>
    </dgm:pt>
    <dgm:pt modelId="{258484EE-B9D5-4B17-B802-293F8E293B9C}" type="parTrans" cxnId="{AA6F2144-02C2-4299-971D-B8F5DE364420}">
      <dgm:prSet/>
      <dgm:spPr/>
      <dgm:t>
        <a:bodyPr/>
        <a:lstStyle/>
        <a:p>
          <a:endParaRPr lang="zh-CN" altLang="en-US"/>
        </a:p>
      </dgm:t>
    </dgm:pt>
    <dgm:pt modelId="{3B6F48CE-1ADF-4C7F-BFD2-D0F48D6D2056}" type="sibTrans" cxnId="{AA6F2144-02C2-4299-971D-B8F5DE364420}">
      <dgm:prSet/>
      <dgm:spPr/>
      <dgm:t>
        <a:bodyPr/>
        <a:lstStyle/>
        <a:p>
          <a:endParaRPr lang="zh-CN" altLang="en-US"/>
        </a:p>
      </dgm:t>
    </dgm:pt>
    <dgm:pt modelId="{292808DB-1B88-4B55-AA46-79EBDAA6D4BD}">
      <dgm:prSet phldrT="[文本]"/>
      <dgm:spPr/>
      <dgm:t>
        <a:bodyPr/>
        <a:lstStyle/>
        <a:p>
          <a:pPr>
            <a:buNone/>
          </a:pPr>
          <a:r>
            <a:rPr lang="zh-CN"/>
            <a:t>注释</a:t>
          </a:r>
          <a:endParaRPr lang="zh-CN" altLang="en-US"/>
        </a:p>
      </dgm:t>
    </dgm:pt>
    <dgm:pt modelId="{D6393800-6292-4793-AB0E-229CA617B7FC}" type="parTrans" cxnId="{7A21A0E7-E4D5-48AC-84E1-BB7BFBD87673}">
      <dgm:prSet/>
      <dgm:spPr/>
      <dgm:t>
        <a:bodyPr/>
        <a:lstStyle/>
        <a:p>
          <a:endParaRPr lang="zh-CN" altLang="en-US"/>
        </a:p>
      </dgm:t>
    </dgm:pt>
    <dgm:pt modelId="{41B21DE9-78EF-4968-8D5D-ED6E91685C2B}" type="sibTrans" cxnId="{7A21A0E7-E4D5-48AC-84E1-BB7BFBD87673}">
      <dgm:prSet/>
      <dgm:spPr/>
      <dgm:t>
        <a:bodyPr/>
        <a:lstStyle/>
        <a:p>
          <a:endParaRPr lang="zh-CN" altLang="en-US"/>
        </a:p>
      </dgm:t>
    </dgm:pt>
    <dgm:pt modelId="{2A0FB91C-EF33-4754-B36E-5A397288CE16}">
      <dgm:prSet phldrT="[文本]"/>
      <dgm:spPr/>
      <dgm:t>
        <a:bodyPr/>
        <a:lstStyle/>
        <a:p>
          <a:pPr>
            <a:buNone/>
          </a:pPr>
          <a:r>
            <a:rPr lang="zh-CN"/>
            <a:t>预估与扩展性</a:t>
          </a:r>
          <a:endParaRPr lang="zh-CN" altLang="en-US"/>
        </a:p>
      </dgm:t>
    </dgm:pt>
    <dgm:pt modelId="{8035AF40-A1E9-45D4-9080-D9AA99945B3F}" type="parTrans" cxnId="{308E3F0D-D843-46EE-8825-6321538AF526}">
      <dgm:prSet/>
      <dgm:spPr/>
      <dgm:t>
        <a:bodyPr/>
        <a:lstStyle/>
        <a:p>
          <a:endParaRPr lang="zh-CN" altLang="en-US"/>
        </a:p>
      </dgm:t>
    </dgm:pt>
    <dgm:pt modelId="{C07E5C4A-33DB-4A4E-84EF-A079BF1146B2}" type="sibTrans" cxnId="{308E3F0D-D843-46EE-8825-6321538AF526}">
      <dgm:prSet/>
      <dgm:spPr/>
      <dgm:t>
        <a:bodyPr/>
        <a:lstStyle/>
        <a:p>
          <a:endParaRPr lang="zh-CN" altLang="en-US"/>
        </a:p>
      </dgm:t>
    </dgm:pt>
    <dgm:pt modelId="{DA20D7E5-ADDB-4814-8BF6-790117651C2A}">
      <dgm:prSet phldrT="[文本]"/>
      <dgm:spPr/>
      <dgm:t>
        <a:bodyPr/>
        <a:lstStyle/>
        <a:p>
          <a:pPr>
            <a:buNone/>
          </a:pPr>
          <a:r>
            <a:rPr lang="zh-CN"/>
            <a:t>数据量预估</a:t>
          </a:r>
          <a:endParaRPr lang="zh-CN" altLang="en-US"/>
        </a:p>
      </dgm:t>
    </dgm:pt>
    <dgm:pt modelId="{B8E6FBC2-1528-4F23-8FE8-9D8C8A01E84A}" type="parTrans" cxnId="{E01E858A-2A61-45AC-8A60-0D30E53F39E7}">
      <dgm:prSet/>
      <dgm:spPr/>
      <dgm:t>
        <a:bodyPr/>
        <a:lstStyle/>
        <a:p>
          <a:endParaRPr lang="zh-CN" altLang="en-US"/>
        </a:p>
      </dgm:t>
    </dgm:pt>
    <dgm:pt modelId="{68261B3D-0A81-4FF9-9F57-0C4404F5FB19}" type="sibTrans" cxnId="{E01E858A-2A61-45AC-8A60-0D30E53F39E7}">
      <dgm:prSet/>
      <dgm:spPr/>
      <dgm:t>
        <a:bodyPr/>
        <a:lstStyle/>
        <a:p>
          <a:endParaRPr lang="zh-CN" altLang="en-US"/>
        </a:p>
      </dgm:t>
    </dgm:pt>
    <dgm:pt modelId="{3302B698-D434-4AED-BAC4-2AFDEBC0CB80}">
      <dgm:prSet phldrT="[文本]"/>
      <dgm:spPr/>
      <dgm:t>
        <a:bodyPr/>
        <a:lstStyle/>
        <a:p>
          <a:pPr>
            <a:buNone/>
          </a:pPr>
          <a:r>
            <a:rPr lang="zh-CN"/>
            <a:t>字符集与排序规则</a:t>
          </a:r>
          <a:endParaRPr lang="zh-CN" altLang="en-US"/>
        </a:p>
      </dgm:t>
    </dgm:pt>
    <dgm:pt modelId="{585096B7-00C0-48C0-9269-3434B5EA5DE3}" type="parTrans" cxnId="{0CF58887-E8EE-4095-BD86-963CFD11B6C6}">
      <dgm:prSet/>
      <dgm:spPr/>
      <dgm:t>
        <a:bodyPr/>
        <a:lstStyle/>
        <a:p>
          <a:endParaRPr lang="zh-CN" altLang="en-US"/>
        </a:p>
      </dgm:t>
    </dgm:pt>
    <dgm:pt modelId="{D07E10B1-6F2F-42C0-A62B-F8A1C1B26F52}" type="sibTrans" cxnId="{0CF58887-E8EE-4095-BD86-963CFD11B6C6}">
      <dgm:prSet/>
      <dgm:spPr/>
      <dgm:t>
        <a:bodyPr/>
        <a:lstStyle/>
        <a:p>
          <a:endParaRPr lang="zh-CN" altLang="en-US"/>
        </a:p>
      </dgm:t>
    </dgm:pt>
    <dgm:pt modelId="{4E9DCB08-8E84-4636-9C2D-B3D27727448B}">
      <dgm:prSet phldrT="[文本]"/>
      <dgm:spPr/>
      <dgm:t>
        <a:bodyPr/>
        <a:lstStyle/>
        <a:p>
          <a:pPr>
            <a:buNone/>
          </a:pPr>
          <a:r>
            <a:rPr lang="zh-CN"/>
            <a:t>预留字段</a:t>
          </a:r>
          <a:endParaRPr lang="zh-CN" altLang="en-US"/>
        </a:p>
      </dgm:t>
    </dgm:pt>
    <dgm:pt modelId="{5ECB0A3B-7C94-4CA8-BC4C-BAC507DAF324}" type="parTrans" cxnId="{9D25E16E-BDD7-4E02-AAE6-FAE110B11A9D}">
      <dgm:prSet/>
      <dgm:spPr/>
      <dgm:t>
        <a:bodyPr/>
        <a:lstStyle/>
        <a:p>
          <a:endParaRPr lang="zh-CN" altLang="en-US"/>
        </a:p>
      </dgm:t>
    </dgm:pt>
    <dgm:pt modelId="{EF9F5224-0DC6-41FF-9917-50714E74EBB5}" type="sibTrans" cxnId="{9D25E16E-BDD7-4E02-AAE6-FAE110B11A9D}">
      <dgm:prSet/>
      <dgm:spPr/>
      <dgm:t>
        <a:bodyPr/>
        <a:lstStyle/>
        <a:p>
          <a:endParaRPr lang="zh-CN" altLang="en-US"/>
        </a:p>
      </dgm:t>
    </dgm:pt>
    <dgm:pt modelId="{FDE191AB-9332-4F1C-85B1-682FC250BA89}">
      <dgm:prSet phldrT="[文本]"/>
      <dgm:spPr/>
      <dgm:t>
        <a:bodyPr/>
        <a:lstStyle/>
        <a:p>
          <a:pPr>
            <a:buNone/>
          </a:pPr>
          <a:r>
            <a:rPr lang="zh-CN"/>
            <a:t>命名规范</a:t>
          </a:r>
          <a:endParaRPr lang="zh-CN" altLang="en-US"/>
        </a:p>
      </dgm:t>
    </dgm:pt>
    <dgm:pt modelId="{12BE9B1F-BA20-4D8F-9932-2321614753F6}" type="parTrans" cxnId="{DEF21535-7099-45EE-BA2C-970F71FC2DE0}">
      <dgm:prSet/>
      <dgm:spPr/>
      <dgm:t>
        <a:bodyPr/>
        <a:lstStyle/>
        <a:p>
          <a:endParaRPr lang="zh-CN" altLang="en-US"/>
        </a:p>
      </dgm:t>
    </dgm:pt>
    <dgm:pt modelId="{D3E991A7-B8A0-4A37-A80F-BCF9B79D25F3}" type="sibTrans" cxnId="{DEF21535-7099-45EE-BA2C-970F71FC2DE0}">
      <dgm:prSet/>
      <dgm:spPr/>
      <dgm:t>
        <a:bodyPr/>
        <a:lstStyle/>
        <a:p>
          <a:endParaRPr lang="zh-CN" altLang="en-US"/>
        </a:p>
      </dgm:t>
    </dgm:pt>
    <dgm:pt modelId="{5381AB0D-231D-43A8-B595-F0C997AFB65C}">
      <dgm:prSet phldrT="[文本]"/>
      <dgm:spPr/>
      <dgm:t>
        <a:bodyPr/>
        <a:lstStyle/>
        <a:p>
          <a:pPr>
            <a:buNone/>
          </a:pPr>
          <a:r>
            <a:rPr lang="zh-CN"/>
            <a:t>冗余计算列</a:t>
          </a:r>
          <a:endParaRPr lang="zh-CN" altLang="en-US"/>
        </a:p>
      </dgm:t>
    </dgm:pt>
    <dgm:pt modelId="{F1B215DB-3927-4571-9704-090E9277A6BE}" type="parTrans" cxnId="{871B83C9-6277-4045-A902-214E15912C5C}">
      <dgm:prSet/>
      <dgm:spPr/>
      <dgm:t>
        <a:bodyPr/>
        <a:lstStyle/>
        <a:p>
          <a:endParaRPr lang="zh-CN" altLang="en-US"/>
        </a:p>
      </dgm:t>
    </dgm:pt>
    <dgm:pt modelId="{BA65346B-C08D-4AA1-B091-D703C59FC966}" type="sibTrans" cxnId="{871B83C9-6277-4045-A902-214E15912C5C}">
      <dgm:prSet/>
      <dgm:spPr/>
      <dgm:t>
        <a:bodyPr/>
        <a:lstStyle/>
        <a:p>
          <a:endParaRPr lang="zh-CN" altLang="en-US"/>
        </a:p>
      </dgm:t>
    </dgm:pt>
    <dgm:pt modelId="{AFFB674E-8046-4EBE-AAF1-1D29E459C3C5}">
      <dgm:prSet phldrT="[文本]"/>
      <dgm:spPr/>
      <dgm:t>
        <a:bodyPr/>
        <a:lstStyle/>
        <a:p>
          <a:pPr>
            <a:buNone/>
          </a:pPr>
          <a:r>
            <a:rPr lang="zh-CN"/>
            <a:t>预计算汇总</a:t>
          </a:r>
          <a:endParaRPr lang="zh-CN" altLang="en-US"/>
        </a:p>
      </dgm:t>
    </dgm:pt>
    <dgm:pt modelId="{91AE6AD6-C3D5-4ED5-8DE4-9497119E5CF6}" type="parTrans" cxnId="{A1EC561F-3F9F-40ED-B3D0-8728F2F0F2C5}">
      <dgm:prSet/>
      <dgm:spPr/>
      <dgm:t>
        <a:bodyPr/>
        <a:lstStyle/>
        <a:p>
          <a:endParaRPr lang="zh-CN" altLang="en-US"/>
        </a:p>
      </dgm:t>
    </dgm:pt>
    <dgm:pt modelId="{EAA2AFE8-C6C1-4F10-9BDA-FD759592C4C6}" type="sibTrans" cxnId="{A1EC561F-3F9F-40ED-B3D0-8728F2F0F2C5}">
      <dgm:prSet/>
      <dgm:spPr/>
      <dgm:t>
        <a:bodyPr/>
        <a:lstStyle/>
        <a:p>
          <a:endParaRPr lang="zh-CN" altLang="en-US"/>
        </a:p>
      </dgm:t>
    </dgm:pt>
    <dgm:pt modelId="{C0EF16A3-A8CA-484E-9835-B6D9666DAAD0}">
      <dgm:prSet phldrT="[文本]"/>
      <dgm:spPr/>
      <dgm:t>
        <a:bodyPr/>
        <a:lstStyle/>
        <a:p>
          <a:pPr>
            <a:buNone/>
          </a:pPr>
          <a:r>
            <a:rPr lang="zh-CN"/>
            <a:t>字段合并</a:t>
          </a:r>
          <a:r>
            <a:rPr lang="en-US"/>
            <a:t>/</a:t>
          </a:r>
          <a:r>
            <a:rPr lang="zh-CN"/>
            <a:t>拆分</a:t>
          </a:r>
          <a:endParaRPr lang="zh-CN" altLang="en-US"/>
        </a:p>
      </dgm:t>
    </dgm:pt>
    <dgm:pt modelId="{136522B8-832F-4BDF-B23D-3AB9A44A764E}" type="parTrans" cxnId="{7D95C592-0148-4545-86F8-E2A71C570356}">
      <dgm:prSet/>
      <dgm:spPr/>
      <dgm:t>
        <a:bodyPr/>
        <a:lstStyle/>
        <a:p>
          <a:endParaRPr lang="zh-CN" altLang="en-US"/>
        </a:p>
      </dgm:t>
    </dgm:pt>
    <dgm:pt modelId="{5E6D3A9D-E816-458E-8785-746904EA64B4}" type="sibTrans" cxnId="{7D95C592-0148-4545-86F8-E2A71C570356}">
      <dgm:prSet/>
      <dgm:spPr/>
      <dgm:t>
        <a:bodyPr/>
        <a:lstStyle/>
        <a:p>
          <a:endParaRPr lang="zh-CN" altLang="en-US"/>
        </a:p>
      </dgm:t>
    </dgm:pt>
    <dgm:pt modelId="{7C8EA1BD-0EAC-4A8E-9E15-83FE4F665D83}" type="pres">
      <dgm:prSet presAssocID="{B152B8FF-95A3-441B-8DDB-F302C888867A}" presName="linear" presStyleCnt="0">
        <dgm:presLayoutVars>
          <dgm:dir/>
          <dgm:animLvl val="lvl"/>
          <dgm:resizeHandles val="exact"/>
        </dgm:presLayoutVars>
      </dgm:prSet>
      <dgm:spPr/>
    </dgm:pt>
    <dgm:pt modelId="{7D7F74E5-84D5-4295-A935-FB86F50BB866}" type="pres">
      <dgm:prSet presAssocID="{50791145-306F-44FC-862F-6B2B270B6B0C}" presName="parentLin" presStyleCnt="0"/>
      <dgm:spPr/>
    </dgm:pt>
    <dgm:pt modelId="{C61184BC-BFAB-4D19-8CC6-9E8878890313}" type="pres">
      <dgm:prSet presAssocID="{50791145-306F-44FC-862F-6B2B270B6B0C}" presName="parentLeftMargin" presStyleLbl="node1" presStyleIdx="0" presStyleCnt="3"/>
      <dgm:spPr/>
    </dgm:pt>
    <dgm:pt modelId="{C84D2F85-FFFB-433A-8715-6FEA6E0A902F}" type="pres">
      <dgm:prSet presAssocID="{50791145-306F-44FC-862F-6B2B270B6B0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3AEC509-DB75-46D4-B3A3-A9C7CC82224C}" type="pres">
      <dgm:prSet presAssocID="{50791145-306F-44FC-862F-6B2B270B6B0C}" presName="negativeSpace" presStyleCnt="0"/>
      <dgm:spPr/>
    </dgm:pt>
    <dgm:pt modelId="{A2613D88-C7A2-4E73-A6EF-CA39F8CB5C3E}" type="pres">
      <dgm:prSet presAssocID="{50791145-306F-44FC-862F-6B2B270B6B0C}" presName="childText" presStyleLbl="conFgAcc1" presStyleIdx="0" presStyleCnt="3">
        <dgm:presLayoutVars>
          <dgm:bulletEnabled val="1"/>
        </dgm:presLayoutVars>
      </dgm:prSet>
      <dgm:spPr/>
    </dgm:pt>
    <dgm:pt modelId="{8F4F9E8F-07D0-4BB8-9DF7-48E2C4415750}" type="pres">
      <dgm:prSet presAssocID="{C62F6AA2-DEB6-4670-9497-0FBE55BCDA85}" presName="spaceBetweenRectangles" presStyleCnt="0"/>
      <dgm:spPr/>
    </dgm:pt>
    <dgm:pt modelId="{1EAC5747-1BBE-411D-B7C1-EAA8F9B03CAE}" type="pres">
      <dgm:prSet presAssocID="{FDE191AB-9332-4F1C-85B1-682FC250BA89}" presName="parentLin" presStyleCnt="0"/>
      <dgm:spPr/>
    </dgm:pt>
    <dgm:pt modelId="{F4C15955-5673-4243-8214-4AA586805480}" type="pres">
      <dgm:prSet presAssocID="{FDE191AB-9332-4F1C-85B1-682FC250BA89}" presName="parentLeftMargin" presStyleLbl="node1" presStyleIdx="0" presStyleCnt="3"/>
      <dgm:spPr/>
    </dgm:pt>
    <dgm:pt modelId="{61A31BBC-F172-4668-8DC6-48FC2553C68F}" type="pres">
      <dgm:prSet presAssocID="{FDE191AB-9332-4F1C-85B1-682FC250BA8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5E9933F-4B00-4258-A4E0-EDED17503846}" type="pres">
      <dgm:prSet presAssocID="{FDE191AB-9332-4F1C-85B1-682FC250BA89}" presName="negativeSpace" presStyleCnt="0"/>
      <dgm:spPr/>
    </dgm:pt>
    <dgm:pt modelId="{FB90E624-2442-4618-9472-E5B7168930DD}" type="pres">
      <dgm:prSet presAssocID="{FDE191AB-9332-4F1C-85B1-682FC250BA89}" presName="childText" presStyleLbl="conFgAcc1" presStyleIdx="1" presStyleCnt="3">
        <dgm:presLayoutVars>
          <dgm:bulletEnabled val="1"/>
        </dgm:presLayoutVars>
      </dgm:prSet>
      <dgm:spPr/>
    </dgm:pt>
    <dgm:pt modelId="{67FD8A27-97EC-44CA-899E-FCF616920E1B}" type="pres">
      <dgm:prSet presAssocID="{D3E991A7-B8A0-4A37-A80F-BCF9B79D25F3}" presName="spaceBetweenRectangles" presStyleCnt="0"/>
      <dgm:spPr/>
    </dgm:pt>
    <dgm:pt modelId="{1E3F048D-1ECD-43A3-A987-740F09ACBA06}" type="pres">
      <dgm:prSet presAssocID="{2A0FB91C-EF33-4754-B36E-5A397288CE16}" presName="parentLin" presStyleCnt="0"/>
      <dgm:spPr/>
    </dgm:pt>
    <dgm:pt modelId="{1175AFEC-8CFC-4FF7-BB82-4A51F88F040E}" type="pres">
      <dgm:prSet presAssocID="{2A0FB91C-EF33-4754-B36E-5A397288CE16}" presName="parentLeftMargin" presStyleLbl="node1" presStyleIdx="1" presStyleCnt="3"/>
      <dgm:spPr/>
    </dgm:pt>
    <dgm:pt modelId="{1C8D20DC-CFF3-4082-8D54-9C2D39DD710C}" type="pres">
      <dgm:prSet presAssocID="{2A0FB91C-EF33-4754-B36E-5A397288CE16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CFD43113-C992-4E85-AFFB-FE7E0F79E7E1}" type="pres">
      <dgm:prSet presAssocID="{2A0FB91C-EF33-4754-B36E-5A397288CE16}" presName="negativeSpace" presStyleCnt="0"/>
      <dgm:spPr/>
    </dgm:pt>
    <dgm:pt modelId="{1AF5A4FD-CB60-4B05-9E72-FAB67898F6E6}" type="pres">
      <dgm:prSet presAssocID="{2A0FB91C-EF33-4754-B36E-5A397288CE16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C9308E06-2C20-430D-BD43-C4938B35C9F4}" type="presOf" srcId="{50791145-306F-44FC-862F-6B2B270B6B0C}" destId="{C84D2F85-FFFB-433A-8715-6FEA6E0A902F}" srcOrd="1" destOrd="0" presId="urn:microsoft.com/office/officeart/2005/8/layout/list1"/>
    <dgm:cxn modelId="{308E3F0D-D843-46EE-8825-6321538AF526}" srcId="{B152B8FF-95A3-441B-8DDB-F302C888867A}" destId="{2A0FB91C-EF33-4754-B36E-5A397288CE16}" srcOrd="2" destOrd="0" parTransId="{8035AF40-A1E9-45D4-9080-D9AA99945B3F}" sibTransId="{C07E5C4A-33DB-4A4E-84EF-A079BF1146B2}"/>
    <dgm:cxn modelId="{A1EC561F-3F9F-40ED-B3D0-8728F2F0F2C5}" srcId="{50791145-306F-44FC-862F-6B2B270B6B0C}" destId="{AFFB674E-8046-4EBE-AAF1-1D29E459C3C5}" srcOrd="1" destOrd="0" parTransId="{91AE6AD6-C3D5-4ED5-8DE4-9497119E5CF6}" sibTransId="{EAA2AFE8-C6C1-4F10-9BDA-FD759592C4C6}"/>
    <dgm:cxn modelId="{5183FB21-3312-4D4B-B2E8-943E185DB97C}" type="presOf" srcId="{B152B8FF-95A3-441B-8DDB-F302C888867A}" destId="{7C8EA1BD-0EAC-4A8E-9E15-83FE4F665D83}" srcOrd="0" destOrd="0" presId="urn:microsoft.com/office/officeart/2005/8/layout/list1"/>
    <dgm:cxn modelId="{BA5F3732-4F6E-462D-8279-23F1585B3882}" srcId="{B152B8FF-95A3-441B-8DDB-F302C888867A}" destId="{50791145-306F-44FC-862F-6B2B270B6B0C}" srcOrd="0" destOrd="0" parTransId="{3F55F1A1-F24D-43DE-A2F6-BDF54CE4053B}" sibTransId="{C62F6AA2-DEB6-4670-9497-0FBE55BCDA85}"/>
    <dgm:cxn modelId="{3DC86D34-1172-4690-A6BC-AC0EAC527A95}" type="presOf" srcId="{4E9DCB08-8E84-4636-9C2D-B3D27727448B}" destId="{1AF5A4FD-CB60-4B05-9E72-FAB67898F6E6}" srcOrd="0" destOrd="2" presId="urn:microsoft.com/office/officeart/2005/8/layout/list1"/>
    <dgm:cxn modelId="{DEF21535-7099-45EE-BA2C-970F71FC2DE0}" srcId="{B152B8FF-95A3-441B-8DDB-F302C888867A}" destId="{FDE191AB-9332-4F1C-85B1-682FC250BA89}" srcOrd="1" destOrd="0" parTransId="{12BE9B1F-BA20-4D8F-9932-2321614753F6}" sibTransId="{D3E991A7-B8A0-4A37-A80F-BCF9B79D25F3}"/>
    <dgm:cxn modelId="{5FEEF83A-8095-422E-99B7-BEA73DED29EE}" type="presOf" srcId="{50791145-306F-44FC-862F-6B2B270B6B0C}" destId="{C61184BC-BFAB-4D19-8CC6-9E8878890313}" srcOrd="0" destOrd="0" presId="urn:microsoft.com/office/officeart/2005/8/layout/list1"/>
    <dgm:cxn modelId="{386B3B3F-E80F-4C12-9433-6C666D7D7EE9}" type="presOf" srcId="{304B5B91-EC33-4B80-AA0D-29F6A7353F67}" destId="{FB90E624-2442-4618-9472-E5B7168930DD}" srcOrd="0" destOrd="1" presId="urn:microsoft.com/office/officeart/2005/8/layout/list1"/>
    <dgm:cxn modelId="{4218FD41-6088-4867-B042-B0C4894E5432}" type="presOf" srcId="{C0EF16A3-A8CA-484E-9835-B6D9666DAAD0}" destId="{A2613D88-C7A2-4E73-A6EF-CA39F8CB5C3E}" srcOrd="0" destOrd="2" presId="urn:microsoft.com/office/officeart/2005/8/layout/list1"/>
    <dgm:cxn modelId="{2A072E42-A852-4C91-A680-B58441F01737}" type="presOf" srcId="{DA20D7E5-ADDB-4814-8BF6-790117651C2A}" destId="{1AF5A4FD-CB60-4B05-9E72-FAB67898F6E6}" srcOrd="0" destOrd="0" presId="urn:microsoft.com/office/officeart/2005/8/layout/list1"/>
    <dgm:cxn modelId="{AA6F2144-02C2-4299-971D-B8F5DE364420}" srcId="{FDE191AB-9332-4F1C-85B1-682FC250BA89}" destId="{304B5B91-EC33-4B80-AA0D-29F6A7353F67}" srcOrd="1" destOrd="0" parTransId="{258484EE-B9D5-4B17-B802-293F8E293B9C}" sibTransId="{3B6F48CE-1ADF-4C7F-BFD2-D0F48D6D2056}"/>
    <dgm:cxn modelId="{9D25E16E-BDD7-4E02-AAE6-FAE110B11A9D}" srcId="{2A0FB91C-EF33-4754-B36E-5A397288CE16}" destId="{4E9DCB08-8E84-4636-9C2D-B3D27727448B}" srcOrd="2" destOrd="0" parTransId="{5ECB0A3B-7C94-4CA8-BC4C-BAC507DAF324}" sibTransId="{EF9F5224-0DC6-41FF-9917-50714E74EBB5}"/>
    <dgm:cxn modelId="{947FCA71-E48F-4CD3-85B8-545A9AB95500}" type="presOf" srcId="{FDE191AB-9332-4F1C-85B1-682FC250BA89}" destId="{F4C15955-5673-4243-8214-4AA586805480}" srcOrd="0" destOrd="0" presId="urn:microsoft.com/office/officeart/2005/8/layout/list1"/>
    <dgm:cxn modelId="{2F3DEF76-968B-426C-851F-7AF835D0EE82}" type="presOf" srcId="{3302B698-D434-4AED-BAC4-2AFDEBC0CB80}" destId="{1AF5A4FD-CB60-4B05-9E72-FAB67898F6E6}" srcOrd="0" destOrd="1" presId="urn:microsoft.com/office/officeart/2005/8/layout/list1"/>
    <dgm:cxn modelId="{1BF79658-B809-46A5-865D-70AC9CA1DDE7}" type="presOf" srcId="{2A0FB91C-EF33-4754-B36E-5A397288CE16}" destId="{1175AFEC-8CFC-4FF7-BB82-4A51F88F040E}" srcOrd="0" destOrd="0" presId="urn:microsoft.com/office/officeart/2005/8/layout/list1"/>
    <dgm:cxn modelId="{01FE2C7F-FFA2-4D23-8747-37CFD051AFB1}" type="presOf" srcId="{292808DB-1B88-4B55-AA46-79EBDAA6D4BD}" destId="{FB90E624-2442-4618-9472-E5B7168930DD}" srcOrd="0" destOrd="2" presId="urn:microsoft.com/office/officeart/2005/8/layout/list1"/>
    <dgm:cxn modelId="{0CF58887-E8EE-4095-BD86-963CFD11B6C6}" srcId="{2A0FB91C-EF33-4754-B36E-5A397288CE16}" destId="{3302B698-D434-4AED-BAC4-2AFDEBC0CB80}" srcOrd="1" destOrd="0" parTransId="{585096B7-00C0-48C0-9269-3434B5EA5DE3}" sibTransId="{D07E10B1-6F2F-42C0-A62B-F8A1C1B26F52}"/>
    <dgm:cxn modelId="{E01E858A-2A61-45AC-8A60-0D30E53F39E7}" srcId="{2A0FB91C-EF33-4754-B36E-5A397288CE16}" destId="{DA20D7E5-ADDB-4814-8BF6-790117651C2A}" srcOrd="0" destOrd="0" parTransId="{B8E6FBC2-1528-4F23-8FE8-9D8C8A01E84A}" sibTransId="{68261B3D-0A81-4FF9-9F57-0C4404F5FB19}"/>
    <dgm:cxn modelId="{B79EE88A-A4F0-456E-B4DB-39C7B1095265}" type="presOf" srcId="{AFFB674E-8046-4EBE-AAF1-1D29E459C3C5}" destId="{A2613D88-C7A2-4E73-A6EF-CA39F8CB5C3E}" srcOrd="0" destOrd="1" presId="urn:microsoft.com/office/officeart/2005/8/layout/list1"/>
    <dgm:cxn modelId="{7D95C592-0148-4545-86F8-E2A71C570356}" srcId="{50791145-306F-44FC-862F-6B2B270B6B0C}" destId="{C0EF16A3-A8CA-484E-9835-B6D9666DAAD0}" srcOrd="2" destOrd="0" parTransId="{136522B8-832F-4BDF-B23D-3AB9A44A764E}" sibTransId="{5E6D3A9D-E816-458E-8785-746904EA64B4}"/>
    <dgm:cxn modelId="{F922F7AC-44F3-4F27-81DA-995E9A533680}" srcId="{FDE191AB-9332-4F1C-85B1-682FC250BA89}" destId="{DB92BCFC-59E0-4E40-8CF3-2FEDB1E8342E}" srcOrd="0" destOrd="0" parTransId="{DCB551C6-A331-431B-8700-7D7C876B4D67}" sibTransId="{B1A9B659-E755-4B73-AFC8-DBDED6BEF29E}"/>
    <dgm:cxn modelId="{6CC7AEB8-CF8F-4403-AD0D-661D3A2AD41D}" type="presOf" srcId="{FDE191AB-9332-4F1C-85B1-682FC250BA89}" destId="{61A31BBC-F172-4668-8DC6-48FC2553C68F}" srcOrd="1" destOrd="0" presId="urn:microsoft.com/office/officeart/2005/8/layout/list1"/>
    <dgm:cxn modelId="{605614BD-EA96-44AC-AF57-8BD2872B6899}" type="presOf" srcId="{DB92BCFC-59E0-4E40-8CF3-2FEDB1E8342E}" destId="{FB90E624-2442-4618-9472-E5B7168930DD}" srcOrd="0" destOrd="0" presId="urn:microsoft.com/office/officeart/2005/8/layout/list1"/>
    <dgm:cxn modelId="{871B83C9-6277-4045-A902-214E15912C5C}" srcId="{50791145-306F-44FC-862F-6B2B270B6B0C}" destId="{5381AB0D-231D-43A8-B595-F0C997AFB65C}" srcOrd="0" destOrd="0" parTransId="{F1B215DB-3927-4571-9704-090E9277A6BE}" sibTransId="{BA65346B-C08D-4AA1-B091-D703C59FC966}"/>
    <dgm:cxn modelId="{2CC3F0E2-19F5-4CAD-B914-907EEE9DA1FD}" type="presOf" srcId="{2A0FB91C-EF33-4754-B36E-5A397288CE16}" destId="{1C8D20DC-CFF3-4082-8D54-9C2D39DD710C}" srcOrd="1" destOrd="0" presId="urn:microsoft.com/office/officeart/2005/8/layout/list1"/>
    <dgm:cxn modelId="{7A21A0E7-E4D5-48AC-84E1-BB7BFBD87673}" srcId="{FDE191AB-9332-4F1C-85B1-682FC250BA89}" destId="{292808DB-1B88-4B55-AA46-79EBDAA6D4BD}" srcOrd="2" destOrd="0" parTransId="{D6393800-6292-4793-AB0E-229CA617B7FC}" sibTransId="{41B21DE9-78EF-4968-8D5D-ED6E91685C2B}"/>
    <dgm:cxn modelId="{532419F5-E1E8-418D-9E6B-AD255F4334D0}" type="presOf" srcId="{5381AB0D-231D-43A8-B595-F0C997AFB65C}" destId="{A2613D88-C7A2-4E73-A6EF-CA39F8CB5C3E}" srcOrd="0" destOrd="0" presId="urn:microsoft.com/office/officeart/2005/8/layout/list1"/>
    <dgm:cxn modelId="{203A128F-999D-4C7A-91A3-3147E6A8C138}" type="presParOf" srcId="{7C8EA1BD-0EAC-4A8E-9E15-83FE4F665D83}" destId="{7D7F74E5-84D5-4295-A935-FB86F50BB866}" srcOrd="0" destOrd="0" presId="urn:microsoft.com/office/officeart/2005/8/layout/list1"/>
    <dgm:cxn modelId="{26393505-D431-4FE0-A30C-D2E46EDB7016}" type="presParOf" srcId="{7D7F74E5-84D5-4295-A935-FB86F50BB866}" destId="{C61184BC-BFAB-4D19-8CC6-9E8878890313}" srcOrd="0" destOrd="0" presId="urn:microsoft.com/office/officeart/2005/8/layout/list1"/>
    <dgm:cxn modelId="{B86EDBDE-4D28-4E1E-BC70-0D9681288947}" type="presParOf" srcId="{7D7F74E5-84D5-4295-A935-FB86F50BB866}" destId="{C84D2F85-FFFB-433A-8715-6FEA6E0A902F}" srcOrd="1" destOrd="0" presId="urn:microsoft.com/office/officeart/2005/8/layout/list1"/>
    <dgm:cxn modelId="{8D4A392A-32A9-4CA8-B543-EB52E0190EA8}" type="presParOf" srcId="{7C8EA1BD-0EAC-4A8E-9E15-83FE4F665D83}" destId="{23AEC509-DB75-46D4-B3A3-A9C7CC82224C}" srcOrd="1" destOrd="0" presId="urn:microsoft.com/office/officeart/2005/8/layout/list1"/>
    <dgm:cxn modelId="{67A4FF42-BB9D-43B4-A231-E72BA6BB5D22}" type="presParOf" srcId="{7C8EA1BD-0EAC-4A8E-9E15-83FE4F665D83}" destId="{A2613D88-C7A2-4E73-A6EF-CA39F8CB5C3E}" srcOrd="2" destOrd="0" presId="urn:microsoft.com/office/officeart/2005/8/layout/list1"/>
    <dgm:cxn modelId="{F179BF50-A2AA-437B-9802-52A080C6D787}" type="presParOf" srcId="{7C8EA1BD-0EAC-4A8E-9E15-83FE4F665D83}" destId="{8F4F9E8F-07D0-4BB8-9DF7-48E2C4415750}" srcOrd="3" destOrd="0" presId="urn:microsoft.com/office/officeart/2005/8/layout/list1"/>
    <dgm:cxn modelId="{C340EE48-F577-463E-B270-231C2B8FF193}" type="presParOf" srcId="{7C8EA1BD-0EAC-4A8E-9E15-83FE4F665D83}" destId="{1EAC5747-1BBE-411D-B7C1-EAA8F9B03CAE}" srcOrd="4" destOrd="0" presId="urn:microsoft.com/office/officeart/2005/8/layout/list1"/>
    <dgm:cxn modelId="{20F5C5C6-9F9C-4B88-932F-B4879A8612AE}" type="presParOf" srcId="{1EAC5747-1BBE-411D-B7C1-EAA8F9B03CAE}" destId="{F4C15955-5673-4243-8214-4AA586805480}" srcOrd="0" destOrd="0" presId="urn:microsoft.com/office/officeart/2005/8/layout/list1"/>
    <dgm:cxn modelId="{7ABD71A6-74E8-45D6-BE17-3E572FE08AF5}" type="presParOf" srcId="{1EAC5747-1BBE-411D-B7C1-EAA8F9B03CAE}" destId="{61A31BBC-F172-4668-8DC6-48FC2553C68F}" srcOrd="1" destOrd="0" presId="urn:microsoft.com/office/officeart/2005/8/layout/list1"/>
    <dgm:cxn modelId="{7B254E87-462B-4412-AA51-6EE5EE389164}" type="presParOf" srcId="{7C8EA1BD-0EAC-4A8E-9E15-83FE4F665D83}" destId="{F5E9933F-4B00-4258-A4E0-EDED17503846}" srcOrd="5" destOrd="0" presId="urn:microsoft.com/office/officeart/2005/8/layout/list1"/>
    <dgm:cxn modelId="{B3B9FB9E-6D0A-4B65-BE56-B3A4C845BC7D}" type="presParOf" srcId="{7C8EA1BD-0EAC-4A8E-9E15-83FE4F665D83}" destId="{FB90E624-2442-4618-9472-E5B7168930DD}" srcOrd="6" destOrd="0" presId="urn:microsoft.com/office/officeart/2005/8/layout/list1"/>
    <dgm:cxn modelId="{8B418D7F-B71D-4F5F-95DA-EB23442F766E}" type="presParOf" srcId="{7C8EA1BD-0EAC-4A8E-9E15-83FE4F665D83}" destId="{67FD8A27-97EC-44CA-899E-FCF616920E1B}" srcOrd="7" destOrd="0" presId="urn:microsoft.com/office/officeart/2005/8/layout/list1"/>
    <dgm:cxn modelId="{1F55AD6C-D2E8-4BD2-9AB0-8EC3A28EC4DE}" type="presParOf" srcId="{7C8EA1BD-0EAC-4A8E-9E15-83FE4F665D83}" destId="{1E3F048D-1ECD-43A3-A987-740F09ACBA06}" srcOrd="8" destOrd="0" presId="urn:microsoft.com/office/officeart/2005/8/layout/list1"/>
    <dgm:cxn modelId="{4277C7A6-B54F-4C87-AC4A-5D1F8D5E45C9}" type="presParOf" srcId="{1E3F048D-1ECD-43A3-A987-740F09ACBA06}" destId="{1175AFEC-8CFC-4FF7-BB82-4A51F88F040E}" srcOrd="0" destOrd="0" presId="urn:microsoft.com/office/officeart/2005/8/layout/list1"/>
    <dgm:cxn modelId="{567F2972-CBD9-45D2-9AFA-A106777E6956}" type="presParOf" srcId="{1E3F048D-1ECD-43A3-A987-740F09ACBA06}" destId="{1C8D20DC-CFF3-4082-8D54-9C2D39DD710C}" srcOrd="1" destOrd="0" presId="urn:microsoft.com/office/officeart/2005/8/layout/list1"/>
    <dgm:cxn modelId="{F84F599C-1301-4B82-A831-FB12083D2892}" type="presParOf" srcId="{7C8EA1BD-0EAC-4A8E-9E15-83FE4F665D83}" destId="{CFD43113-C992-4E85-AFFB-FE7E0F79E7E1}" srcOrd="9" destOrd="0" presId="urn:microsoft.com/office/officeart/2005/8/layout/list1"/>
    <dgm:cxn modelId="{967A4CBD-5148-4762-BEA5-60EFC0270D19}" type="presParOf" srcId="{7C8EA1BD-0EAC-4A8E-9E15-83FE4F665D83}" destId="{1AF5A4FD-CB60-4B05-9E72-FAB67898F6E6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6234F24-B125-4A62-AD0B-FBBFAF7247E0}" type="doc">
      <dgm:prSet loTypeId="urn:microsoft.com/office/officeart/2008/layout/PictureStrips" loCatId="list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zh-CN" altLang="en-US"/>
        </a:p>
      </dgm:t>
    </dgm:pt>
    <dgm:pt modelId="{061C55C2-C7C9-40A9-9D77-B04986DD39DC}">
      <dgm:prSet phldrT="[文本]"/>
      <dgm:spPr/>
      <dgm:t>
        <a:bodyPr/>
        <a:lstStyle/>
        <a:p>
          <a:r>
            <a:rPr lang="zh-CN" altLang="zh-CN" b="1"/>
            <a:t>教师工号</a:t>
          </a:r>
          <a:r>
            <a:rPr lang="en-US" altLang="zh-CN" b="1"/>
            <a:t>+</a:t>
          </a:r>
          <a:r>
            <a:rPr lang="zh-CN" altLang="zh-CN" b="1"/>
            <a:t>学年学期</a:t>
          </a:r>
          <a:r>
            <a:rPr lang="en-US" altLang="zh-CN" b="1"/>
            <a:t>——</a:t>
          </a:r>
          <a:r>
            <a:rPr lang="zh-CN" altLang="zh-CN" b="1"/>
            <a:t>联合索引</a:t>
          </a:r>
          <a:endParaRPr lang="zh-CN" altLang="en-US"/>
        </a:p>
      </dgm:t>
    </dgm:pt>
    <dgm:pt modelId="{C51D9E91-E288-4F28-A3B1-1494CD6346B4}" type="parTrans" cxnId="{7DAC1EAD-A6DB-4E7A-A3B0-48725032DD43}">
      <dgm:prSet/>
      <dgm:spPr/>
      <dgm:t>
        <a:bodyPr/>
        <a:lstStyle/>
        <a:p>
          <a:endParaRPr lang="zh-CN" altLang="en-US"/>
        </a:p>
      </dgm:t>
    </dgm:pt>
    <dgm:pt modelId="{148C1991-D65B-4C47-BA4F-597C08B476A3}" type="sibTrans" cxnId="{7DAC1EAD-A6DB-4E7A-A3B0-48725032DD43}">
      <dgm:prSet/>
      <dgm:spPr/>
      <dgm:t>
        <a:bodyPr/>
        <a:lstStyle/>
        <a:p>
          <a:endParaRPr lang="zh-CN" altLang="en-US"/>
        </a:p>
      </dgm:t>
    </dgm:pt>
    <dgm:pt modelId="{A0F64D85-FCF5-4175-BEC7-3102711E0825}">
      <dgm:prSet/>
      <dgm:spPr/>
      <dgm:t>
        <a:bodyPr/>
        <a:lstStyle/>
        <a:p>
          <a:r>
            <a:rPr lang="zh-CN" altLang="zh-CN" b="1"/>
            <a:t>学年学期</a:t>
          </a:r>
          <a:r>
            <a:rPr lang="en-US" altLang="zh-CN" b="1"/>
            <a:t>+</a:t>
          </a:r>
          <a:r>
            <a:rPr lang="zh-CN" altLang="en-US" b="1"/>
            <a:t>教师工号</a:t>
          </a:r>
          <a:r>
            <a:rPr lang="en-US" altLang="zh-CN" b="1"/>
            <a:t>——</a:t>
          </a:r>
          <a:r>
            <a:rPr lang="zh-CN" altLang="zh-CN" b="1"/>
            <a:t>联合索引</a:t>
          </a:r>
          <a:endParaRPr lang="zh-CN" altLang="zh-CN"/>
        </a:p>
      </dgm:t>
    </dgm:pt>
    <dgm:pt modelId="{14A324F3-1A08-4F6E-8AEC-D3AD30A66CF5}" type="parTrans" cxnId="{77362BBD-D619-4FCE-962E-5480527ABD79}">
      <dgm:prSet/>
      <dgm:spPr/>
      <dgm:t>
        <a:bodyPr/>
        <a:lstStyle/>
        <a:p>
          <a:endParaRPr lang="zh-CN" altLang="en-US"/>
        </a:p>
      </dgm:t>
    </dgm:pt>
    <dgm:pt modelId="{341FC20F-ADD9-423D-9022-A7BA9F9B4A84}" type="sibTrans" cxnId="{77362BBD-D619-4FCE-962E-5480527ABD79}">
      <dgm:prSet/>
      <dgm:spPr/>
      <dgm:t>
        <a:bodyPr/>
        <a:lstStyle/>
        <a:p>
          <a:endParaRPr lang="zh-CN" altLang="en-US"/>
        </a:p>
      </dgm:t>
    </dgm:pt>
    <dgm:pt modelId="{EA28E902-A0B5-45C2-855C-DF5B02F66167}" type="pres">
      <dgm:prSet presAssocID="{06234F24-B125-4A62-AD0B-FBBFAF7247E0}" presName="Name0" presStyleCnt="0">
        <dgm:presLayoutVars>
          <dgm:dir/>
          <dgm:resizeHandles val="exact"/>
        </dgm:presLayoutVars>
      </dgm:prSet>
      <dgm:spPr/>
    </dgm:pt>
    <dgm:pt modelId="{39597901-E4D8-480A-B5C1-DC0149465CB2}" type="pres">
      <dgm:prSet presAssocID="{061C55C2-C7C9-40A9-9D77-B04986DD39DC}" presName="composite" presStyleCnt="0"/>
      <dgm:spPr/>
    </dgm:pt>
    <dgm:pt modelId="{105D42C7-04E7-46E1-8D49-16DF26D393C1}" type="pres">
      <dgm:prSet presAssocID="{061C55C2-C7C9-40A9-9D77-B04986DD39DC}" presName="rect1" presStyleLbl="trAlignAcc1" presStyleIdx="0" presStyleCnt="2">
        <dgm:presLayoutVars>
          <dgm:bulletEnabled val="1"/>
        </dgm:presLayoutVars>
      </dgm:prSet>
      <dgm:spPr/>
    </dgm:pt>
    <dgm:pt modelId="{FDCFE820-8A1E-46F3-A400-F6ECCF7A77E4}" type="pres">
      <dgm:prSet presAssocID="{061C55C2-C7C9-40A9-9D77-B04986DD39DC}" presName="rect2" presStyleLbl="fgImgPlace1" presStyleIdx="0" presStyleCnt="2"/>
      <dgm:spPr>
        <a:blipFill>
          <a:blip xmlns:r="http://schemas.openxmlformats.org/officeDocument/2006/relationships" r:embed="rId1"/>
          <a:srcRect/>
          <a:stretch>
            <a:fillRect l="-25000" r="-25000"/>
          </a:stretch>
        </a:blipFill>
      </dgm:spPr>
    </dgm:pt>
    <dgm:pt modelId="{5AC32017-10AE-4A5C-B304-EFAA02484052}" type="pres">
      <dgm:prSet presAssocID="{148C1991-D65B-4C47-BA4F-597C08B476A3}" presName="sibTrans" presStyleCnt="0"/>
      <dgm:spPr/>
    </dgm:pt>
    <dgm:pt modelId="{3F69DD00-24A2-44DA-964C-E654A19A277F}" type="pres">
      <dgm:prSet presAssocID="{A0F64D85-FCF5-4175-BEC7-3102711E0825}" presName="composite" presStyleCnt="0"/>
      <dgm:spPr/>
    </dgm:pt>
    <dgm:pt modelId="{72B34279-6A0F-4E9C-B038-BA012EB15069}" type="pres">
      <dgm:prSet presAssocID="{A0F64D85-FCF5-4175-BEC7-3102711E0825}" presName="rect1" presStyleLbl="trAlignAcc1" presStyleIdx="1" presStyleCnt="2">
        <dgm:presLayoutVars>
          <dgm:bulletEnabled val="1"/>
        </dgm:presLayoutVars>
      </dgm:prSet>
      <dgm:spPr/>
    </dgm:pt>
    <dgm:pt modelId="{B2AD753A-C5D4-401E-8A1B-83BEE6A21AC1}" type="pres">
      <dgm:prSet presAssocID="{A0F64D85-FCF5-4175-BEC7-3102711E0825}" presName="rect2" presStyleLbl="fgImgPlace1" presStyleIdx="1" presStyleCnt="2"/>
      <dgm:spPr>
        <a:blipFill>
          <a:blip xmlns:r="http://schemas.openxmlformats.org/officeDocument/2006/relationships" r:embed="rId2"/>
          <a:srcRect/>
          <a:stretch>
            <a:fillRect l="-25000" r="-25000"/>
          </a:stretch>
        </a:blipFill>
      </dgm:spPr>
    </dgm:pt>
  </dgm:ptLst>
  <dgm:cxnLst>
    <dgm:cxn modelId="{E5B5E281-4BBF-4E52-9B94-E11586134FDE}" type="presOf" srcId="{A0F64D85-FCF5-4175-BEC7-3102711E0825}" destId="{72B34279-6A0F-4E9C-B038-BA012EB15069}" srcOrd="0" destOrd="0" presId="urn:microsoft.com/office/officeart/2008/layout/PictureStrips"/>
    <dgm:cxn modelId="{D8F2B288-A721-4759-861A-6D5B79B16FF5}" type="presOf" srcId="{06234F24-B125-4A62-AD0B-FBBFAF7247E0}" destId="{EA28E902-A0B5-45C2-855C-DF5B02F66167}" srcOrd="0" destOrd="0" presId="urn:microsoft.com/office/officeart/2008/layout/PictureStrips"/>
    <dgm:cxn modelId="{7DAC1EAD-A6DB-4E7A-A3B0-48725032DD43}" srcId="{06234F24-B125-4A62-AD0B-FBBFAF7247E0}" destId="{061C55C2-C7C9-40A9-9D77-B04986DD39DC}" srcOrd="0" destOrd="0" parTransId="{C51D9E91-E288-4F28-A3B1-1494CD6346B4}" sibTransId="{148C1991-D65B-4C47-BA4F-597C08B476A3}"/>
    <dgm:cxn modelId="{77362BBD-D619-4FCE-962E-5480527ABD79}" srcId="{06234F24-B125-4A62-AD0B-FBBFAF7247E0}" destId="{A0F64D85-FCF5-4175-BEC7-3102711E0825}" srcOrd="1" destOrd="0" parTransId="{14A324F3-1A08-4F6E-8AEC-D3AD30A66CF5}" sibTransId="{341FC20F-ADD9-423D-9022-A7BA9F9B4A84}"/>
    <dgm:cxn modelId="{6D1D63F8-8A02-494C-9C1A-76FBB5D993BE}" type="presOf" srcId="{061C55C2-C7C9-40A9-9D77-B04986DD39DC}" destId="{105D42C7-04E7-46E1-8D49-16DF26D393C1}" srcOrd="0" destOrd="0" presId="urn:microsoft.com/office/officeart/2008/layout/PictureStrips"/>
    <dgm:cxn modelId="{F97A41E2-B6E3-4BDA-8676-0409C7E1A72F}" type="presParOf" srcId="{EA28E902-A0B5-45C2-855C-DF5B02F66167}" destId="{39597901-E4D8-480A-B5C1-DC0149465CB2}" srcOrd="0" destOrd="0" presId="urn:microsoft.com/office/officeart/2008/layout/PictureStrips"/>
    <dgm:cxn modelId="{79A5A39E-7347-4A4A-A94F-6F66D52137F9}" type="presParOf" srcId="{39597901-E4D8-480A-B5C1-DC0149465CB2}" destId="{105D42C7-04E7-46E1-8D49-16DF26D393C1}" srcOrd="0" destOrd="0" presId="urn:microsoft.com/office/officeart/2008/layout/PictureStrips"/>
    <dgm:cxn modelId="{745652CA-AB3A-4422-8D7B-5297A1A42F3D}" type="presParOf" srcId="{39597901-E4D8-480A-B5C1-DC0149465CB2}" destId="{FDCFE820-8A1E-46F3-A400-F6ECCF7A77E4}" srcOrd="1" destOrd="0" presId="urn:microsoft.com/office/officeart/2008/layout/PictureStrips"/>
    <dgm:cxn modelId="{602D14C8-2B05-4F7E-8C7E-D6392AC6F771}" type="presParOf" srcId="{EA28E902-A0B5-45C2-855C-DF5B02F66167}" destId="{5AC32017-10AE-4A5C-B304-EFAA02484052}" srcOrd="1" destOrd="0" presId="urn:microsoft.com/office/officeart/2008/layout/PictureStrips"/>
    <dgm:cxn modelId="{F64B3516-1EFF-4A80-9F48-401DA07716FE}" type="presParOf" srcId="{EA28E902-A0B5-45C2-855C-DF5B02F66167}" destId="{3F69DD00-24A2-44DA-964C-E654A19A277F}" srcOrd="2" destOrd="0" presId="urn:microsoft.com/office/officeart/2008/layout/PictureStrips"/>
    <dgm:cxn modelId="{B53B3813-FCA6-47D5-99F7-8D9F7D226BF2}" type="presParOf" srcId="{3F69DD00-24A2-44DA-964C-E654A19A277F}" destId="{72B34279-6A0F-4E9C-B038-BA012EB15069}" srcOrd="0" destOrd="0" presId="urn:microsoft.com/office/officeart/2008/layout/PictureStrips"/>
    <dgm:cxn modelId="{BD1495BD-6C07-4F31-8854-EDBAA4E34854}" type="presParOf" srcId="{3F69DD00-24A2-44DA-964C-E654A19A277F}" destId="{B2AD753A-C5D4-401E-8A1B-83BEE6A21AC1}" srcOrd="1" destOrd="0" presId="urn:microsoft.com/office/officeart/2008/layout/PictureStrip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74ED5CBF-EEF0-4E99-BA79-7958EECA559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D5A915C2-B324-4035-BED5-603A70BDF4EC}">
      <dgm:prSet phldrT="[文本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b="1" i="0"/>
            <a:t>支持的查询</a:t>
          </a:r>
          <a:r>
            <a:rPr lang="zh-CN" altLang="en-US" b="0" i="0"/>
            <a:t>：</a:t>
          </a:r>
          <a:endParaRPr lang="zh-CN" altLang="en-US"/>
        </a:p>
      </dgm:t>
    </dgm:pt>
    <dgm:pt modelId="{E5587A84-1C55-4733-B14B-FEE52D8FCDD0}" type="parTrans" cxnId="{4E3996A7-81E1-4747-A2EF-A9BA5218374A}">
      <dgm:prSet/>
      <dgm:spPr/>
      <dgm:t>
        <a:bodyPr/>
        <a:lstStyle/>
        <a:p>
          <a:endParaRPr lang="zh-CN" altLang="en-US"/>
        </a:p>
      </dgm:t>
    </dgm:pt>
    <dgm:pt modelId="{2934A75A-C7E6-4847-8698-7CC7EA2D9842}" type="sibTrans" cxnId="{4E3996A7-81E1-4747-A2EF-A9BA5218374A}">
      <dgm:prSet/>
      <dgm:spPr/>
      <dgm:t>
        <a:bodyPr/>
        <a:lstStyle/>
        <a:p>
          <a:endParaRPr lang="zh-CN" altLang="en-US"/>
        </a:p>
      </dgm:t>
    </dgm:pt>
    <dgm:pt modelId="{637519CC-4CE2-45EF-8127-28EFF7CA6F0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b="1" i="0"/>
            <a:t>不支持的查询</a:t>
          </a:r>
          <a:r>
            <a:rPr lang="zh-CN" altLang="en-US" b="0" i="0"/>
            <a:t>：</a:t>
          </a:r>
        </a:p>
      </dgm:t>
    </dgm:pt>
    <dgm:pt modelId="{1267EC32-8CAC-479A-BA5C-D575E7550B55}" type="parTrans" cxnId="{BF61AC9E-F4C3-4282-919F-0E887195322D}">
      <dgm:prSet/>
      <dgm:spPr/>
      <dgm:t>
        <a:bodyPr/>
        <a:lstStyle/>
        <a:p>
          <a:endParaRPr lang="zh-CN" altLang="en-US"/>
        </a:p>
      </dgm:t>
    </dgm:pt>
    <dgm:pt modelId="{0A361468-13AE-4919-ACEA-7B5206BE1BE6}" type="sibTrans" cxnId="{BF61AC9E-F4C3-4282-919F-0E887195322D}">
      <dgm:prSet/>
      <dgm:spPr/>
      <dgm:t>
        <a:bodyPr/>
        <a:lstStyle/>
        <a:p>
          <a:endParaRPr lang="zh-CN" altLang="en-US"/>
        </a:p>
      </dgm:t>
    </dgm:pt>
    <dgm:pt modelId="{79E41CB1-ED22-4967-B7A7-F60116CFEDA4}">
      <dgm:prSet phldrT="[文本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b="0" i="0"/>
            <a:t>仅查工号；</a:t>
          </a:r>
          <a:endParaRPr lang="zh-CN" altLang="en-US"/>
        </a:p>
      </dgm:t>
    </dgm:pt>
    <dgm:pt modelId="{FF720F8F-2543-4F8E-B9F7-D717B1F0835E}" type="parTrans" cxnId="{09A50157-E4D3-49BF-B207-2AA67B3FB900}">
      <dgm:prSet/>
      <dgm:spPr/>
      <dgm:t>
        <a:bodyPr/>
        <a:lstStyle/>
        <a:p>
          <a:endParaRPr lang="zh-CN" altLang="en-US"/>
        </a:p>
      </dgm:t>
    </dgm:pt>
    <dgm:pt modelId="{F71DE9DE-9A0B-44B4-BAC3-A980D4829938}" type="sibTrans" cxnId="{09A50157-E4D3-49BF-B207-2AA67B3FB900}">
      <dgm:prSet/>
      <dgm:spPr/>
      <dgm:t>
        <a:bodyPr/>
        <a:lstStyle/>
        <a:p>
          <a:endParaRPr lang="zh-CN" altLang="en-US"/>
        </a:p>
      </dgm:t>
    </dgm:pt>
    <dgm:pt modelId="{32182F50-F264-4496-AE83-8C8814E70194}">
      <dgm:prSet phldrT="[文本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b="0" i="0"/>
            <a:t>查工号</a:t>
          </a:r>
          <a:r>
            <a:rPr lang="en-US" altLang="zh-CN" b="0" i="0"/>
            <a:t>+</a:t>
          </a:r>
          <a:r>
            <a:rPr lang="zh-CN" altLang="en-US" b="0" i="0"/>
            <a:t>学年学期；</a:t>
          </a:r>
          <a:endParaRPr lang="zh-CN" altLang="en-US"/>
        </a:p>
      </dgm:t>
    </dgm:pt>
    <dgm:pt modelId="{D1982647-1581-498D-BF29-912F97560D8D}" type="parTrans" cxnId="{699B6333-734E-4B54-AFA6-F866498B42AE}">
      <dgm:prSet/>
      <dgm:spPr/>
      <dgm:t>
        <a:bodyPr/>
        <a:lstStyle/>
        <a:p>
          <a:endParaRPr lang="zh-CN" altLang="en-US"/>
        </a:p>
      </dgm:t>
    </dgm:pt>
    <dgm:pt modelId="{A90B605F-2D75-4950-BC67-C417F7748637}" type="sibTrans" cxnId="{699B6333-734E-4B54-AFA6-F866498B42AE}">
      <dgm:prSet/>
      <dgm:spPr/>
      <dgm:t>
        <a:bodyPr/>
        <a:lstStyle/>
        <a:p>
          <a:endParaRPr lang="zh-CN" altLang="en-US"/>
        </a:p>
      </dgm:t>
    </dgm:pt>
    <dgm:pt modelId="{9F455CE6-3FA6-40BE-AD69-5E8454D1210A}">
      <dgm:prSet phldrT="[文本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b="0" i="0"/>
            <a:t>查工号</a:t>
          </a:r>
          <a:r>
            <a:rPr lang="en-US" altLang="zh-CN" b="0" i="0"/>
            <a:t>+</a:t>
          </a:r>
          <a:r>
            <a:rPr lang="zh-CN" altLang="en-US" b="0" i="0"/>
            <a:t>学期范围。</a:t>
          </a:r>
          <a:endParaRPr lang="zh-CN" altLang="en-US"/>
        </a:p>
      </dgm:t>
    </dgm:pt>
    <dgm:pt modelId="{6A620692-AD20-4CD0-B60F-CAE98EDDAEA6}" type="parTrans" cxnId="{DEC92781-3E3F-4130-927A-9852295A2781}">
      <dgm:prSet/>
      <dgm:spPr/>
      <dgm:t>
        <a:bodyPr/>
        <a:lstStyle/>
        <a:p>
          <a:endParaRPr lang="zh-CN" altLang="en-US"/>
        </a:p>
      </dgm:t>
    </dgm:pt>
    <dgm:pt modelId="{C86674FF-49C9-42BC-B1A3-F737D053C007}" type="sibTrans" cxnId="{DEC92781-3E3F-4130-927A-9852295A2781}">
      <dgm:prSet/>
      <dgm:spPr/>
      <dgm:t>
        <a:bodyPr/>
        <a:lstStyle/>
        <a:p>
          <a:endParaRPr lang="zh-CN" altLang="en-US"/>
        </a:p>
      </dgm:t>
    </dgm:pt>
    <dgm:pt modelId="{0D42940C-29B2-4956-A826-200F66FF57D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b="0" i="0"/>
            <a:t>仅查学年学期</a:t>
          </a:r>
        </a:p>
      </dgm:t>
    </dgm:pt>
    <dgm:pt modelId="{0C4CEDEE-69E8-42F4-956B-225A9DF7A71C}" type="parTrans" cxnId="{ADAA3B0B-51EF-46E9-B9DB-0BF853C4E641}">
      <dgm:prSet/>
      <dgm:spPr/>
      <dgm:t>
        <a:bodyPr/>
        <a:lstStyle/>
        <a:p>
          <a:endParaRPr lang="zh-CN" altLang="en-US"/>
        </a:p>
      </dgm:t>
    </dgm:pt>
    <dgm:pt modelId="{46712995-6C3E-4BBA-906E-EFE1D17E3F1E}" type="sibTrans" cxnId="{ADAA3B0B-51EF-46E9-B9DB-0BF853C4E641}">
      <dgm:prSet/>
      <dgm:spPr/>
      <dgm:t>
        <a:bodyPr/>
        <a:lstStyle/>
        <a:p>
          <a:endParaRPr lang="zh-CN" altLang="en-US"/>
        </a:p>
      </dgm:t>
    </dgm:pt>
    <dgm:pt modelId="{99AB8B3E-4567-4712-B3C7-DF87C17C657C}" type="pres">
      <dgm:prSet presAssocID="{74ED5CBF-EEF0-4E99-BA79-7958EECA559D}" presName="linear" presStyleCnt="0">
        <dgm:presLayoutVars>
          <dgm:dir/>
          <dgm:animLvl val="lvl"/>
          <dgm:resizeHandles val="exact"/>
        </dgm:presLayoutVars>
      </dgm:prSet>
      <dgm:spPr/>
    </dgm:pt>
    <dgm:pt modelId="{9E020A32-8291-4FE1-8F7A-E592C908C763}" type="pres">
      <dgm:prSet presAssocID="{D5A915C2-B324-4035-BED5-603A70BDF4EC}" presName="parentLin" presStyleCnt="0"/>
      <dgm:spPr/>
    </dgm:pt>
    <dgm:pt modelId="{FADE66E7-7C1C-48BA-BB81-A3231037B779}" type="pres">
      <dgm:prSet presAssocID="{D5A915C2-B324-4035-BED5-603A70BDF4EC}" presName="parentLeftMargin" presStyleLbl="node1" presStyleIdx="0" presStyleCnt="2"/>
      <dgm:spPr/>
    </dgm:pt>
    <dgm:pt modelId="{633DF91D-3FBA-4089-8199-4D5B046A1F84}" type="pres">
      <dgm:prSet presAssocID="{D5A915C2-B324-4035-BED5-603A70BDF4E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2F90116-D78A-41A8-B754-BEEB5192B31A}" type="pres">
      <dgm:prSet presAssocID="{D5A915C2-B324-4035-BED5-603A70BDF4EC}" presName="negativeSpace" presStyleCnt="0"/>
      <dgm:spPr/>
    </dgm:pt>
    <dgm:pt modelId="{A51D2CF2-BA76-4552-BD87-C4D9AC92C648}" type="pres">
      <dgm:prSet presAssocID="{D5A915C2-B324-4035-BED5-603A70BDF4EC}" presName="childText" presStyleLbl="conFgAcc1" presStyleIdx="0" presStyleCnt="2">
        <dgm:presLayoutVars>
          <dgm:bulletEnabled val="1"/>
        </dgm:presLayoutVars>
      </dgm:prSet>
      <dgm:spPr/>
    </dgm:pt>
    <dgm:pt modelId="{E1AAC4EA-FFAC-4FFE-931B-222ACBD3A8D1}" type="pres">
      <dgm:prSet presAssocID="{2934A75A-C7E6-4847-8698-7CC7EA2D9842}" presName="spaceBetweenRectangles" presStyleCnt="0"/>
      <dgm:spPr/>
    </dgm:pt>
    <dgm:pt modelId="{36C3D2DF-4ABF-42AD-9B87-31F1123249B2}" type="pres">
      <dgm:prSet presAssocID="{637519CC-4CE2-45EF-8127-28EFF7CA6F03}" presName="parentLin" presStyleCnt="0"/>
      <dgm:spPr/>
    </dgm:pt>
    <dgm:pt modelId="{E7F3586F-8A80-4ABC-A731-12CA363624E4}" type="pres">
      <dgm:prSet presAssocID="{637519CC-4CE2-45EF-8127-28EFF7CA6F03}" presName="parentLeftMargin" presStyleLbl="node1" presStyleIdx="0" presStyleCnt="2"/>
      <dgm:spPr/>
    </dgm:pt>
    <dgm:pt modelId="{FA4D9E94-A438-44B5-BAF0-16C7C4190380}" type="pres">
      <dgm:prSet presAssocID="{637519CC-4CE2-45EF-8127-28EFF7CA6F0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FF54C0E-7FB8-43AA-A9F0-33DDCDD0C22F}" type="pres">
      <dgm:prSet presAssocID="{637519CC-4CE2-45EF-8127-28EFF7CA6F03}" presName="negativeSpace" presStyleCnt="0"/>
      <dgm:spPr/>
    </dgm:pt>
    <dgm:pt modelId="{72C28040-55A4-4DCC-A180-E4ACADC707B2}" type="pres">
      <dgm:prSet presAssocID="{637519CC-4CE2-45EF-8127-28EFF7CA6F03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ADAA3B0B-51EF-46E9-B9DB-0BF853C4E641}" srcId="{637519CC-4CE2-45EF-8127-28EFF7CA6F03}" destId="{0D42940C-29B2-4956-A826-200F66FF57D2}" srcOrd="0" destOrd="0" parTransId="{0C4CEDEE-69E8-42F4-956B-225A9DF7A71C}" sibTransId="{46712995-6C3E-4BBA-906E-EFE1D17E3F1E}"/>
    <dgm:cxn modelId="{719B2C10-3ED1-4609-98D8-CB9ABB06402F}" type="presOf" srcId="{79E41CB1-ED22-4967-B7A7-F60116CFEDA4}" destId="{A51D2CF2-BA76-4552-BD87-C4D9AC92C648}" srcOrd="0" destOrd="0" presId="urn:microsoft.com/office/officeart/2005/8/layout/list1"/>
    <dgm:cxn modelId="{699B6333-734E-4B54-AFA6-F866498B42AE}" srcId="{D5A915C2-B324-4035-BED5-603A70BDF4EC}" destId="{32182F50-F264-4496-AE83-8C8814E70194}" srcOrd="1" destOrd="0" parTransId="{D1982647-1581-498D-BF29-912F97560D8D}" sibTransId="{A90B605F-2D75-4950-BC67-C417F7748637}"/>
    <dgm:cxn modelId="{8BEAA35C-4F1B-4EF9-A641-602EA9304D6B}" type="presOf" srcId="{D5A915C2-B324-4035-BED5-603A70BDF4EC}" destId="{633DF91D-3FBA-4089-8199-4D5B046A1F84}" srcOrd="1" destOrd="0" presId="urn:microsoft.com/office/officeart/2005/8/layout/list1"/>
    <dgm:cxn modelId="{09A50157-E4D3-49BF-B207-2AA67B3FB900}" srcId="{D5A915C2-B324-4035-BED5-603A70BDF4EC}" destId="{79E41CB1-ED22-4967-B7A7-F60116CFEDA4}" srcOrd="0" destOrd="0" parTransId="{FF720F8F-2543-4F8E-B9F7-D717B1F0835E}" sibTransId="{F71DE9DE-9A0B-44B4-BAC3-A980D4829938}"/>
    <dgm:cxn modelId="{46DDBB7B-43B9-4819-B383-FA655F096652}" type="presOf" srcId="{9F455CE6-3FA6-40BE-AD69-5E8454D1210A}" destId="{A51D2CF2-BA76-4552-BD87-C4D9AC92C648}" srcOrd="0" destOrd="2" presId="urn:microsoft.com/office/officeart/2005/8/layout/list1"/>
    <dgm:cxn modelId="{DEC92781-3E3F-4130-927A-9852295A2781}" srcId="{D5A915C2-B324-4035-BED5-603A70BDF4EC}" destId="{9F455CE6-3FA6-40BE-AD69-5E8454D1210A}" srcOrd="2" destOrd="0" parTransId="{6A620692-AD20-4CD0-B60F-CAE98EDDAEA6}" sibTransId="{C86674FF-49C9-42BC-B1A3-F737D053C007}"/>
    <dgm:cxn modelId="{7E34B68B-9F33-4958-9412-CB9150E83474}" type="presOf" srcId="{0D42940C-29B2-4956-A826-200F66FF57D2}" destId="{72C28040-55A4-4DCC-A180-E4ACADC707B2}" srcOrd="0" destOrd="0" presId="urn:microsoft.com/office/officeart/2005/8/layout/list1"/>
    <dgm:cxn modelId="{127DB893-95D6-4251-B87F-48BBEDABABA9}" type="presOf" srcId="{32182F50-F264-4496-AE83-8C8814E70194}" destId="{A51D2CF2-BA76-4552-BD87-C4D9AC92C648}" srcOrd="0" destOrd="1" presId="urn:microsoft.com/office/officeart/2005/8/layout/list1"/>
    <dgm:cxn modelId="{8C8FC495-6C01-44E9-A20B-32C9ECF436BF}" type="presOf" srcId="{637519CC-4CE2-45EF-8127-28EFF7CA6F03}" destId="{FA4D9E94-A438-44B5-BAF0-16C7C4190380}" srcOrd="1" destOrd="0" presId="urn:microsoft.com/office/officeart/2005/8/layout/list1"/>
    <dgm:cxn modelId="{BF61AC9E-F4C3-4282-919F-0E887195322D}" srcId="{74ED5CBF-EEF0-4E99-BA79-7958EECA559D}" destId="{637519CC-4CE2-45EF-8127-28EFF7CA6F03}" srcOrd="1" destOrd="0" parTransId="{1267EC32-8CAC-479A-BA5C-D575E7550B55}" sibTransId="{0A361468-13AE-4919-ACEA-7B5206BE1BE6}"/>
    <dgm:cxn modelId="{4E3996A7-81E1-4747-A2EF-A9BA5218374A}" srcId="{74ED5CBF-EEF0-4E99-BA79-7958EECA559D}" destId="{D5A915C2-B324-4035-BED5-603A70BDF4EC}" srcOrd="0" destOrd="0" parTransId="{E5587A84-1C55-4733-B14B-FEE52D8FCDD0}" sibTransId="{2934A75A-C7E6-4847-8698-7CC7EA2D9842}"/>
    <dgm:cxn modelId="{6EE17CB4-3E55-4121-A2D5-1E6C966438FC}" type="presOf" srcId="{637519CC-4CE2-45EF-8127-28EFF7CA6F03}" destId="{E7F3586F-8A80-4ABC-A731-12CA363624E4}" srcOrd="0" destOrd="0" presId="urn:microsoft.com/office/officeart/2005/8/layout/list1"/>
    <dgm:cxn modelId="{F4F637E1-F716-45D2-ACDC-4A898A09EEC7}" type="presOf" srcId="{74ED5CBF-EEF0-4E99-BA79-7958EECA559D}" destId="{99AB8B3E-4567-4712-B3C7-DF87C17C657C}" srcOrd="0" destOrd="0" presId="urn:microsoft.com/office/officeart/2005/8/layout/list1"/>
    <dgm:cxn modelId="{E4B40DE4-F578-4EFC-BDAA-50A0BBC57590}" type="presOf" srcId="{D5A915C2-B324-4035-BED5-603A70BDF4EC}" destId="{FADE66E7-7C1C-48BA-BB81-A3231037B779}" srcOrd="0" destOrd="0" presId="urn:microsoft.com/office/officeart/2005/8/layout/list1"/>
    <dgm:cxn modelId="{4AA843FD-7851-4CE1-B94C-7BE7CD4FA6E8}" type="presParOf" srcId="{99AB8B3E-4567-4712-B3C7-DF87C17C657C}" destId="{9E020A32-8291-4FE1-8F7A-E592C908C763}" srcOrd="0" destOrd="0" presId="urn:microsoft.com/office/officeart/2005/8/layout/list1"/>
    <dgm:cxn modelId="{754FAD5A-85ED-4BCF-A501-04E87B4C8CE4}" type="presParOf" srcId="{9E020A32-8291-4FE1-8F7A-E592C908C763}" destId="{FADE66E7-7C1C-48BA-BB81-A3231037B779}" srcOrd="0" destOrd="0" presId="urn:microsoft.com/office/officeart/2005/8/layout/list1"/>
    <dgm:cxn modelId="{16729288-631E-441D-B41E-C5DEA92F1DE9}" type="presParOf" srcId="{9E020A32-8291-4FE1-8F7A-E592C908C763}" destId="{633DF91D-3FBA-4089-8199-4D5B046A1F84}" srcOrd="1" destOrd="0" presId="urn:microsoft.com/office/officeart/2005/8/layout/list1"/>
    <dgm:cxn modelId="{41B45932-3D59-4FB0-B87F-39975B0E3146}" type="presParOf" srcId="{99AB8B3E-4567-4712-B3C7-DF87C17C657C}" destId="{C2F90116-D78A-41A8-B754-BEEB5192B31A}" srcOrd="1" destOrd="0" presId="urn:microsoft.com/office/officeart/2005/8/layout/list1"/>
    <dgm:cxn modelId="{967FAA23-78AC-4C10-970F-4484AA2AAAD1}" type="presParOf" srcId="{99AB8B3E-4567-4712-B3C7-DF87C17C657C}" destId="{A51D2CF2-BA76-4552-BD87-C4D9AC92C648}" srcOrd="2" destOrd="0" presId="urn:microsoft.com/office/officeart/2005/8/layout/list1"/>
    <dgm:cxn modelId="{02191DDD-9BB5-4504-AB04-F5BBF8B8A065}" type="presParOf" srcId="{99AB8B3E-4567-4712-B3C7-DF87C17C657C}" destId="{E1AAC4EA-FFAC-4FFE-931B-222ACBD3A8D1}" srcOrd="3" destOrd="0" presId="urn:microsoft.com/office/officeart/2005/8/layout/list1"/>
    <dgm:cxn modelId="{B0856A82-E5BC-4E00-B6E9-372CD1EA58E2}" type="presParOf" srcId="{99AB8B3E-4567-4712-B3C7-DF87C17C657C}" destId="{36C3D2DF-4ABF-42AD-9B87-31F1123249B2}" srcOrd="4" destOrd="0" presId="urn:microsoft.com/office/officeart/2005/8/layout/list1"/>
    <dgm:cxn modelId="{DBD3A85E-C789-412D-A35C-00BAD51BE8FB}" type="presParOf" srcId="{36C3D2DF-4ABF-42AD-9B87-31F1123249B2}" destId="{E7F3586F-8A80-4ABC-A731-12CA363624E4}" srcOrd="0" destOrd="0" presId="urn:microsoft.com/office/officeart/2005/8/layout/list1"/>
    <dgm:cxn modelId="{281F6033-93FD-4472-91D3-594CE1CDB2F5}" type="presParOf" srcId="{36C3D2DF-4ABF-42AD-9B87-31F1123249B2}" destId="{FA4D9E94-A438-44B5-BAF0-16C7C4190380}" srcOrd="1" destOrd="0" presId="urn:microsoft.com/office/officeart/2005/8/layout/list1"/>
    <dgm:cxn modelId="{F932C051-45CE-42F7-B0A1-D377DE742C41}" type="presParOf" srcId="{99AB8B3E-4567-4712-B3C7-DF87C17C657C}" destId="{4FF54C0E-7FB8-43AA-A9F0-33DDCDD0C22F}" srcOrd="5" destOrd="0" presId="urn:microsoft.com/office/officeart/2005/8/layout/list1"/>
    <dgm:cxn modelId="{DEE597FD-12C3-45E3-83FF-24819A0814E1}" type="presParOf" srcId="{99AB8B3E-4567-4712-B3C7-DF87C17C657C}" destId="{72C28040-55A4-4DCC-A180-E4ACADC707B2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74ED5CBF-EEF0-4E99-BA79-7958EECA559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D5A915C2-B324-4035-BED5-603A70BDF4EC}">
      <dgm:prSet phldrT="[文本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b="1" i="0"/>
            <a:t>支持的查询</a:t>
          </a:r>
          <a:r>
            <a:rPr lang="zh-CN" altLang="en-US" b="0" i="0"/>
            <a:t>：</a:t>
          </a:r>
          <a:endParaRPr lang="zh-CN" altLang="en-US"/>
        </a:p>
      </dgm:t>
    </dgm:pt>
    <dgm:pt modelId="{E5587A84-1C55-4733-B14B-FEE52D8FCDD0}" type="parTrans" cxnId="{4E3996A7-81E1-4747-A2EF-A9BA5218374A}">
      <dgm:prSet/>
      <dgm:spPr/>
      <dgm:t>
        <a:bodyPr/>
        <a:lstStyle/>
        <a:p>
          <a:endParaRPr lang="zh-CN" altLang="en-US"/>
        </a:p>
      </dgm:t>
    </dgm:pt>
    <dgm:pt modelId="{2934A75A-C7E6-4847-8698-7CC7EA2D9842}" type="sibTrans" cxnId="{4E3996A7-81E1-4747-A2EF-A9BA5218374A}">
      <dgm:prSet/>
      <dgm:spPr/>
      <dgm:t>
        <a:bodyPr/>
        <a:lstStyle/>
        <a:p>
          <a:endParaRPr lang="zh-CN" altLang="en-US"/>
        </a:p>
      </dgm:t>
    </dgm:pt>
    <dgm:pt modelId="{637519CC-4CE2-45EF-8127-28EFF7CA6F0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b="1" i="0"/>
            <a:t>不支持的查询</a:t>
          </a:r>
          <a:r>
            <a:rPr lang="zh-CN" altLang="en-US" b="0" i="0"/>
            <a:t>：</a:t>
          </a:r>
        </a:p>
      </dgm:t>
    </dgm:pt>
    <dgm:pt modelId="{1267EC32-8CAC-479A-BA5C-D575E7550B55}" type="parTrans" cxnId="{BF61AC9E-F4C3-4282-919F-0E887195322D}">
      <dgm:prSet/>
      <dgm:spPr/>
      <dgm:t>
        <a:bodyPr/>
        <a:lstStyle/>
        <a:p>
          <a:endParaRPr lang="zh-CN" altLang="en-US"/>
        </a:p>
      </dgm:t>
    </dgm:pt>
    <dgm:pt modelId="{0A361468-13AE-4919-ACEA-7B5206BE1BE6}" type="sibTrans" cxnId="{BF61AC9E-F4C3-4282-919F-0E887195322D}">
      <dgm:prSet/>
      <dgm:spPr/>
      <dgm:t>
        <a:bodyPr/>
        <a:lstStyle/>
        <a:p>
          <a:endParaRPr lang="zh-CN" altLang="en-US"/>
        </a:p>
      </dgm:t>
    </dgm:pt>
    <dgm:pt modelId="{79E41CB1-ED22-4967-B7A7-F60116CFEDA4}">
      <dgm:prSet phldrT="[文本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b="0" i="0"/>
            <a:t>仅查学年学期；</a:t>
          </a:r>
          <a:endParaRPr lang="zh-CN" altLang="en-US"/>
        </a:p>
      </dgm:t>
    </dgm:pt>
    <dgm:pt modelId="{FF720F8F-2543-4F8E-B9F7-D717B1F0835E}" type="parTrans" cxnId="{09A50157-E4D3-49BF-B207-2AA67B3FB900}">
      <dgm:prSet/>
      <dgm:spPr/>
      <dgm:t>
        <a:bodyPr/>
        <a:lstStyle/>
        <a:p>
          <a:endParaRPr lang="zh-CN" altLang="en-US"/>
        </a:p>
      </dgm:t>
    </dgm:pt>
    <dgm:pt modelId="{F71DE9DE-9A0B-44B4-BAC3-A980D4829938}" type="sibTrans" cxnId="{09A50157-E4D3-49BF-B207-2AA67B3FB900}">
      <dgm:prSet/>
      <dgm:spPr/>
      <dgm:t>
        <a:bodyPr/>
        <a:lstStyle/>
        <a:p>
          <a:endParaRPr lang="zh-CN" altLang="en-US"/>
        </a:p>
      </dgm:t>
    </dgm:pt>
    <dgm:pt modelId="{32182F50-F264-4496-AE83-8C8814E70194}">
      <dgm:prSet phldrT="[文本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b="0" i="0"/>
            <a:t>查工号</a:t>
          </a:r>
          <a:r>
            <a:rPr lang="en-US" altLang="zh-CN" b="0" i="0"/>
            <a:t>+</a:t>
          </a:r>
          <a:r>
            <a:rPr lang="zh-CN" altLang="en-US" b="0" i="0"/>
            <a:t>学年学期；</a:t>
          </a:r>
          <a:endParaRPr lang="zh-CN" altLang="en-US"/>
        </a:p>
      </dgm:t>
    </dgm:pt>
    <dgm:pt modelId="{D1982647-1581-498D-BF29-912F97560D8D}" type="parTrans" cxnId="{699B6333-734E-4B54-AFA6-F866498B42AE}">
      <dgm:prSet/>
      <dgm:spPr/>
      <dgm:t>
        <a:bodyPr/>
        <a:lstStyle/>
        <a:p>
          <a:endParaRPr lang="zh-CN" altLang="en-US"/>
        </a:p>
      </dgm:t>
    </dgm:pt>
    <dgm:pt modelId="{A90B605F-2D75-4950-BC67-C417F7748637}" type="sibTrans" cxnId="{699B6333-734E-4B54-AFA6-F866498B42AE}">
      <dgm:prSet/>
      <dgm:spPr/>
      <dgm:t>
        <a:bodyPr/>
        <a:lstStyle/>
        <a:p>
          <a:endParaRPr lang="zh-CN" altLang="en-US"/>
        </a:p>
      </dgm:t>
    </dgm:pt>
    <dgm:pt modelId="{0D42940C-29B2-4956-A826-200F66FF57D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b="0" i="0"/>
            <a:t>查工号</a:t>
          </a:r>
          <a:r>
            <a:rPr lang="en-US" altLang="zh-CN" b="0" i="0"/>
            <a:t>+</a:t>
          </a:r>
          <a:r>
            <a:rPr lang="zh-CN" altLang="en-US" b="0" i="0"/>
            <a:t>学期范围</a:t>
          </a:r>
        </a:p>
      </dgm:t>
    </dgm:pt>
    <dgm:pt modelId="{0C4CEDEE-69E8-42F4-956B-225A9DF7A71C}" type="parTrans" cxnId="{ADAA3B0B-51EF-46E9-B9DB-0BF853C4E641}">
      <dgm:prSet/>
      <dgm:spPr/>
      <dgm:t>
        <a:bodyPr/>
        <a:lstStyle/>
        <a:p>
          <a:endParaRPr lang="zh-CN" altLang="en-US"/>
        </a:p>
      </dgm:t>
    </dgm:pt>
    <dgm:pt modelId="{46712995-6C3E-4BBA-906E-EFE1D17E3F1E}" type="sibTrans" cxnId="{ADAA3B0B-51EF-46E9-B9DB-0BF853C4E641}">
      <dgm:prSet/>
      <dgm:spPr/>
      <dgm:t>
        <a:bodyPr/>
        <a:lstStyle/>
        <a:p>
          <a:endParaRPr lang="zh-CN" altLang="en-US"/>
        </a:p>
      </dgm:t>
    </dgm:pt>
    <dgm:pt modelId="{ACB0ADF7-057A-4D76-A5BF-4EC2784BA521}">
      <dgm:prSet phldrT="[文本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/>
            <a:t>查学年学期范围；</a:t>
          </a:r>
        </a:p>
      </dgm:t>
    </dgm:pt>
    <dgm:pt modelId="{B673E3E7-18EA-45F7-9BCE-F23A9507E676}" type="parTrans" cxnId="{0863277A-BB6D-4AF3-957F-2310720FEC6A}">
      <dgm:prSet/>
      <dgm:spPr/>
    </dgm:pt>
    <dgm:pt modelId="{EE84B5D8-9078-4AD3-8CA3-AA1198A9E234}" type="sibTrans" cxnId="{0863277A-BB6D-4AF3-957F-2310720FEC6A}">
      <dgm:prSet/>
      <dgm:spPr/>
    </dgm:pt>
    <dgm:pt modelId="{99AB8B3E-4567-4712-B3C7-DF87C17C657C}" type="pres">
      <dgm:prSet presAssocID="{74ED5CBF-EEF0-4E99-BA79-7958EECA559D}" presName="linear" presStyleCnt="0">
        <dgm:presLayoutVars>
          <dgm:dir/>
          <dgm:animLvl val="lvl"/>
          <dgm:resizeHandles val="exact"/>
        </dgm:presLayoutVars>
      </dgm:prSet>
      <dgm:spPr/>
    </dgm:pt>
    <dgm:pt modelId="{9E020A32-8291-4FE1-8F7A-E592C908C763}" type="pres">
      <dgm:prSet presAssocID="{D5A915C2-B324-4035-BED5-603A70BDF4EC}" presName="parentLin" presStyleCnt="0"/>
      <dgm:spPr/>
    </dgm:pt>
    <dgm:pt modelId="{FADE66E7-7C1C-48BA-BB81-A3231037B779}" type="pres">
      <dgm:prSet presAssocID="{D5A915C2-B324-4035-BED5-603A70BDF4EC}" presName="parentLeftMargin" presStyleLbl="node1" presStyleIdx="0" presStyleCnt="2"/>
      <dgm:spPr/>
    </dgm:pt>
    <dgm:pt modelId="{633DF91D-3FBA-4089-8199-4D5B046A1F84}" type="pres">
      <dgm:prSet presAssocID="{D5A915C2-B324-4035-BED5-603A70BDF4E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2F90116-D78A-41A8-B754-BEEB5192B31A}" type="pres">
      <dgm:prSet presAssocID="{D5A915C2-B324-4035-BED5-603A70BDF4EC}" presName="negativeSpace" presStyleCnt="0"/>
      <dgm:spPr/>
    </dgm:pt>
    <dgm:pt modelId="{A51D2CF2-BA76-4552-BD87-C4D9AC92C648}" type="pres">
      <dgm:prSet presAssocID="{D5A915C2-B324-4035-BED5-603A70BDF4EC}" presName="childText" presStyleLbl="conFgAcc1" presStyleIdx="0" presStyleCnt="2">
        <dgm:presLayoutVars>
          <dgm:bulletEnabled val="1"/>
        </dgm:presLayoutVars>
      </dgm:prSet>
      <dgm:spPr/>
    </dgm:pt>
    <dgm:pt modelId="{E1AAC4EA-FFAC-4FFE-931B-222ACBD3A8D1}" type="pres">
      <dgm:prSet presAssocID="{2934A75A-C7E6-4847-8698-7CC7EA2D9842}" presName="spaceBetweenRectangles" presStyleCnt="0"/>
      <dgm:spPr/>
    </dgm:pt>
    <dgm:pt modelId="{36C3D2DF-4ABF-42AD-9B87-31F1123249B2}" type="pres">
      <dgm:prSet presAssocID="{637519CC-4CE2-45EF-8127-28EFF7CA6F03}" presName="parentLin" presStyleCnt="0"/>
      <dgm:spPr/>
    </dgm:pt>
    <dgm:pt modelId="{E7F3586F-8A80-4ABC-A731-12CA363624E4}" type="pres">
      <dgm:prSet presAssocID="{637519CC-4CE2-45EF-8127-28EFF7CA6F03}" presName="parentLeftMargin" presStyleLbl="node1" presStyleIdx="0" presStyleCnt="2"/>
      <dgm:spPr/>
    </dgm:pt>
    <dgm:pt modelId="{FA4D9E94-A438-44B5-BAF0-16C7C4190380}" type="pres">
      <dgm:prSet presAssocID="{637519CC-4CE2-45EF-8127-28EFF7CA6F0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FF54C0E-7FB8-43AA-A9F0-33DDCDD0C22F}" type="pres">
      <dgm:prSet presAssocID="{637519CC-4CE2-45EF-8127-28EFF7CA6F03}" presName="negativeSpace" presStyleCnt="0"/>
      <dgm:spPr/>
    </dgm:pt>
    <dgm:pt modelId="{72C28040-55A4-4DCC-A180-E4ACADC707B2}" type="pres">
      <dgm:prSet presAssocID="{637519CC-4CE2-45EF-8127-28EFF7CA6F03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ADAA3B0B-51EF-46E9-B9DB-0BF853C4E641}" srcId="{637519CC-4CE2-45EF-8127-28EFF7CA6F03}" destId="{0D42940C-29B2-4956-A826-200F66FF57D2}" srcOrd="0" destOrd="0" parTransId="{0C4CEDEE-69E8-42F4-956B-225A9DF7A71C}" sibTransId="{46712995-6C3E-4BBA-906E-EFE1D17E3F1E}"/>
    <dgm:cxn modelId="{719B2C10-3ED1-4609-98D8-CB9ABB06402F}" type="presOf" srcId="{79E41CB1-ED22-4967-B7A7-F60116CFEDA4}" destId="{A51D2CF2-BA76-4552-BD87-C4D9AC92C648}" srcOrd="0" destOrd="0" presId="urn:microsoft.com/office/officeart/2005/8/layout/list1"/>
    <dgm:cxn modelId="{699B6333-734E-4B54-AFA6-F866498B42AE}" srcId="{D5A915C2-B324-4035-BED5-603A70BDF4EC}" destId="{32182F50-F264-4496-AE83-8C8814E70194}" srcOrd="2" destOrd="0" parTransId="{D1982647-1581-498D-BF29-912F97560D8D}" sibTransId="{A90B605F-2D75-4950-BC67-C417F7748637}"/>
    <dgm:cxn modelId="{8BEAA35C-4F1B-4EF9-A641-602EA9304D6B}" type="presOf" srcId="{D5A915C2-B324-4035-BED5-603A70BDF4EC}" destId="{633DF91D-3FBA-4089-8199-4D5B046A1F84}" srcOrd="1" destOrd="0" presId="urn:microsoft.com/office/officeart/2005/8/layout/list1"/>
    <dgm:cxn modelId="{09A50157-E4D3-49BF-B207-2AA67B3FB900}" srcId="{D5A915C2-B324-4035-BED5-603A70BDF4EC}" destId="{79E41CB1-ED22-4967-B7A7-F60116CFEDA4}" srcOrd="0" destOrd="0" parTransId="{FF720F8F-2543-4F8E-B9F7-D717B1F0835E}" sibTransId="{F71DE9DE-9A0B-44B4-BAC3-A980D4829938}"/>
    <dgm:cxn modelId="{0863277A-BB6D-4AF3-957F-2310720FEC6A}" srcId="{D5A915C2-B324-4035-BED5-603A70BDF4EC}" destId="{ACB0ADF7-057A-4D76-A5BF-4EC2784BA521}" srcOrd="1" destOrd="0" parTransId="{B673E3E7-18EA-45F7-9BCE-F23A9507E676}" sibTransId="{EE84B5D8-9078-4AD3-8CA3-AA1198A9E234}"/>
    <dgm:cxn modelId="{7E34B68B-9F33-4958-9412-CB9150E83474}" type="presOf" srcId="{0D42940C-29B2-4956-A826-200F66FF57D2}" destId="{72C28040-55A4-4DCC-A180-E4ACADC707B2}" srcOrd="0" destOrd="0" presId="urn:microsoft.com/office/officeart/2005/8/layout/list1"/>
    <dgm:cxn modelId="{127DB893-95D6-4251-B87F-48BBEDABABA9}" type="presOf" srcId="{32182F50-F264-4496-AE83-8C8814E70194}" destId="{A51D2CF2-BA76-4552-BD87-C4D9AC92C648}" srcOrd="0" destOrd="2" presId="urn:microsoft.com/office/officeart/2005/8/layout/list1"/>
    <dgm:cxn modelId="{8C8FC495-6C01-44E9-A20B-32C9ECF436BF}" type="presOf" srcId="{637519CC-4CE2-45EF-8127-28EFF7CA6F03}" destId="{FA4D9E94-A438-44B5-BAF0-16C7C4190380}" srcOrd="1" destOrd="0" presId="urn:microsoft.com/office/officeart/2005/8/layout/list1"/>
    <dgm:cxn modelId="{BF61AC9E-F4C3-4282-919F-0E887195322D}" srcId="{74ED5CBF-EEF0-4E99-BA79-7958EECA559D}" destId="{637519CC-4CE2-45EF-8127-28EFF7CA6F03}" srcOrd="1" destOrd="0" parTransId="{1267EC32-8CAC-479A-BA5C-D575E7550B55}" sibTransId="{0A361468-13AE-4919-ACEA-7B5206BE1BE6}"/>
    <dgm:cxn modelId="{4E3996A7-81E1-4747-A2EF-A9BA5218374A}" srcId="{74ED5CBF-EEF0-4E99-BA79-7958EECA559D}" destId="{D5A915C2-B324-4035-BED5-603A70BDF4EC}" srcOrd="0" destOrd="0" parTransId="{E5587A84-1C55-4733-B14B-FEE52D8FCDD0}" sibTransId="{2934A75A-C7E6-4847-8698-7CC7EA2D9842}"/>
    <dgm:cxn modelId="{6EE17CB4-3E55-4121-A2D5-1E6C966438FC}" type="presOf" srcId="{637519CC-4CE2-45EF-8127-28EFF7CA6F03}" destId="{E7F3586F-8A80-4ABC-A731-12CA363624E4}" srcOrd="0" destOrd="0" presId="urn:microsoft.com/office/officeart/2005/8/layout/list1"/>
    <dgm:cxn modelId="{F4F637E1-F716-45D2-ACDC-4A898A09EEC7}" type="presOf" srcId="{74ED5CBF-EEF0-4E99-BA79-7958EECA559D}" destId="{99AB8B3E-4567-4712-B3C7-DF87C17C657C}" srcOrd="0" destOrd="0" presId="urn:microsoft.com/office/officeart/2005/8/layout/list1"/>
    <dgm:cxn modelId="{E4B40DE4-F578-4EFC-BDAA-50A0BBC57590}" type="presOf" srcId="{D5A915C2-B324-4035-BED5-603A70BDF4EC}" destId="{FADE66E7-7C1C-48BA-BB81-A3231037B779}" srcOrd="0" destOrd="0" presId="urn:microsoft.com/office/officeart/2005/8/layout/list1"/>
    <dgm:cxn modelId="{CFB0CEE7-DE6F-46F4-9E35-6D502D7A9A5E}" type="presOf" srcId="{ACB0ADF7-057A-4D76-A5BF-4EC2784BA521}" destId="{A51D2CF2-BA76-4552-BD87-C4D9AC92C648}" srcOrd="0" destOrd="1" presId="urn:microsoft.com/office/officeart/2005/8/layout/list1"/>
    <dgm:cxn modelId="{4AA843FD-7851-4CE1-B94C-7BE7CD4FA6E8}" type="presParOf" srcId="{99AB8B3E-4567-4712-B3C7-DF87C17C657C}" destId="{9E020A32-8291-4FE1-8F7A-E592C908C763}" srcOrd="0" destOrd="0" presId="urn:microsoft.com/office/officeart/2005/8/layout/list1"/>
    <dgm:cxn modelId="{754FAD5A-85ED-4BCF-A501-04E87B4C8CE4}" type="presParOf" srcId="{9E020A32-8291-4FE1-8F7A-E592C908C763}" destId="{FADE66E7-7C1C-48BA-BB81-A3231037B779}" srcOrd="0" destOrd="0" presId="urn:microsoft.com/office/officeart/2005/8/layout/list1"/>
    <dgm:cxn modelId="{16729288-631E-441D-B41E-C5DEA92F1DE9}" type="presParOf" srcId="{9E020A32-8291-4FE1-8F7A-E592C908C763}" destId="{633DF91D-3FBA-4089-8199-4D5B046A1F84}" srcOrd="1" destOrd="0" presId="urn:microsoft.com/office/officeart/2005/8/layout/list1"/>
    <dgm:cxn modelId="{41B45932-3D59-4FB0-B87F-39975B0E3146}" type="presParOf" srcId="{99AB8B3E-4567-4712-B3C7-DF87C17C657C}" destId="{C2F90116-D78A-41A8-B754-BEEB5192B31A}" srcOrd="1" destOrd="0" presId="urn:microsoft.com/office/officeart/2005/8/layout/list1"/>
    <dgm:cxn modelId="{967FAA23-78AC-4C10-970F-4484AA2AAAD1}" type="presParOf" srcId="{99AB8B3E-4567-4712-B3C7-DF87C17C657C}" destId="{A51D2CF2-BA76-4552-BD87-C4D9AC92C648}" srcOrd="2" destOrd="0" presId="urn:microsoft.com/office/officeart/2005/8/layout/list1"/>
    <dgm:cxn modelId="{02191DDD-9BB5-4504-AB04-F5BBF8B8A065}" type="presParOf" srcId="{99AB8B3E-4567-4712-B3C7-DF87C17C657C}" destId="{E1AAC4EA-FFAC-4FFE-931B-222ACBD3A8D1}" srcOrd="3" destOrd="0" presId="urn:microsoft.com/office/officeart/2005/8/layout/list1"/>
    <dgm:cxn modelId="{B0856A82-E5BC-4E00-B6E9-372CD1EA58E2}" type="presParOf" srcId="{99AB8B3E-4567-4712-B3C7-DF87C17C657C}" destId="{36C3D2DF-4ABF-42AD-9B87-31F1123249B2}" srcOrd="4" destOrd="0" presId="urn:microsoft.com/office/officeart/2005/8/layout/list1"/>
    <dgm:cxn modelId="{DBD3A85E-C789-412D-A35C-00BAD51BE8FB}" type="presParOf" srcId="{36C3D2DF-4ABF-42AD-9B87-31F1123249B2}" destId="{E7F3586F-8A80-4ABC-A731-12CA363624E4}" srcOrd="0" destOrd="0" presId="urn:microsoft.com/office/officeart/2005/8/layout/list1"/>
    <dgm:cxn modelId="{281F6033-93FD-4472-91D3-594CE1CDB2F5}" type="presParOf" srcId="{36C3D2DF-4ABF-42AD-9B87-31F1123249B2}" destId="{FA4D9E94-A438-44B5-BAF0-16C7C4190380}" srcOrd="1" destOrd="0" presId="urn:microsoft.com/office/officeart/2005/8/layout/list1"/>
    <dgm:cxn modelId="{F932C051-45CE-42F7-B0A1-D377DE742C41}" type="presParOf" srcId="{99AB8B3E-4567-4712-B3C7-DF87C17C657C}" destId="{4FF54C0E-7FB8-43AA-A9F0-33DDCDD0C22F}" srcOrd="5" destOrd="0" presId="urn:microsoft.com/office/officeart/2005/8/layout/list1"/>
    <dgm:cxn modelId="{DEE597FD-12C3-45E3-83FF-24819A0814E1}" type="presParOf" srcId="{99AB8B3E-4567-4712-B3C7-DF87C17C657C}" destId="{72C28040-55A4-4DCC-A180-E4ACADC707B2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6711BD11-D1E7-47B0-9A12-C0556F42400D}" type="doc">
      <dgm:prSet loTypeId="urn:microsoft.com/office/officeart/2005/8/layout/list1" loCatId="list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zh-CN" altLang="en-US"/>
        </a:p>
      </dgm:t>
    </dgm:pt>
    <dgm:pt modelId="{B87D29D2-F469-4CC7-B3CA-E6767A550B98}">
      <dgm:prSet phldrT="[文本]"/>
      <dgm:spPr/>
      <dgm:t>
        <a:bodyPr/>
        <a:lstStyle/>
        <a:p>
          <a:pPr>
            <a:buFont typeface="+mj-lt"/>
            <a:buAutoNum type="arabicParenR"/>
          </a:pPr>
          <a:r>
            <a:rPr lang="zh-CN"/>
            <a:t>数据库取名：</a:t>
          </a:r>
          <a:endParaRPr lang="zh-CN" altLang="en-US"/>
        </a:p>
      </dgm:t>
    </dgm:pt>
    <dgm:pt modelId="{3E8BAEE8-5E0F-4648-BD2C-3B702E3E34D5}" type="parTrans" cxnId="{E668B0A3-44EC-4CED-BCF6-4833BF630D43}">
      <dgm:prSet/>
      <dgm:spPr/>
      <dgm:t>
        <a:bodyPr/>
        <a:lstStyle/>
        <a:p>
          <a:endParaRPr lang="zh-CN" altLang="en-US"/>
        </a:p>
      </dgm:t>
    </dgm:pt>
    <dgm:pt modelId="{FDEC3C7F-8284-48CA-B118-A334FCFED685}" type="sibTrans" cxnId="{E668B0A3-44EC-4CED-BCF6-4833BF630D43}">
      <dgm:prSet/>
      <dgm:spPr/>
      <dgm:t>
        <a:bodyPr/>
        <a:lstStyle/>
        <a:p>
          <a:endParaRPr lang="zh-CN" altLang="en-US"/>
        </a:p>
      </dgm:t>
    </dgm:pt>
    <dgm:pt modelId="{BCA61BF6-E4A6-444E-96F2-92A45F0538E0}">
      <dgm:prSet/>
      <dgm:spPr/>
      <dgm:t>
        <a:bodyPr/>
        <a:lstStyle/>
        <a:p>
          <a:pPr>
            <a:buFont typeface="+mj-lt"/>
            <a:buAutoNum type="arabicParenR"/>
          </a:pPr>
          <a:r>
            <a:rPr lang="zh-CN"/>
            <a:t>数据表取名：</a:t>
          </a:r>
        </a:p>
      </dgm:t>
    </dgm:pt>
    <dgm:pt modelId="{A3759991-C696-4755-A357-66DCF5D9E3E3}" type="parTrans" cxnId="{CA694327-54D0-4049-9DD4-DDF8268BA2FB}">
      <dgm:prSet/>
      <dgm:spPr/>
      <dgm:t>
        <a:bodyPr/>
        <a:lstStyle/>
        <a:p>
          <a:endParaRPr lang="zh-CN" altLang="en-US"/>
        </a:p>
      </dgm:t>
    </dgm:pt>
    <dgm:pt modelId="{4B0C1EEE-A8DB-4668-A251-B9AC595A75A3}" type="sibTrans" cxnId="{CA694327-54D0-4049-9DD4-DDF8268BA2FB}">
      <dgm:prSet/>
      <dgm:spPr/>
      <dgm:t>
        <a:bodyPr/>
        <a:lstStyle/>
        <a:p>
          <a:endParaRPr lang="zh-CN" altLang="en-US"/>
        </a:p>
      </dgm:t>
    </dgm:pt>
    <dgm:pt modelId="{11769BDF-EBB1-4384-BBBD-92909B575BBF}">
      <dgm:prSet/>
      <dgm:spPr/>
      <dgm:t>
        <a:bodyPr/>
        <a:lstStyle/>
        <a:p>
          <a:pPr>
            <a:buFont typeface="+mj-lt"/>
            <a:buAutoNum type="arabicParenR"/>
          </a:pPr>
          <a:r>
            <a:rPr lang="zh-CN"/>
            <a:t>列的取名：</a:t>
          </a:r>
        </a:p>
      </dgm:t>
    </dgm:pt>
    <dgm:pt modelId="{7B746599-6F5C-4481-A24F-105BAA61D4AE}" type="parTrans" cxnId="{423885D5-8701-48C9-8BF7-1F0E6054B0FA}">
      <dgm:prSet/>
      <dgm:spPr/>
      <dgm:t>
        <a:bodyPr/>
        <a:lstStyle/>
        <a:p>
          <a:endParaRPr lang="zh-CN" altLang="en-US"/>
        </a:p>
      </dgm:t>
    </dgm:pt>
    <dgm:pt modelId="{0991614E-8ABB-411A-960B-FA99924CCD20}" type="sibTrans" cxnId="{423885D5-8701-48C9-8BF7-1F0E6054B0FA}">
      <dgm:prSet/>
      <dgm:spPr/>
      <dgm:t>
        <a:bodyPr/>
        <a:lstStyle/>
        <a:p>
          <a:endParaRPr lang="zh-CN" altLang="en-US"/>
        </a:p>
      </dgm:t>
    </dgm:pt>
    <dgm:pt modelId="{C0A9F252-18D8-47BD-83AC-9630EF0F40BB}">
      <dgm:prSet/>
      <dgm:spPr/>
      <dgm:t>
        <a:bodyPr/>
        <a:lstStyle/>
        <a:p>
          <a:pPr>
            <a:buNone/>
          </a:pPr>
          <a:r>
            <a:rPr lang="zh-CN"/>
            <a:t>为字段添加注释</a:t>
          </a:r>
          <a:r>
            <a:rPr lang="en-US"/>
            <a:t>COMMENT</a:t>
          </a:r>
          <a:endParaRPr lang="zh-CN" altLang="en-US"/>
        </a:p>
      </dgm:t>
    </dgm:pt>
    <dgm:pt modelId="{AE3E0E44-4E16-49BD-AD41-A380E9A5C7BF}" type="parTrans" cxnId="{E18B3F62-40B5-4FDA-802C-91AE99764D6A}">
      <dgm:prSet/>
      <dgm:spPr/>
      <dgm:t>
        <a:bodyPr/>
        <a:lstStyle/>
        <a:p>
          <a:endParaRPr lang="zh-CN" altLang="en-US"/>
        </a:p>
      </dgm:t>
    </dgm:pt>
    <dgm:pt modelId="{A27C1924-4986-4D0F-87D2-1E9DDEFD32D0}" type="sibTrans" cxnId="{E18B3F62-40B5-4FDA-802C-91AE99764D6A}">
      <dgm:prSet/>
      <dgm:spPr/>
      <dgm:t>
        <a:bodyPr/>
        <a:lstStyle/>
        <a:p>
          <a:endParaRPr lang="zh-CN" altLang="en-US"/>
        </a:p>
      </dgm:t>
    </dgm:pt>
    <dgm:pt modelId="{7475FABE-EE70-46F2-A1C7-798A04FC5B4B}">
      <dgm:prSet phldrT="[文本]"/>
      <dgm:spPr/>
      <dgm:t>
        <a:bodyPr/>
        <a:lstStyle/>
        <a:p>
          <a:pPr>
            <a:buFont typeface="+mj-lt"/>
            <a:buNone/>
          </a:pPr>
          <a:r>
            <a:rPr lang="en-US"/>
            <a:t>vendor_</a:t>
          </a:r>
          <a:r>
            <a:rPr lang="zh-CN"/>
            <a:t>系统名称，</a:t>
          </a:r>
          <a:r>
            <a:rPr lang="en-US"/>
            <a:t>vendor</a:t>
          </a:r>
          <a:r>
            <a:rPr lang="zh-CN"/>
            <a:t>即供应商名称，课堂上代之以自己中文姓名的拼音缩写，系统名称为</a:t>
          </a:r>
          <a:r>
            <a:rPr lang="en-US"/>
            <a:t>edu</a:t>
          </a:r>
          <a:r>
            <a:rPr lang="zh-CN"/>
            <a:t>，如张三的数据库取名为：</a:t>
          </a:r>
          <a:r>
            <a:rPr lang="en-US"/>
            <a:t>zhangs_edu</a:t>
          </a:r>
          <a:r>
            <a:rPr lang="zh-CN"/>
            <a:t>；</a:t>
          </a:r>
          <a:endParaRPr lang="zh-CN" altLang="en-US"/>
        </a:p>
      </dgm:t>
    </dgm:pt>
    <dgm:pt modelId="{EA8ED009-4C25-450D-A97C-9E2730DC7F6F}" type="parTrans" cxnId="{25B7D0CF-47D5-4E93-9F3F-5295FCEF67B9}">
      <dgm:prSet/>
      <dgm:spPr/>
      <dgm:t>
        <a:bodyPr/>
        <a:lstStyle/>
        <a:p>
          <a:endParaRPr lang="zh-CN" altLang="en-US"/>
        </a:p>
      </dgm:t>
    </dgm:pt>
    <dgm:pt modelId="{E1018962-0F14-4505-82BE-8E3D26381D2C}" type="sibTrans" cxnId="{25B7D0CF-47D5-4E93-9F3F-5295FCEF67B9}">
      <dgm:prSet/>
      <dgm:spPr/>
      <dgm:t>
        <a:bodyPr/>
        <a:lstStyle/>
        <a:p>
          <a:endParaRPr lang="zh-CN" altLang="en-US"/>
        </a:p>
      </dgm:t>
    </dgm:pt>
    <dgm:pt modelId="{7CC986E2-4311-47DB-80A0-61F1298C7B56}">
      <dgm:prSet/>
      <dgm:spPr/>
      <dgm:t>
        <a:bodyPr/>
        <a:lstStyle/>
        <a:p>
          <a:pPr>
            <a:buFont typeface="+mj-lt"/>
            <a:buNone/>
          </a:pPr>
          <a:r>
            <a:rPr lang="zh-CN"/>
            <a:t>前缀</a:t>
          </a:r>
          <a:r>
            <a:rPr lang="en-US"/>
            <a:t>_</a:t>
          </a:r>
          <a:r>
            <a:rPr lang="zh-CN"/>
            <a:t>实体名称，前缀统一为</a:t>
          </a:r>
          <a:r>
            <a:rPr lang="en-US"/>
            <a:t>vendor</a:t>
          </a:r>
          <a:r>
            <a:rPr lang="zh-CN"/>
            <a:t>名称，如张三的学生表取名为</a:t>
          </a:r>
          <a:r>
            <a:rPr lang="en-US"/>
            <a:t>zhangs_stu</a:t>
          </a:r>
          <a:r>
            <a:rPr lang="zh-CN"/>
            <a:t>；</a:t>
          </a:r>
        </a:p>
      </dgm:t>
    </dgm:pt>
    <dgm:pt modelId="{4310D9F0-2164-4922-B60B-1F89DF5C8A98}" type="parTrans" cxnId="{399A5B4B-40CC-439F-B7EC-50050BA15160}">
      <dgm:prSet/>
      <dgm:spPr/>
      <dgm:t>
        <a:bodyPr/>
        <a:lstStyle/>
        <a:p>
          <a:endParaRPr lang="zh-CN" altLang="en-US"/>
        </a:p>
      </dgm:t>
    </dgm:pt>
    <dgm:pt modelId="{FC645F69-029C-492D-8362-B64D899C07C2}" type="sibTrans" cxnId="{399A5B4B-40CC-439F-B7EC-50050BA15160}">
      <dgm:prSet/>
      <dgm:spPr/>
      <dgm:t>
        <a:bodyPr/>
        <a:lstStyle/>
        <a:p>
          <a:endParaRPr lang="zh-CN" altLang="en-US"/>
        </a:p>
      </dgm:t>
    </dgm:pt>
    <dgm:pt modelId="{C3C699AA-D9E0-4F4D-9655-B42924D0E159}">
      <dgm:prSet/>
      <dgm:spPr/>
      <dgm:t>
        <a:bodyPr/>
        <a:lstStyle/>
        <a:p>
          <a:pPr>
            <a:buFont typeface="+mj-lt"/>
            <a:buNone/>
          </a:pPr>
          <a:r>
            <a:rPr lang="zh-CN"/>
            <a:t>前缀</a:t>
          </a:r>
          <a:r>
            <a:rPr lang="en-US"/>
            <a:t>_</a:t>
          </a:r>
          <a:r>
            <a:rPr lang="zh-CN"/>
            <a:t>列名称，前缀统一为表实体名称的简写，如张三学生表的学号列取名为</a:t>
          </a:r>
          <a:r>
            <a:rPr lang="en-US"/>
            <a:t>stu_id</a:t>
          </a:r>
          <a:r>
            <a:rPr lang="zh-CN"/>
            <a:t>；</a:t>
          </a:r>
        </a:p>
      </dgm:t>
    </dgm:pt>
    <dgm:pt modelId="{D1F7E8EF-1D5E-48CD-B04E-8635D0660AD2}" type="parTrans" cxnId="{4CAB26B3-3A1E-44E6-BA79-F074CB45DB8D}">
      <dgm:prSet/>
      <dgm:spPr/>
      <dgm:t>
        <a:bodyPr/>
        <a:lstStyle/>
        <a:p>
          <a:endParaRPr lang="zh-CN" altLang="en-US"/>
        </a:p>
      </dgm:t>
    </dgm:pt>
    <dgm:pt modelId="{0694E500-326C-4CB8-961F-5B522D5F6E43}" type="sibTrans" cxnId="{4CAB26B3-3A1E-44E6-BA79-F074CB45DB8D}">
      <dgm:prSet/>
      <dgm:spPr/>
      <dgm:t>
        <a:bodyPr/>
        <a:lstStyle/>
        <a:p>
          <a:endParaRPr lang="zh-CN" altLang="en-US"/>
        </a:p>
      </dgm:t>
    </dgm:pt>
    <dgm:pt modelId="{D56A4365-2806-41FC-B0C9-D06F9A911BFC}">
      <dgm:prSet/>
      <dgm:spPr/>
      <dgm:t>
        <a:bodyPr/>
        <a:lstStyle/>
        <a:p>
          <a:pPr>
            <a:buNone/>
          </a:pPr>
          <a:r>
            <a:rPr lang="zh-CN"/>
            <a:t>提高数据库结构的可读性</a:t>
          </a:r>
          <a:endParaRPr lang="zh-CN" altLang="en-US"/>
        </a:p>
      </dgm:t>
    </dgm:pt>
    <dgm:pt modelId="{6DD13E86-0015-457B-A083-77FCDF89FE2B}" type="parTrans" cxnId="{65E9ADEF-29B7-4AA1-99C5-FB5F0E599E58}">
      <dgm:prSet/>
      <dgm:spPr/>
      <dgm:t>
        <a:bodyPr/>
        <a:lstStyle/>
        <a:p>
          <a:endParaRPr lang="zh-CN" altLang="en-US"/>
        </a:p>
      </dgm:t>
    </dgm:pt>
    <dgm:pt modelId="{26C5C13A-8305-4E5A-A051-9E0054D55F1A}" type="sibTrans" cxnId="{65E9ADEF-29B7-4AA1-99C5-FB5F0E599E58}">
      <dgm:prSet/>
      <dgm:spPr/>
      <dgm:t>
        <a:bodyPr/>
        <a:lstStyle/>
        <a:p>
          <a:endParaRPr lang="zh-CN" altLang="en-US"/>
        </a:p>
      </dgm:t>
    </dgm:pt>
    <dgm:pt modelId="{58FD8310-68D8-47B0-B457-FE809E9B35A5}" type="pres">
      <dgm:prSet presAssocID="{6711BD11-D1E7-47B0-9A12-C0556F42400D}" presName="linear" presStyleCnt="0">
        <dgm:presLayoutVars>
          <dgm:dir/>
          <dgm:animLvl val="lvl"/>
          <dgm:resizeHandles val="exact"/>
        </dgm:presLayoutVars>
      </dgm:prSet>
      <dgm:spPr/>
    </dgm:pt>
    <dgm:pt modelId="{05E3BA56-C36A-4F41-82B4-1E99BF33F809}" type="pres">
      <dgm:prSet presAssocID="{B87D29D2-F469-4CC7-B3CA-E6767A550B98}" presName="parentLin" presStyleCnt="0"/>
      <dgm:spPr/>
    </dgm:pt>
    <dgm:pt modelId="{C2499121-801C-4788-BBD8-46991ABA4F20}" type="pres">
      <dgm:prSet presAssocID="{B87D29D2-F469-4CC7-B3CA-E6767A550B98}" presName="parentLeftMargin" presStyleLbl="node1" presStyleIdx="0" presStyleCnt="4"/>
      <dgm:spPr/>
    </dgm:pt>
    <dgm:pt modelId="{DB5A2C34-73EB-496F-861A-C5B102756227}" type="pres">
      <dgm:prSet presAssocID="{B87D29D2-F469-4CC7-B3CA-E6767A550B9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4833950-3473-4F10-81A6-DC16743A9704}" type="pres">
      <dgm:prSet presAssocID="{B87D29D2-F469-4CC7-B3CA-E6767A550B98}" presName="negativeSpace" presStyleCnt="0"/>
      <dgm:spPr/>
    </dgm:pt>
    <dgm:pt modelId="{B009205C-BFE8-444C-9A03-2A42B228F341}" type="pres">
      <dgm:prSet presAssocID="{B87D29D2-F469-4CC7-B3CA-E6767A550B98}" presName="childText" presStyleLbl="conFgAcc1" presStyleIdx="0" presStyleCnt="4">
        <dgm:presLayoutVars>
          <dgm:bulletEnabled val="1"/>
        </dgm:presLayoutVars>
      </dgm:prSet>
      <dgm:spPr/>
    </dgm:pt>
    <dgm:pt modelId="{4C49DBDA-3287-46E1-8EDC-A8C621282E10}" type="pres">
      <dgm:prSet presAssocID="{FDEC3C7F-8284-48CA-B118-A334FCFED685}" presName="spaceBetweenRectangles" presStyleCnt="0"/>
      <dgm:spPr/>
    </dgm:pt>
    <dgm:pt modelId="{0E2BC440-4D93-487C-811A-3E0647CE3665}" type="pres">
      <dgm:prSet presAssocID="{BCA61BF6-E4A6-444E-96F2-92A45F0538E0}" presName="parentLin" presStyleCnt="0"/>
      <dgm:spPr/>
    </dgm:pt>
    <dgm:pt modelId="{99ACAED2-3B1E-4AD9-8238-0DE5195CDD13}" type="pres">
      <dgm:prSet presAssocID="{BCA61BF6-E4A6-444E-96F2-92A45F0538E0}" presName="parentLeftMargin" presStyleLbl="node1" presStyleIdx="0" presStyleCnt="4"/>
      <dgm:spPr/>
    </dgm:pt>
    <dgm:pt modelId="{86E26FD3-9CB3-4895-A441-3A3EFF693271}" type="pres">
      <dgm:prSet presAssocID="{BCA61BF6-E4A6-444E-96F2-92A45F0538E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2E85BE4-71CD-401B-8CA4-C6F7218D2D32}" type="pres">
      <dgm:prSet presAssocID="{BCA61BF6-E4A6-444E-96F2-92A45F0538E0}" presName="negativeSpace" presStyleCnt="0"/>
      <dgm:spPr/>
    </dgm:pt>
    <dgm:pt modelId="{B4144417-0F05-4681-8AB6-98DDDB45F6CA}" type="pres">
      <dgm:prSet presAssocID="{BCA61BF6-E4A6-444E-96F2-92A45F0538E0}" presName="childText" presStyleLbl="conFgAcc1" presStyleIdx="1" presStyleCnt="4">
        <dgm:presLayoutVars>
          <dgm:bulletEnabled val="1"/>
        </dgm:presLayoutVars>
      </dgm:prSet>
      <dgm:spPr/>
    </dgm:pt>
    <dgm:pt modelId="{46114FD0-04DD-4EBB-87CE-742EEB48AB5E}" type="pres">
      <dgm:prSet presAssocID="{4B0C1EEE-A8DB-4668-A251-B9AC595A75A3}" presName="spaceBetweenRectangles" presStyleCnt="0"/>
      <dgm:spPr/>
    </dgm:pt>
    <dgm:pt modelId="{10542B29-8A0F-45D1-96B9-B3FFFFC5407D}" type="pres">
      <dgm:prSet presAssocID="{11769BDF-EBB1-4384-BBBD-92909B575BBF}" presName="parentLin" presStyleCnt="0"/>
      <dgm:spPr/>
    </dgm:pt>
    <dgm:pt modelId="{98480420-8F6A-4C74-93B9-CD8461738BEE}" type="pres">
      <dgm:prSet presAssocID="{11769BDF-EBB1-4384-BBBD-92909B575BBF}" presName="parentLeftMargin" presStyleLbl="node1" presStyleIdx="1" presStyleCnt="4"/>
      <dgm:spPr/>
    </dgm:pt>
    <dgm:pt modelId="{67D64821-3128-4FEE-A758-462EFBD79951}" type="pres">
      <dgm:prSet presAssocID="{11769BDF-EBB1-4384-BBBD-92909B575BB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085ECF9-6396-4DA6-AC2F-F879F4E1DA05}" type="pres">
      <dgm:prSet presAssocID="{11769BDF-EBB1-4384-BBBD-92909B575BBF}" presName="negativeSpace" presStyleCnt="0"/>
      <dgm:spPr/>
    </dgm:pt>
    <dgm:pt modelId="{B7F2C1B6-F997-4BA7-BC9A-2B058179FDD0}" type="pres">
      <dgm:prSet presAssocID="{11769BDF-EBB1-4384-BBBD-92909B575BBF}" presName="childText" presStyleLbl="conFgAcc1" presStyleIdx="2" presStyleCnt="4">
        <dgm:presLayoutVars>
          <dgm:bulletEnabled val="1"/>
        </dgm:presLayoutVars>
      </dgm:prSet>
      <dgm:spPr/>
    </dgm:pt>
    <dgm:pt modelId="{53D9DE81-E8B8-4523-8FE7-71005CCE47FA}" type="pres">
      <dgm:prSet presAssocID="{0991614E-8ABB-411A-960B-FA99924CCD20}" presName="spaceBetweenRectangles" presStyleCnt="0"/>
      <dgm:spPr/>
    </dgm:pt>
    <dgm:pt modelId="{7FB6840E-3453-4E8F-BC05-F35FE6372867}" type="pres">
      <dgm:prSet presAssocID="{C0A9F252-18D8-47BD-83AC-9630EF0F40BB}" presName="parentLin" presStyleCnt="0"/>
      <dgm:spPr/>
    </dgm:pt>
    <dgm:pt modelId="{41869C0A-0AC3-4271-8DD3-0E0508A00BAC}" type="pres">
      <dgm:prSet presAssocID="{C0A9F252-18D8-47BD-83AC-9630EF0F40BB}" presName="parentLeftMargin" presStyleLbl="node1" presStyleIdx="2" presStyleCnt="4"/>
      <dgm:spPr/>
    </dgm:pt>
    <dgm:pt modelId="{8E723940-C36F-494D-876B-052805A43029}" type="pres">
      <dgm:prSet presAssocID="{C0A9F252-18D8-47BD-83AC-9630EF0F40BB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52A75D8D-7FD4-4A0C-9D64-B5FEC7B194C8}" type="pres">
      <dgm:prSet presAssocID="{C0A9F252-18D8-47BD-83AC-9630EF0F40BB}" presName="negativeSpace" presStyleCnt="0"/>
      <dgm:spPr/>
    </dgm:pt>
    <dgm:pt modelId="{7C3B92E8-4F23-4CE0-A9A8-C332B52A4842}" type="pres">
      <dgm:prSet presAssocID="{C0A9F252-18D8-47BD-83AC-9630EF0F40BB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25CC7D07-EE02-4564-AB7E-EEF5220066E1}" type="presOf" srcId="{6711BD11-D1E7-47B0-9A12-C0556F42400D}" destId="{58FD8310-68D8-47B0-B457-FE809E9B35A5}" srcOrd="0" destOrd="0" presId="urn:microsoft.com/office/officeart/2005/8/layout/list1"/>
    <dgm:cxn modelId="{71E5700D-C2BA-4DC4-97E0-76B5A2012308}" type="presOf" srcId="{7CC986E2-4311-47DB-80A0-61F1298C7B56}" destId="{B4144417-0F05-4681-8AB6-98DDDB45F6CA}" srcOrd="0" destOrd="0" presId="urn:microsoft.com/office/officeart/2005/8/layout/list1"/>
    <dgm:cxn modelId="{44E56517-178A-4DEE-A923-C861B529C671}" type="presOf" srcId="{BCA61BF6-E4A6-444E-96F2-92A45F0538E0}" destId="{99ACAED2-3B1E-4AD9-8238-0DE5195CDD13}" srcOrd="0" destOrd="0" presId="urn:microsoft.com/office/officeart/2005/8/layout/list1"/>
    <dgm:cxn modelId="{CA694327-54D0-4049-9DD4-DDF8268BA2FB}" srcId="{6711BD11-D1E7-47B0-9A12-C0556F42400D}" destId="{BCA61BF6-E4A6-444E-96F2-92A45F0538E0}" srcOrd="1" destOrd="0" parTransId="{A3759991-C696-4755-A357-66DCF5D9E3E3}" sibTransId="{4B0C1EEE-A8DB-4668-A251-B9AC595A75A3}"/>
    <dgm:cxn modelId="{5C063441-722A-473E-8E6E-C64C730D2FDC}" type="presOf" srcId="{C0A9F252-18D8-47BD-83AC-9630EF0F40BB}" destId="{41869C0A-0AC3-4271-8DD3-0E0508A00BAC}" srcOrd="0" destOrd="0" presId="urn:microsoft.com/office/officeart/2005/8/layout/list1"/>
    <dgm:cxn modelId="{E18B3F62-40B5-4FDA-802C-91AE99764D6A}" srcId="{6711BD11-D1E7-47B0-9A12-C0556F42400D}" destId="{C0A9F252-18D8-47BD-83AC-9630EF0F40BB}" srcOrd="3" destOrd="0" parTransId="{AE3E0E44-4E16-49BD-AD41-A380E9A5C7BF}" sibTransId="{A27C1924-4986-4D0F-87D2-1E9DDEFD32D0}"/>
    <dgm:cxn modelId="{396BC348-8CDF-43C4-B3ED-5E7055705A44}" type="presOf" srcId="{B87D29D2-F469-4CC7-B3CA-E6767A550B98}" destId="{DB5A2C34-73EB-496F-861A-C5B102756227}" srcOrd="1" destOrd="0" presId="urn:microsoft.com/office/officeart/2005/8/layout/list1"/>
    <dgm:cxn modelId="{399A5B4B-40CC-439F-B7EC-50050BA15160}" srcId="{BCA61BF6-E4A6-444E-96F2-92A45F0538E0}" destId="{7CC986E2-4311-47DB-80A0-61F1298C7B56}" srcOrd="0" destOrd="0" parTransId="{4310D9F0-2164-4922-B60B-1F89DF5C8A98}" sibTransId="{FC645F69-029C-492D-8362-B64D899C07C2}"/>
    <dgm:cxn modelId="{D9946680-EB0D-4FF8-BDED-18CB55BC6865}" type="presOf" srcId="{BCA61BF6-E4A6-444E-96F2-92A45F0538E0}" destId="{86E26FD3-9CB3-4895-A441-3A3EFF693271}" srcOrd="1" destOrd="0" presId="urn:microsoft.com/office/officeart/2005/8/layout/list1"/>
    <dgm:cxn modelId="{8DE15480-2A64-4343-89F5-5B695AFFA76D}" type="presOf" srcId="{11769BDF-EBB1-4384-BBBD-92909B575BBF}" destId="{67D64821-3128-4FEE-A758-462EFBD79951}" srcOrd="1" destOrd="0" presId="urn:microsoft.com/office/officeart/2005/8/layout/list1"/>
    <dgm:cxn modelId="{A0996581-18D5-4117-8FCC-803476535B62}" type="presOf" srcId="{D56A4365-2806-41FC-B0C9-D06F9A911BFC}" destId="{7C3B92E8-4F23-4CE0-A9A8-C332B52A4842}" srcOrd="0" destOrd="0" presId="urn:microsoft.com/office/officeart/2005/8/layout/list1"/>
    <dgm:cxn modelId="{01ED8DA3-F783-433A-8D9E-A2481FBDF374}" type="presOf" srcId="{C3C699AA-D9E0-4F4D-9655-B42924D0E159}" destId="{B7F2C1B6-F997-4BA7-BC9A-2B058179FDD0}" srcOrd="0" destOrd="0" presId="urn:microsoft.com/office/officeart/2005/8/layout/list1"/>
    <dgm:cxn modelId="{E668B0A3-44EC-4CED-BCF6-4833BF630D43}" srcId="{6711BD11-D1E7-47B0-9A12-C0556F42400D}" destId="{B87D29D2-F469-4CC7-B3CA-E6767A550B98}" srcOrd="0" destOrd="0" parTransId="{3E8BAEE8-5E0F-4648-BD2C-3B702E3E34D5}" sibTransId="{FDEC3C7F-8284-48CA-B118-A334FCFED685}"/>
    <dgm:cxn modelId="{4CAB26B3-3A1E-44E6-BA79-F074CB45DB8D}" srcId="{11769BDF-EBB1-4384-BBBD-92909B575BBF}" destId="{C3C699AA-D9E0-4F4D-9655-B42924D0E159}" srcOrd="0" destOrd="0" parTransId="{D1F7E8EF-1D5E-48CD-B04E-8635D0660AD2}" sibTransId="{0694E500-326C-4CB8-961F-5B522D5F6E43}"/>
    <dgm:cxn modelId="{25B7D0CF-47D5-4E93-9F3F-5295FCEF67B9}" srcId="{B87D29D2-F469-4CC7-B3CA-E6767A550B98}" destId="{7475FABE-EE70-46F2-A1C7-798A04FC5B4B}" srcOrd="0" destOrd="0" parTransId="{EA8ED009-4C25-450D-A97C-9E2730DC7F6F}" sibTransId="{E1018962-0F14-4505-82BE-8E3D26381D2C}"/>
    <dgm:cxn modelId="{423885D5-8701-48C9-8BF7-1F0E6054B0FA}" srcId="{6711BD11-D1E7-47B0-9A12-C0556F42400D}" destId="{11769BDF-EBB1-4384-BBBD-92909B575BBF}" srcOrd="2" destOrd="0" parTransId="{7B746599-6F5C-4481-A24F-105BAA61D4AE}" sibTransId="{0991614E-8ABB-411A-960B-FA99924CCD20}"/>
    <dgm:cxn modelId="{3694EBD5-5F52-43DF-9A6B-7F88B766F41E}" type="presOf" srcId="{11769BDF-EBB1-4384-BBBD-92909B575BBF}" destId="{98480420-8F6A-4C74-93B9-CD8461738BEE}" srcOrd="0" destOrd="0" presId="urn:microsoft.com/office/officeart/2005/8/layout/list1"/>
    <dgm:cxn modelId="{FC3421E4-B488-469C-955A-48797543663F}" type="presOf" srcId="{C0A9F252-18D8-47BD-83AC-9630EF0F40BB}" destId="{8E723940-C36F-494D-876B-052805A43029}" srcOrd="1" destOrd="0" presId="urn:microsoft.com/office/officeart/2005/8/layout/list1"/>
    <dgm:cxn modelId="{AD67A0EB-7FCC-4063-93E0-5547461F1A14}" type="presOf" srcId="{B87D29D2-F469-4CC7-B3CA-E6767A550B98}" destId="{C2499121-801C-4788-BBD8-46991ABA4F20}" srcOrd="0" destOrd="0" presId="urn:microsoft.com/office/officeart/2005/8/layout/list1"/>
    <dgm:cxn modelId="{65E9ADEF-29B7-4AA1-99C5-FB5F0E599E58}" srcId="{C0A9F252-18D8-47BD-83AC-9630EF0F40BB}" destId="{D56A4365-2806-41FC-B0C9-D06F9A911BFC}" srcOrd="0" destOrd="0" parTransId="{6DD13E86-0015-457B-A083-77FCDF89FE2B}" sibTransId="{26C5C13A-8305-4E5A-A051-9E0054D55F1A}"/>
    <dgm:cxn modelId="{196397F9-A1E2-4564-A856-02AA7FC8F205}" type="presOf" srcId="{7475FABE-EE70-46F2-A1C7-798A04FC5B4B}" destId="{B009205C-BFE8-444C-9A03-2A42B228F341}" srcOrd="0" destOrd="0" presId="urn:microsoft.com/office/officeart/2005/8/layout/list1"/>
    <dgm:cxn modelId="{73E1F6A1-942B-4680-A0C3-8D985747EC9E}" type="presParOf" srcId="{58FD8310-68D8-47B0-B457-FE809E9B35A5}" destId="{05E3BA56-C36A-4F41-82B4-1E99BF33F809}" srcOrd="0" destOrd="0" presId="urn:microsoft.com/office/officeart/2005/8/layout/list1"/>
    <dgm:cxn modelId="{76FA5A64-0AC3-409B-AF3D-3CE870C447CC}" type="presParOf" srcId="{05E3BA56-C36A-4F41-82B4-1E99BF33F809}" destId="{C2499121-801C-4788-BBD8-46991ABA4F20}" srcOrd="0" destOrd="0" presId="urn:microsoft.com/office/officeart/2005/8/layout/list1"/>
    <dgm:cxn modelId="{3BE1E64C-3B2F-4BB6-AA40-CA928246A417}" type="presParOf" srcId="{05E3BA56-C36A-4F41-82B4-1E99BF33F809}" destId="{DB5A2C34-73EB-496F-861A-C5B102756227}" srcOrd="1" destOrd="0" presId="urn:microsoft.com/office/officeart/2005/8/layout/list1"/>
    <dgm:cxn modelId="{C4283AB2-C6F4-4BE4-B3E1-45FA712A81D5}" type="presParOf" srcId="{58FD8310-68D8-47B0-B457-FE809E9B35A5}" destId="{A4833950-3473-4F10-81A6-DC16743A9704}" srcOrd="1" destOrd="0" presId="urn:microsoft.com/office/officeart/2005/8/layout/list1"/>
    <dgm:cxn modelId="{6CD63C1B-28BD-462B-9B95-1D7281DECF02}" type="presParOf" srcId="{58FD8310-68D8-47B0-B457-FE809E9B35A5}" destId="{B009205C-BFE8-444C-9A03-2A42B228F341}" srcOrd="2" destOrd="0" presId="urn:microsoft.com/office/officeart/2005/8/layout/list1"/>
    <dgm:cxn modelId="{518B1CB8-2C91-47E5-94D9-D21B1FCEBD2A}" type="presParOf" srcId="{58FD8310-68D8-47B0-B457-FE809E9B35A5}" destId="{4C49DBDA-3287-46E1-8EDC-A8C621282E10}" srcOrd="3" destOrd="0" presId="urn:microsoft.com/office/officeart/2005/8/layout/list1"/>
    <dgm:cxn modelId="{E8E9B45E-41D7-4537-8198-9697608E1A6A}" type="presParOf" srcId="{58FD8310-68D8-47B0-B457-FE809E9B35A5}" destId="{0E2BC440-4D93-487C-811A-3E0647CE3665}" srcOrd="4" destOrd="0" presId="urn:microsoft.com/office/officeart/2005/8/layout/list1"/>
    <dgm:cxn modelId="{20A6A7AB-CFB1-4F4D-A73A-6E4640B4005C}" type="presParOf" srcId="{0E2BC440-4D93-487C-811A-3E0647CE3665}" destId="{99ACAED2-3B1E-4AD9-8238-0DE5195CDD13}" srcOrd="0" destOrd="0" presId="urn:microsoft.com/office/officeart/2005/8/layout/list1"/>
    <dgm:cxn modelId="{D9F98920-560E-454A-ACFE-370AE3D7BB3D}" type="presParOf" srcId="{0E2BC440-4D93-487C-811A-3E0647CE3665}" destId="{86E26FD3-9CB3-4895-A441-3A3EFF693271}" srcOrd="1" destOrd="0" presId="urn:microsoft.com/office/officeart/2005/8/layout/list1"/>
    <dgm:cxn modelId="{98EB5F7D-AE2C-48ED-8905-1BB695C7FF6E}" type="presParOf" srcId="{58FD8310-68D8-47B0-B457-FE809E9B35A5}" destId="{82E85BE4-71CD-401B-8CA4-C6F7218D2D32}" srcOrd="5" destOrd="0" presId="urn:microsoft.com/office/officeart/2005/8/layout/list1"/>
    <dgm:cxn modelId="{6699FEFC-AB87-45B1-A8DA-C69FB4DD1CF5}" type="presParOf" srcId="{58FD8310-68D8-47B0-B457-FE809E9B35A5}" destId="{B4144417-0F05-4681-8AB6-98DDDB45F6CA}" srcOrd="6" destOrd="0" presId="urn:microsoft.com/office/officeart/2005/8/layout/list1"/>
    <dgm:cxn modelId="{50EE84A4-3B16-435E-85BB-23F7B6B042CC}" type="presParOf" srcId="{58FD8310-68D8-47B0-B457-FE809E9B35A5}" destId="{46114FD0-04DD-4EBB-87CE-742EEB48AB5E}" srcOrd="7" destOrd="0" presId="urn:microsoft.com/office/officeart/2005/8/layout/list1"/>
    <dgm:cxn modelId="{A09D57ED-95C4-4AE3-8512-64BF93CC6794}" type="presParOf" srcId="{58FD8310-68D8-47B0-B457-FE809E9B35A5}" destId="{10542B29-8A0F-45D1-96B9-B3FFFFC5407D}" srcOrd="8" destOrd="0" presId="urn:microsoft.com/office/officeart/2005/8/layout/list1"/>
    <dgm:cxn modelId="{E09068B5-4EB9-4F5A-BF27-8CA7A4416E32}" type="presParOf" srcId="{10542B29-8A0F-45D1-96B9-B3FFFFC5407D}" destId="{98480420-8F6A-4C74-93B9-CD8461738BEE}" srcOrd="0" destOrd="0" presId="urn:microsoft.com/office/officeart/2005/8/layout/list1"/>
    <dgm:cxn modelId="{857B66DB-2346-4576-8976-B93D6E11A924}" type="presParOf" srcId="{10542B29-8A0F-45D1-96B9-B3FFFFC5407D}" destId="{67D64821-3128-4FEE-A758-462EFBD79951}" srcOrd="1" destOrd="0" presId="urn:microsoft.com/office/officeart/2005/8/layout/list1"/>
    <dgm:cxn modelId="{59071F95-29F8-4A5F-9236-CC2F5D4EE84A}" type="presParOf" srcId="{58FD8310-68D8-47B0-B457-FE809E9B35A5}" destId="{1085ECF9-6396-4DA6-AC2F-F879F4E1DA05}" srcOrd="9" destOrd="0" presId="urn:microsoft.com/office/officeart/2005/8/layout/list1"/>
    <dgm:cxn modelId="{F8DE59FB-8D3D-4089-B682-B8BECDB6E5D5}" type="presParOf" srcId="{58FD8310-68D8-47B0-B457-FE809E9B35A5}" destId="{B7F2C1B6-F997-4BA7-BC9A-2B058179FDD0}" srcOrd="10" destOrd="0" presId="urn:microsoft.com/office/officeart/2005/8/layout/list1"/>
    <dgm:cxn modelId="{44166BF1-4718-490D-8958-CEE2304B13FF}" type="presParOf" srcId="{58FD8310-68D8-47B0-B457-FE809E9B35A5}" destId="{53D9DE81-E8B8-4523-8FE7-71005CCE47FA}" srcOrd="11" destOrd="0" presId="urn:microsoft.com/office/officeart/2005/8/layout/list1"/>
    <dgm:cxn modelId="{47C16A73-1FB6-44A9-B3D7-EA08BC63B288}" type="presParOf" srcId="{58FD8310-68D8-47B0-B457-FE809E9B35A5}" destId="{7FB6840E-3453-4E8F-BC05-F35FE6372867}" srcOrd="12" destOrd="0" presId="urn:microsoft.com/office/officeart/2005/8/layout/list1"/>
    <dgm:cxn modelId="{FBE8FFAA-B773-4747-93C2-F713DE99DA85}" type="presParOf" srcId="{7FB6840E-3453-4E8F-BC05-F35FE6372867}" destId="{41869C0A-0AC3-4271-8DD3-0E0508A00BAC}" srcOrd="0" destOrd="0" presId="urn:microsoft.com/office/officeart/2005/8/layout/list1"/>
    <dgm:cxn modelId="{AA0F8671-BAA6-45C8-B927-B8B237D5763A}" type="presParOf" srcId="{7FB6840E-3453-4E8F-BC05-F35FE6372867}" destId="{8E723940-C36F-494D-876B-052805A43029}" srcOrd="1" destOrd="0" presId="urn:microsoft.com/office/officeart/2005/8/layout/list1"/>
    <dgm:cxn modelId="{FA7187B2-E60F-44C4-BA91-3D1DECBD3A43}" type="presParOf" srcId="{58FD8310-68D8-47B0-B457-FE809E9B35A5}" destId="{52A75D8D-7FD4-4A0C-9D64-B5FEC7B194C8}" srcOrd="13" destOrd="0" presId="urn:microsoft.com/office/officeart/2005/8/layout/list1"/>
    <dgm:cxn modelId="{60E3C9C0-7124-4EB1-84DE-8495BD258AD5}" type="presParOf" srcId="{58FD8310-68D8-47B0-B457-FE809E9B35A5}" destId="{7C3B92E8-4F23-4CE0-A9A8-C332B52A4842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FADDEFC1-ADCF-4D9D-AB3D-357FB91C9347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12D65D74-217D-4FEF-B849-93345B55A7EF}">
      <dgm:prSet phldrT="[文本]"/>
      <dgm:spPr/>
      <dgm:t>
        <a:bodyPr/>
        <a:lstStyle/>
        <a:p>
          <a:r>
            <a:rPr lang="zh-CN" altLang="en-US" dirty="0"/>
            <a:t>字段名称</a:t>
          </a:r>
        </a:p>
      </dgm:t>
    </dgm:pt>
    <dgm:pt modelId="{6276007F-D404-4C03-92C4-6241D0D4EA94}" type="parTrans" cxnId="{9DA5AD9C-E0CF-40DB-AB6B-30C9D1F22D5B}">
      <dgm:prSet/>
      <dgm:spPr/>
      <dgm:t>
        <a:bodyPr/>
        <a:lstStyle/>
        <a:p>
          <a:endParaRPr lang="zh-CN" altLang="en-US"/>
        </a:p>
      </dgm:t>
    </dgm:pt>
    <dgm:pt modelId="{E0EBF72C-8D24-41B2-80C1-C72C5989E616}" type="sibTrans" cxnId="{9DA5AD9C-E0CF-40DB-AB6B-30C9D1F22D5B}">
      <dgm:prSet/>
      <dgm:spPr/>
      <dgm:t>
        <a:bodyPr/>
        <a:lstStyle/>
        <a:p>
          <a:endParaRPr lang="zh-CN" altLang="en-US"/>
        </a:p>
      </dgm:t>
    </dgm:pt>
    <dgm:pt modelId="{37B77C76-CF6F-4CC6-84E3-52CE5F4CBF5E}">
      <dgm:prSet phldrT="[文本]"/>
      <dgm:spPr/>
      <dgm:t>
        <a:bodyPr/>
        <a:lstStyle/>
        <a:p>
          <a:r>
            <a:rPr lang="zh-CN" altLang="en-US" dirty="0"/>
            <a:t>约束条件（选填）</a:t>
          </a:r>
        </a:p>
      </dgm:t>
    </dgm:pt>
    <dgm:pt modelId="{A0FCB1EE-E897-4F43-84DF-114A0C0D38BE}" type="parTrans" cxnId="{A81D0BF3-AEBD-458B-8B7C-BF1CAE520D96}">
      <dgm:prSet/>
      <dgm:spPr/>
      <dgm:t>
        <a:bodyPr/>
        <a:lstStyle/>
        <a:p>
          <a:endParaRPr lang="zh-CN" altLang="en-US"/>
        </a:p>
      </dgm:t>
    </dgm:pt>
    <dgm:pt modelId="{0DD16E2F-E836-4428-8BFE-32023A613D0C}" type="sibTrans" cxnId="{A81D0BF3-AEBD-458B-8B7C-BF1CAE520D96}">
      <dgm:prSet/>
      <dgm:spPr/>
      <dgm:t>
        <a:bodyPr/>
        <a:lstStyle/>
        <a:p>
          <a:endParaRPr lang="zh-CN" altLang="en-US"/>
        </a:p>
      </dgm:t>
    </dgm:pt>
    <dgm:pt modelId="{D371D99E-E886-49EA-BBAA-F85CA8BB3814}">
      <dgm:prSet phldrT="[文本]"/>
      <dgm:spPr/>
      <dgm:t>
        <a:bodyPr/>
        <a:lstStyle/>
        <a:p>
          <a:r>
            <a:rPr lang="en-US" altLang="zh-CN"/>
            <a:t>PRIMARY KEY——</a:t>
          </a:r>
          <a:r>
            <a:rPr lang="zh-CN" altLang="en-US"/>
            <a:t>主键</a:t>
          </a:r>
          <a:endParaRPr lang="zh-CN" altLang="en-US" dirty="0"/>
        </a:p>
      </dgm:t>
    </dgm:pt>
    <dgm:pt modelId="{06CF28A1-8D8E-404A-9368-A3571FFFA83A}" type="parTrans" cxnId="{B637A610-F970-403E-ACC5-22889E36C29A}">
      <dgm:prSet/>
      <dgm:spPr/>
      <dgm:t>
        <a:bodyPr/>
        <a:lstStyle/>
        <a:p>
          <a:endParaRPr lang="zh-CN" altLang="en-US"/>
        </a:p>
      </dgm:t>
    </dgm:pt>
    <dgm:pt modelId="{8EF34351-E905-4EE4-80B9-B8E3A978423C}" type="sibTrans" cxnId="{B637A610-F970-403E-ACC5-22889E36C29A}">
      <dgm:prSet/>
      <dgm:spPr/>
      <dgm:t>
        <a:bodyPr/>
        <a:lstStyle/>
        <a:p>
          <a:endParaRPr lang="zh-CN" altLang="en-US"/>
        </a:p>
      </dgm:t>
    </dgm:pt>
    <dgm:pt modelId="{E8C1CC51-4F69-4741-87E1-F9E661291418}">
      <dgm:prSet phldrT="[文本]"/>
      <dgm:spPr/>
      <dgm:t>
        <a:bodyPr/>
        <a:lstStyle/>
        <a:p>
          <a:r>
            <a:rPr lang="zh-CN" altLang="en-US" dirty="0"/>
            <a:t>字段类型</a:t>
          </a:r>
        </a:p>
      </dgm:t>
    </dgm:pt>
    <dgm:pt modelId="{2CB74993-74D3-40AF-B083-F5A0870128A5}" type="parTrans" cxnId="{EA600BCE-3657-4F93-A0C3-812525D6E8E2}">
      <dgm:prSet/>
      <dgm:spPr/>
      <dgm:t>
        <a:bodyPr/>
        <a:lstStyle/>
        <a:p>
          <a:endParaRPr lang="zh-CN" altLang="en-US"/>
        </a:p>
      </dgm:t>
    </dgm:pt>
    <dgm:pt modelId="{3AA649C7-7FFC-453F-AA22-70855CC55183}" type="sibTrans" cxnId="{EA600BCE-3657-4F93-A0C3-812525D6E8E2}">
      <dgm:prSet/>
      <dgm:spPr/>
      <dgm:t>
        <a:bodyPr/>
        <a:lstStyle/>
        <a:p>
          <a:endParaRPr lang="zh-CN" altLang="en-US"/>
        </a:p>
      </dgm:t>
    </dgm:pt>
    <dgm:pt modelId="{A9068E95-D5A3-41D1-9DE9-7BB7EEDC24BB}">
      <dgm:prSet phldrT="[文本]"/>
      <dgm:spPr/>
      <dgm:t>
        <a:bodyPr/>
        <a:lstStyle/>
        <a:p>
          <a:r>
            <a:rPr lang="en-US" altLang="zh-CN"/>
            <a:t>UNIQUE——</a:t>
          </a:r>
          <a:r>
            <a:rPr lang="zh-CN" altLang="en-US"/>
            <a:t>值唯一</a:t>
          </a:r>
          <a:endParaRPr lang="zh-CN" altLang="en-US" dirty="0"/>
        </a:p>
      </dgm:t>
    </dgm:pt>
    <dgm:pt modelId="{D6C8314D-E0BA-4343-ADF8-9BBEDEB04F44}" type="parTrans" cxnId="{F5DB3FA2-01D7-4604-B990-7903279F86AC}">
      <dgm:prSet/>
      <dgm:spPr/>
      <dgm:t>
        <a:bodyPr/>
        <a:lstStyle/>
        <a:p>
          <a:endParaRPr lang="zh-CN" altLang="en-US"/>
        </a:p>
      </dgm:t>
    </dgm:pt>
    <dgm:pt modelId="{555E8E48-D209-4C9C-AC85-3F8DA105C7C5}" type="sibTrans" cxnId="{F5DB3FA2-01D7-4604-B990-7903279F86AC}">
      <dgm:prSet/>
      <dgm:spPr/>
      <dgm:t>
        <a:bodyPr/>
        <a:lstStyle/>
        <a:p>
          <a:endParaRPr lang="zh-CN" altLang="en-US"/>
        </a:p>
      </dgm:t>
    </dgm:pt>
    <dgm:pt modelId="{C1452CF4-920D-49F6-AFDA-188A73EC1641}">
      <dgm:prSet phldrT="[文本]"/>
      <dgm:spPr/>
      <dgm:t>
        <a:bodyPr/>
        <a:lstStyle/>
        <a:p>
          <a:r>
            <a:rPr lang="en-US" altLang="zh-CN"/>
            <a:t>NOT NULL——</a:t>
          </a:r>
          <a:r>
            <a:rPr lang="zh-CN" altLang="en-US"/>
            <a:t>限定非空</a:t>
          </a:r>
          <a:endParaRPr lang="zh-CN" altLang="en-US" dirty="0"/>
        </a:p>
      </dgm:t>
    </dgm:pt>
    <dgm:pt modelId="{CC8E2161-8A98-4F30-BF5C-F0D07C1DFD16}" type="parTrans" cxnId="{7AF500D2-6120-4E4E-B2A8-E37D6493CD59}">
      <dgm:prSet/>
      <dgm:spPr/>
      <dgm:t>
        <a:bodyPr/>
        <a:lstStyle/>
        <a:p>
          <a:endParaRPr lang="zh-CN" altLang="en-US"/>
        </a:p>
      </dgm:t>
    </dgm:pt>
    <dgm:pt modelId="{23E4D50F-4AA5-4B82-9F5C-3B8400EE3AA9}" type="sibTrans" cxnId="{7AF500D2-6120-4E4E-B2A8-E37D6493CD59}">
      <dgm:prSet/>
      <dgm:spPr/>
      <dgm:t>
        <a:bodyPr/>
        <a:lstStyle/>
        <a:p>
          <a:endParaRPr lang="zh-CN" altLang="en-US"/>
        </a:p>
      </dgm:t>
    </dgm:pt>
    <dgm:pt modelId="{D43106F1-DC9C-48C3-88F9-2A294E2BC6BE}">
      <dgm:prSet phldrT="[文本]"/>
      <dgm:spPr/>
      <dgm:t>
        <a:bodyPr/>
        <a:lstStyle/>
        <a:p>
          <a:r>
            <a:rPr lang="en-US" altLang="zh-CN"/>
            <a:t>DEFAULT——</a:t>
          </a:r>
          <a:r>
            <a:rPr lang="zh-CN" altLang="en-US"/>
            <a:t>默认值</a:t>
          </a:r>
          <a:endParaRPr lang="zh-CN" altLang="en-US" dirty="0"/>
        </a:p>
      </dgm:t>
    </dgm:pt>
    <dgm:pt modelId="{782F79EA-2510-4E0A-AD4B-ECC83D2BD769}" type="parTrans" cxnId="{71994871-0E32-4BE3-BEDB-7FE537E03CE5}">
      <dgm:prSet/>
      <dgm:spPr/>
      <dgm:t>
        <a:bodyPr/>
        <a:lstStyle/>
        <a:p>
          <a:endParaRPr lang="zh-CN" altLang="en-US"/>
        </a:p>
      </dgm:t>
    </dgm:pt>
    <dgm:pt modelId="{0893D66C-2412-4718-9B12-202497C1DCE5}" type="sibTrans" cxnId="{71994871-0E32-4BE3-BEDB-7FE537E03CE5}">
      <dgm:prSet/>
      <dgm:spPr/>
      <dgm:t>
        <a:bodyPr/>
        <a:lstStyle/>
        <a:p>
          <a:endParaRPr lang="zh-CN" altLang="en-US"/>
        </a:p>
      </dgm:t>
    </dgm:pt>
    <dgm:pt modelId="{9E38F602-A7AC-4CD6-9A9A-04A6FCF0489C}">
      <dgm:prSet phldrT="[文本]"/>
      <dgm:spPr/>
      <dgm:t>
        <a:bodyPr/>
        <a:lstStyle/>
        <a:p>
          <a:r>
            <a:rPr lang="en-US" altLang="zh-CN"/>
            <a:t>AUTO_INCREMENT——</a:t>
          </a:r>
          <a:r>
            <a:rPr lang="zh-CN" altLang="en-US"/>
            <a:t>自增约束</a:t>
          </a:r>
          <a:endParaRPr lang="zh-CN" altLang="en-US" dirty="0"/>
        </a:p>
      </dgm:t>
    </dgm:pt>
    <dgm:pt modelId="{F8082B53-09AB-47A8-BA40-7E79B99C79B9}" type="parTrans" cxnId="{892D3DE7-6E3D-48C7-9BF4-82FE137B3212}">
      <dgm:prSet/>
      <dgm:spPr/>
      <dgm:t>
        <a:bodyPr/>
        <a:lstStyle/>
        <a:p>
          <a:endParaRPr lang="zh-CN" altLang="en-US"/>
        </a:p>
      </dgm:t>
    </dgm:pt>
    <dgm:pt modelId="{BCF0366B-7CD3-47A9-A1F1-06E4FF4E0C9A}" type="sibTrans" cxnId="{892D3DE7-6E3D-48C7-9BF4-82FE137B3212}">
      <dgm:prSet/>
      <dgm:spPr/>
      <dgm:t>
        <a:bodyPr/>
        <a:lstStyle/>
        <a:p>
          <a:endParaRPr lang="zh-CN" altLang="en-US"/>
        </a:p>
      </dgm:t>
    </dgm:pt>
    <dgm:pt modelId="{D5326A8C-0B8C-456C-8A78-EF1D921AF529}">
      <dgm:prSet phldrT="[文本]"/>
      <dgm:spPr/>
      <dgm:t>
        <a:bodyPr/>
        <a:lstStyle/>
        <a:p>
          <a:r>
            <a:rPr lang="zh-CN" altLang="en-US" dirty="0"/>
            <a:t>小写</a:t>
          </a:r>
          <a:r>
            <a:rPr lang="en-US" altLang="zh-CN" dirty="0"/>
            <a:t>+_</a:t>
          </a:r>
          <a:endParaRPr lang="zh-CN" altLang="en-US" dirty="0"/>
        </a:p>
      </dgm:t>
    </dgm:pt>
    <dgm:pt modelId="{E9A37C83-E997-43B7-8831-44018429570C}" type="parTrans" cxnId="{5E8AB944-8CB9-4D6D-8E47-763F9C78A19E}">
      <dgm:prSet/>
      <dgm:spPr/>
      <dgm:t>
        <a:bodyPr/>
        <a:lstStyle/>
        <a:p>
          <a:endParaRPr lang="zh-CN" altLang="en-US"/>
        </a:p>
      </dgm:t>
    </dgm:pt>
    <dgm:pt modelId="{920CEF00-DD8B-47CC-8DB5-042728093254}" type="sibTrans" cxnId="{5E8AB944-8CB9-4D6D-8E47-763F9C78A19E}">
      <dgm:prSet/>
      <dgm:spPr/>
      <dgm:t>
        <a:bodyPr/>
        <a:lstStyle/>
        <a:p>
          <a:endParaRPr lang="zh-CN" altLang="en-US"/>
        </a:p>
      </dgm:t>
    </dgm:pt>
    <dgm:pt modelId="{92C5431E-491C-41DB-AD3E-25B5AE30138E}">
      <dgm:prSet phldrT="[文本]"/>
      <dgm:spPr/>
      <dgm:t>
        <a:bodyPr/>
        <a:lstStyle/>
        <a:p>
          <a:r>
            <a:rPr lang="en-US" altLang="zh-CN"/>
            <a:t>INT CHAR VARCHAR ……</a:t>
          </a:r>
          <a:endParaRPr lang="zh-CN" altLang="en-US" dirty="0"/>
        </a:p>
      </dgm:t>
    </dgm:pt>
    <dgm:pt modelId="{555A743D-7655-4211-857C-D9F2F06F3042}" type="parTrans" cxnId="{152FCF60-6BD8-4135-9C66-3FBEE139BD90}">
      <dgm:prSet/>
      <dgm:spPr/>
      <dgm:t>
        <a:bodyPr/>
        <a:lstStyle/>
        <a:p>
          <a:endParaRPr lang="zh-CN" altLang="en-US"/>
        </a:p>
      </dgm:t>
    </dgm:pt>
    <dgm:pt modelId="{35A5EC2F-6646-426F-8903-F88BBF12BAF0}" type="sibTrans" cxnId="{152FCF60-6BD8-4135-9C66-3FBEE139BD90}">
      <dgm:prSet/>
      <dgm:spPr/>
      <dgm:t>
        <a:bodyPr/>
        <a:lstStyle/>
        <a:p>
          <a:endParaRPr lang="zh-CN" altLang="en-US"/>
        </a:p>
      </dgm:t>
    </dgm:pt>
    <dgm:pt modelId="{062BEF4C-6207-44BC-A567-A42153A589C2}">
      <dgm:prSet phldrT="[文本]"/>
      <dgm:spPr/>
      <dgm:t>
        <a:bodyPr/>
        <a:lstStyle/>
        <a:p>
          <a:r>
            <a:rPr lang="en-US" altLang="zh-CN"/>
            <a:t>UNSIGNED——</a:t>
          </a:r>
          <a:r>
            <a:rPr lang="zh-CN" altLang="en-US"/>
            <a:t>无符号整型</a:t>
          </a:r>
          <a:endParaRPr lang="zh-CN" altLang="en-US" dirty="0"/>
        </a:p>
      </dgm:t>
    </dgm:pt>
    <dgm:pt modelId="{E465EBD8-3AAE-4BB9-8966-E9AA3B86BB56}" type="parTrans" cxnId="{6A1B74F9-D6B8-4498-A5F7-691D538404BE}">
      <dgm:prSet/>
      <dgm:spPr/>
      <dgm:t>
        <a:bodyPr/>
        <a:lstStyle/>
        <a:p>
          <a:endParaRPr lang="zh-CN" altLang="en-US"/>
        </a:p>
      </dgm:t>
    </dgm:pt>
    <dgm:pt modelId="{D08B53B5-EDE3-4000-A3D2-853111E5063B}" type="sibTrans" cxnId="{6A1B74F9-D6B8-4498-A5F7-691D538404BE}">
      <dgm:prSet/>
      <dgm:spPr/>
      <dgm:t>
        <a:bodyPr/>
        <a:lstStyle/>
        <a:p>
          <a:endParaRPr lang="zh-CN" altLang="en-US"/>
        </a:p>
      </dgm:t>
    </dgm:pt>
    <dgm:pt modelId="{580AB40C-E096-4CAB-A6B3-1759BFD52665}" type="pres">
      <dgm:prSet presAssocID="{FADDEFC1-ADCF-4D9D-AB3D-357FB91C9347}" presName="linear" presStyleCnt="0">
        <dgm:presLayoutVars>
          <dgm:dir/>
          <dgm:animLvl val="lvl"/>
          <dgm:resizeHandles val="exact"/>
        </dgm:presLayoutVars>
      </dgm:prSet>
      <dgm:spPr/>
    </dgm:pt>
    <dgm:pt modelId="{CBA3081F-AD47-46EC-8FF5-90CAFBE67D38}" type="pres">
      <dgm:prSet presAssocID="{12D65D74-217D-4FEF-B849-93345B55A7EF}" presName="parentLin" presStyleCnt="0"/>
      <dgm:spPr/>
    </dgm:pt>
    <dgm:pt modelId="{A0225817-8F00-44AF-89A7-01B49B33FDC8}" type="pres">
      <dgm:prSet presAssocID="{12D65D74-217D-4FEF-B849-93345B55A7EF}" presName="parentLeftMargin" presStyleLbl="node1" presStyleIdx="0" presStyleCnt="3"/>
      <dgm:spPr/>
    </dgm:pt>
    <dgm:pt modelId="{DA4D7AAB-CE76-4EA3-B3A7-2499D3990517}" type="pres">
      <dgm:prSet presAssocID="{12D65D74-217D-4FEF-B849-93345B55A7E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9EEA4E9-3FCF-4C7F-9C15-49BB77AB7E68}" type="pres">
      <dgm:prSet presAssocID="{12D65D74-217D-4FEF-B849-93345B55A7EF}" presName="negativeSpace" presStyleCnt="0"/>
      <dgm:spPr/>
    </dgm:pt>
    <dgm:pt modelId="{CDA1DCCC-2AB5-44A4-AF2B-AB78968B3A6E}" type="pres">
      <dgm:prSet presAssocID="{12D65D74-217D-4FEF-B849-93345B55A7EF}" presName="childText" presStyleLbl="conFgAcc1" presStyleIdx="0" presStyleCnt="3">
        <dgm:presLayoutVars>
          <dgm:bulletEnabled val="1"/>
        </dgm:presLayoutVars>
      </dgm:prSet>
      <dgm:spPr/>
    </dgm:pt>
    <dgm:pt modelId="{E28DD1DE-423F-454B-B5B7-53F7BFE85CB8}" type="pres">
      <dgm:prSet presAssocID="{E0EBF72C-8D24-41B2-80C1-C72C5989E616}" presName="spaceBetweenRectangles" presStyleCnt="0"/>
      <dgm:spPr/>
    </dgm:pt>
    <dgm:pt modelId="{B8412A8D-8D2C-4A7A-9EEB-168C3DDCC4D9}" type="pres">
      <dgm:prSet presAssocID="{E8C1CC51-4F69-4741-87E1-F9E661291418}" presName="parentLin" presStyleCnt="0"/>
      <dgm:spPr/>
    </dgm:pt>
    <dgm:pt modelId="{449DEA08-DAC1-49B5-8941-476C0C3883D9}" type="pres">
      <dgm:prSet presAssocID="{E8C1CC51-4F69-4741-87E1-F9E661291418}" presName="parentLeftMargin" presStyleLbl="node1" presStyleIdx="0" presStyleCnt="3"/>
      <dgm:spPr/>
    </dgm:pt>
    <dgm:pt modelId="{0CBB517D-00B9-4156-AC72-CA566E153D81}" type="pres">
      <dgm:prSet presAssocID="{E8C1CC51-4F69-4741-87E1-F9E66129141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1BCDF56-F92C-4B12-8994-4AF3076C9078}" type="pres">
      <dgm:prSet presAssocID="{E8C1CC51-4F69-4741-87E1-F9E661291418}" presName="negativeSpace" presStyleCnt="0"/>
      <dgm:spPr/>
    </dgm:pt>
    <dgm:pt modelId="{6EC5ED8E-5756-4AF9-9033-53EF57EE4D2D}" type="pres">
      <dgm:prSet presAssocID="{E8C1CC51-4F69-4741-87E1-F9E661291418}" presName="childText" presStyleLbl="conFgAcc1" presStyleIdx="1" presStyleCnt="3">
        <dgm:presLayoutVars>
          <dgm:bulletEnabled val="1"/>
        </dgm:presLayoutVars>
      </dgm:prSet>
      <dgm:spPr/>
    </dgm:pt>
    <dgm:pt modelId="{AC531995-BC34-4363-8B66-94F647C002D2}" type="pres">
      <dgm:prSet presAssocID="{3AA649C7-7FFC-453F-AA22-70855CC55183}" presName="spaceBetweenRectangles" presStyleCnt="0"/>
      <dgm:spPr/>
    </dgm:pt>
    <dgm:pt modelId="{E96F5C89-12CA-4B7A-B9F7-A3FB8D8C6BD2}" type="pres">
      <dgm:prSet presAssocID="{37B77C76-CF6F-4CC6-84E3-52CE5F4CBF5E}" presName="parentLin" presStyleCnt="0"/>
      <dgm:spPr/>
    </dgm:pt>
    <dgm:pt modelId="{C068750C-DE34-47DE-A647-F8ED01BC43C5}" type="pres">
      <dgm:prSet presAssocID="{37B77C76-CF6F-4CC6-84E3-52CE5F4CBF5E}" presName="parentLeftMargin" presStyleLbl="node1" presStyleIdx="1" presStyleCnt="3"/>
      <dgm:spPr/>
    </dgm:pt>
    <dgm:pt modelId="{BF29DCF8-629A-4FBC-82E3-7D750127C428}" type="pres">
      <dgm:prSet presAssocID="{37B77C76-CF6F-4CC6-84E3-52CE5F4CBF5E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23ADEFE-08E5-44FD-A292-DF3778338F42}" type="pres">
      <dgm:prSet presAssocID="{37B77C76-CF6F-4CC6-84E3-52CE5F4CBF5E}" presName="negativeSpace" presStyleCnt="0"/>
      <dgm:spPr/>
    </dgm:pt>
    <dgm:pt modelId="{A674B7C0-0EE3-4147-8273-1D6557D814DD}" type="pres">
      <dgm:prSet presAssocID="{37B77C76-CF6F-4CC6-84E3-52CE5F4CBF5E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B637A610-F970-403E-ACC5-22889E36C29A}" srcId="{37B77C76-CF6F-4CC6-84E3-52CE5F4CBF5E}" destId="{D371D99E-E886-49EA-BBAA-F85CA8BB3814}" srcOrd="0" destOrd="0" parTransId="{06CF28A1-8D8E-404A-9368-A3571FFFA83A}" sibTransId="{8EF34351-E905-4EE4-80B9-B8E3A978423C}"/>
    <dgm:cxn modelId="{595E011A-895F-444C-BC85-A7A201AC8034}" type="presOf" srcId="{D5326A8C-0B8C-456C-8A78-EF1D921AF529}" destId="{CDA1DCCC-2AB5-44A4-AF2B-AB78968B3A6E}" srcOrd="0" destOrd="0" presId="urn:microsoft.com/office/officeart/2005/8/layout/list1"/>
    <dgm:cxn modelId="{468E5A24-69C0-47AE-9E0A-5E845A0DE8DA}" type="presOf" srcId="{E8C1CC51-4F69-4741-87E1-F9E661291418}" destId="{449DEA08-DAC1-49B5-8941-476C0C3883D9}" srcOrd="0" destOrd="0" presId="urn:microsoft.com/office/officeart/2005/8/layout/list1"/>
    <dgm:cxn modelId="{0685472A-0D8B-4E04-8EC9-4739B313B0AD}" type="presOf" srcId="{37B77C76-CF6F-4CC6-84E3-52CE5F4CBF5E}" destId="{C068750C-DE34-47DE-A647-F8ED01BC43C5}" srcOrd="0" destOrd="0" presId="urn:microsoft.com/office/officeart/2005/8/layout/list1"/>
    <dgm:cxn modelId="{5238C02D-B145-4124-BB1B-8D92FFC33B74}" type="presOf" srcId="{12D65D74-217D-4FEF-B849-93345B55A7EF}" destId="{A0225817-8F00-44AF-89A7-01B49B33FDC8}" srcOrd="0" destOrd="0" presId="urn:microsoft.com/office/officeart/2005/8/layout/list1"/>
    <dgm:cxn modelId="{67236B60-8043-4B8F-A31C-AA31C2A42845}" type="presOf" srcId="{12D65D74-217D-4FEF-B849-93345B55A7EF}" destId="{DA4D7AAB-CE76-4EA3-B3A7-2499D3990517}" srcOrd="1" destOrd="0" presId="urn:microsoft.com/office/officeart/2005/8/layout/list1"/>
    <dgm:cxn modelId="{152FCF60-6BD8-4135-9C66-3FBEE139BD90}" srcId="{E8C1CC51-4F69-4741-87E1-F9E661291418}" destId="{92C5431E-491C-41DB-AD3E-25B5AE30138E}" srcOrd="0" destOrd="0" parTransId="{555A743D-7655-4211-857C-D9F2F06F3042}" sibTransId="{35A5EC2F-6646-426F-8903-F88BBF12BAF0}"/>
    <dgm:cxn modelId="{5E8AB944-8CB9-4D6D-8E47-763F9C78A19E}" srcId="{12D65D74-217D-4FEF-B849-93345B55A7EF}" destId="{D5326A8C-0B8C-456C-8A78-EF1D921AF529}" srcOrd="0" destOrd="0" parTransId="{E9A37C83-E997-43B7-8831-44018429570C}" sibTransId="{920CEF00-DD8B-47CC-8DB5-042728093254}"/>
    <dgm:cxn modelId="{2696A267-27BE-4755-9C18-5A9B299783A1}" type="presOf" srcId="{D43106F1-DC9C-48C3-88F9-2A294E2BC6BE}" destId="{A674B7C0-0EE3-4147-8273-1D6557D814DD}" srcOrd="0" destOrd="3" presId="urn:microsoft.com/office/officeart/2005/8/layout/list1"/>
    <dgm:cxn modelId="{71994871-0E32-4BE3-BEDB-7FE537E03CE5}" srcId="{37B77C76-CF6F-4CC6-84E3-52CE5F4CBF5E}" destId="{D43106F1-DC9C-48C3-88F9-2A294E2BC6BE}" srcOrd="3" destOrd="0" parTransId="{782F79EA-2510-4E0A-AD4B-ECC83D2BD769}" sibTransId="{0893D66C-2412-4718-9B12-202497C1DCE5}"/>
    <dgm:cxn modelId="{5137C371-47A3-423A-BF92-F7DEC7F11A80}" type="presOf" srcId="{37B77C76-CF6F-4CC6-84E3-52CE5F4CBF5E}" destId="{BF29DCF8-629A-4FBC-82E3-7D750127C428}" srcOrd="1" destOrd="0" presId="urn:microsoft.com/office/officeart/2005/8/layout/list1"/>
    <dgm:cxn modelId="{2EFCAD72-4652-4631-8647-F21A9644AA23}" type="presOf" srcId="{A9068E95-D5A3-41D1-9DE9-7BB7EEDC24BB}" destId="{A674B7C0-0EE3-4147-8273-1D6557D814DD}" srcOrd="0" destOrd="1" presId="urn:microsoft.com/office/officeart/2005/8/layout/list1"/>
    <dgm:cxn modelId="{FB46CE88-4B67-40EA-BCDF-2BFBF5F14B16}" type="presOf" srcId="{E8C1CC51-4F69-4741-87E1-F9E661291418}" destId="{0CBB517D-00B9-4156-AC72-CA566E153D81}" srcOrd="1" destOrd="0" presId="urn:microsoft.com/office/officeart/2005/8/layout/list1"/>
    <dgm:cxn modelId="{2369138E-BEA7-4BD4-B9A4-603FB2E6ABC3}" type="presOf" srcId="{FADDEFC1-ADCF-4D9D-AB3D-357FB91C9347}" destId="{580AB40C-E096-4CAB-A6B3-1759BFD52665}" srcOrd="0" destOrd="0" presId="urn:microsoft.com/office/officeart/2005/8/layout/list1"/>
    <dgm:cxn modelId="{CAD67E97-E153-409B-8BD8-622050212C93}" type="presOf" srcId="{9E38F602-A7AC-4CD6-9A9A-04A6FCF0489C}" destId="{A674B7C0-0EE3-4147-8273-1D6557D814DD}" srcOrd="0" destOrd="4" presId="urn:microsoft.com/office/officeart/2005/8/layout/list1"/>
    <dgm:cxn modelId="{9DA5AD9C-E0CF-40DB-AB6B-30C9D1F22D5B}" srcId="{FADDEFC1-ADCF-4D9D-AB3D-357FB91C9347}" destId="{12D65D74-217D-4FEF-B849-93345B55A7EF}" srcOrd="0" destOrd="0" parTransId="{6276007F-D404-4C03-92C4-6241D0D4EA94}" sibTransId="{E0EBF72C-8D24-41B2-80C1-C72C5989E616}"/>
    <dgm:cxn modelId="{F5DB3FA2-01D7-4604-B990-7903279F86AC}" srcId="{37B77C76-CF6F-4CC6-84E3-52CE5F4CBF5E}" destId="{A9068E95-D5A3-41D1-9DE9-7BB7EEDC24BB}" srcOrd="1" destOrd="0" parTransId="{D6C8314D-E0BA-4343-ADF8-9BBEDEB04F44}" sibTransId="{555E8E48-D209-4C9C-AC85-3F8DA105C7C5}"/>
    <dgm:cxn modelId="{50328AA9-26AF-4104-AB38-D1D81A5381C9}" type="presOf" srcId="{062BEF4C-6207-44BC-A567-A42153A589C2}" destId="{A674B7C0-0EE3-4147-8273-1D6557D814DD}" srcOrd="0" destOrd="5" presId="urn:microsoft.com/office/officeart/2005/8/layout/list1"/>
    <dgm:cxn modelId="{E6183DBD-03BD-4C6C-853A-15A80DC243B6}" type="presOf" srcId="{92C5431E-491C-41DB-AD3E-25B5AE30138E}" destId="{6EC5ED8E-5756-4AF9-9033-53EF57EE4D2D}" srcOrd="0" destOrd="0" presId="urn:microsoft.com/office/officeart/2005/8/layout/list1"/>
    <dgm:cxn modelId="{EA600BCE-3657-4F93-A0C3-812525D6E8E2}" srcId="{FADDEFC1-ADCF-4D9D-AB3D-357FB91C9347}" destId="{E8C1CC51-4F69-4741-87E1-F9E661291418}" srcOrd="1" destOrd="0" parTransId="{2CB74993-74D3-40AF-B083-F5A0870128A5}" sibTransId="{3AA649C7-7FFC-453F-AA22-70855CC55183}"/>
    <dgm:cxn modelId="{7AF500D2-6120-4E4E-B2A8-E37D6493CD59}" srcId="{37B77C76-CF6F-4CC6-84E3-52CE5F4CBF5E}" destId="{C1452CF4-920D-49F6-AFDA-188A73EC1641}" srcOrd="2" destOrd="0" parTransId="{CC8E2161-8A98-4F30-BF5C-F0D07C1DFD16}" sibTransId="{23E4D50F-4AA5-4B82-9F5C-3B8400EE3AA9}"/>
    <dgm:cxn modelId="{7361CAD3-FEDA-4120-B30B-52A550415DF7}" type="presOf" srcId="{D371D99E-E886-49EA-BBAA-F85CA8BB3814}" destId="{A674B7C0-0EE3-4147-8273-1D6557D814DD}" srcOrd="0" destOrd="0" presId="urn:microsoft.com/office/officeart/2005/8/layout/list1"/>
    <dgm:cxn modelId="{892D3DE7-6E3D-48C7-9BF4-82FE137B3212}" srcId="{37B77C76-CF6F-4CC6-84E3-52CE5F4CBF5E}" destId="{9E38F602-A7AC-4CD6-9A9A-04A6FCF0489C}" srcOrd="4" destOrd="0" parTransId="{F8082B53-09AB-47A8-BA40-7E79B99C79B9}" sibTransId="{BCF0366B-7CD3-47A9-A1F1-06E4FF4E0C9A}"/>
    <dgm:cxn modelId="{4E7EF5E9-1451-4799-A6F3-506BB0307C7B}" type="presOf" srcId="{C1452CF4-920D-49F6-AFDA-188A73EC1641}" destId="{A674B7C0-0EE3-4147-8273-1D6557D814DD}" srcOrd="0" destOrd="2" presId="urn:microsoft.com/office/officeart/2005/8/layout/list1"/>
    <dgm:cxn modelId="{A81D0BF3-AEBD-458B-8B7C-BF1CAE520D96}" srcId="{FADDEFC1-ADCF-4D9D-AB3D-357FB91C9347}" destId="{37B77C76-CF6F-4CC6-84E3-52CE5F4CBF5E}" srcOrd="2" destOrd="0" parTransId="{A0FCB1EE-E897-4F43-84DF-114A0C0D38BE}" sibTransId="{0DD16E2F-E836-4428-8BFE-32023A613D0C}"/>
    <dgm:cxn modelId="{6A1B74F9-D6B8-4498-A5F7-691D538404BE}" srcId="{37B77C76-CF6F-4CC6-84E3-52CE5F4CBF5E}" destId="{062BEF4C-6207-44BC-A567-A42153A589C2}" srcOrd="5" destOrd="0" parTransId="{E465EBD8-3AAE-4BB9-8966-E9AA3B86BB56}" sibTransId="{D08B53B5-EDE3-4000-A3D2-853111E5063B}"/>
    <dgm:cxn modelId="{2FCE2B75-3690-4004-AA80-3305ECEA7908}" type="presParOf" srcId="{580AB40C-E096-4CAB-A6B3-1759BFD52665}" destId="{CBA3081F-AD47-46EC-8FF5-90CAFBE67D38}" srcOrd="0" destOrd="0" presId="urn:microsoft.com/office/officeart/2005/8/layout/list1"/>
    <dgm:cxn modelId="{BE656DB9-58F6-46F1-AB35-FB256C57DA19}" type="presParOf" srcId="{CBA3081F-AD47-46EC-8FF5-90CAFBE67D38}" destId="{A0225817-8F00-44AF-89A7-01B49B33FDC8}" srcOrd="0" destOrd="0" presId="urn:microsoft.com/office/officeart/2005/8/layout/list1"/>
    <dgm:cxn modelId="{10B02705-8FEE-4BA4-A314-4E688A69935E}" type="presParOf" srcId="{CBA3081F-AD47-46EC-8FF5-90CAFBE67D38}" destId="{DA4D7AAB-CE76-4EA3-B3A7-2499D3990517}" srcOrd="1" destOrd="0" presId="urn:microsoft.com/office/officeart/2005/8/layout/list1"/>
    <dgm:cxn modelId="{5737CCB1-485F-4F5A-AA8B-397C7F3537F1}" type="presParOf" srcId="{580AB40C-E096-4CAB-A6B3-1759BFD52665}" destId="{F9EEA4E9-3FCF-4C7F-9C15-49BB77AB7E68}" srcOrd="1" destOrd="0" presId="urn:microsoft.com/office/officeart/2005/8/layout/list1"/>
    <dgm:cxn modelId="{525C58F8-D8B7-42EC-B25E-F8362138C44A}" type="presParOf" srcId="{580AB40C-E096-4CAB-A6B3-1759BFD52665}" destId="{CDA1DCCC-2AB5-44A4-AF2B-AB78968B3A6E}" srcOrd="2" destOrd="0" presId="urn:microsoft.com/office/officeart/2005/8/layout/list1"/>
    <dgm:cxn modelId="{C42C26AE-3106-4515-9FEB-6A00222557DF}" type="presParOf" srcId="{580AB40C-E096-4CAB-A6B3-1759BFD52665}" destId="{E28DD1DE-423F-454B-B5B7-53F7BFE85CB8}" srcOrd="3" destOrd="0" presId="urn:microsoft.com/office/officeart/2005/8/layout/list1"/>
    <dgm:cxn modelId="{A5BA08D4-7CE7-4163-973D-72BF1CB9248D}" type="presParOf" srcId="{580AB40C-E096-4CAB-A6B3-1759BFD52665}" destId="{B8412A8D-8D2C-4A7A-9EEB-168C3DDCC4D9}" srcOrd="4" destOrd="0" presId="urn:microsoft.com/office/officeart/2005/8/layout/list1"/>
    <dgm:cxn modelId="{2D6EB244-F68B-4604-BE4D-CDDE1088BF65}" type="presParOf" srcId="{B8412A8D-8D2C-4A7A-9EEB-168C3DDCC4D9}" destId="{449DEA08-DAC1-49B5-8941-476C0C3883D9}" srcOrd="0" destOrd="0" presId="urn:microsoft.com/office/officeart/2005/8/layout/list1"/>
    <dgm:cxn modelId="{12097DFC-3B89-4055-8810-21A408A8D98B}" type="presParOf" srcId="{B8412A8D-8D2C-4A7A-9EEB-168C3DDCC4D9}" destId="{0CBB517D-00B9-4156-AC72-CA566E153D81}" srcOrd="1" destOrd="0" presId="urn:microsoft.com/office/officeart/2005/8/layout/list1"/>
    <dgm:cxn modelId="{3CD1B726-8984-4784-A274-2F2D0EAD121D}" type="presParOf" srcId="{580AB40C-E096-4CAB-A6B3-1759BFD52665}" destId="{B1BCDF56-F92C-4B12-8994-4AF3076C9078}" srcOrd="5" destOrd="0" presId="urn:microsoft.com/office/officeart/2005/8/layout/list1"/>
    <dgm:cxn modelId="{A26CE0AC-6B1E-4377-9447-3E9A90F3C195}" type="presParOf" srcId="{580AB40C-E096-4CAB-A6B3-1759BFD52665}" destId="{6EC5ED8E-5756-4AF9-9033-53EF57EE4D2D}" srcOrd="6" destOrd="0" presId="urn:microsoft.com/office/officeart/2005/8/layout/list1"/>
    <dgm:cxn modelId="{1D1DDEAB-962E-40E6-95D7-51E855BD6631}" type="presParOf" srcId="{580AB40C-E096-4CAB-A6B3-1759BFD52665}" destId="{AC531995-BC34-4363-8B66-94F647C002D2}" srcOrd="7" destOrd="0" presId="urn:microsoft.com/office/officeart/2005/8/layout/list1"/>
    <dgm:cxn modelId="{47BC0916-5B07-4312-AFBA-2FEAE9692C02}" type="presParOf" srcId="{580AB40C-E096-4CAB-A6B3-1759BFD52665}" destId="{E96F5C89-12CA-4B7A-B9F7-A3FB8D8C6BD2}" srcOrd="8" destOrd="0" presId="urn:microsoft.com/office/officeart/2005/8/layout/list1"/>
    <dgm:cxn modelId="{A21C09C8-F540-4D9C-9524-A1318571F006}" type="presParOf" srcId="{E96F5C89-12CA-4B7A-B9F7-A3FB8D8C6BD2}" destId="{C068750C-DE34-47DE-A647-F8ED01BC43C5}" srcOrd="0" destOrd="0" presId="urn:microsoft.com/office/officeart/2005/8/layout/list1"/>
    <dgm:cxn modelId="{FB05591D-87EB-4946-82A1-01C8DDBAC446}" type="presParOf" srcId="{E96F5C89-12CA-4B7A-B9F7-A3FB8D8C6BD2}" destId="{BF29DCF8-629A-4FBC-82E3-7D750127C428}" srcOrd="1" destOrd="0" presId="urn:microsoft.com/office/officeart/2005/8/layout/list1"/>
    <dgm:cxn modelId="{8F509A28-772D-4F04-AA06-400C6D90012D}" type="presParOf" srcId="{580AB40C-E096-4CAB-A6B3-1759BFD52665}" destId="{023ADEFE-08E5-44FD-A292-DF3778338F42}" srcOrd="9" destOrd="0" presId="urn:microsoft.com/office/officeart/2005/8/layout/list1"/>
    <dgm:cxn modelId="{21814969-359D-4DF2-B083-8249EAE0CA1E}" type="presParOf" srcId="{580AB40C-E096-4CAB-A6B3-1759BFD52665}" destId="{A674B7C0-0EE3-4147-8273-1D6557D814DD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486F34E1-8C1E-4D49-A7CB-3BEC42493ED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832C6BE8-BECB-487B-9043-F8C9EEFA3C17}">
      <dgm:prSet phldrT="[文本]" custT="1"/>
      <dgm:spPr/>
      <dgm:t>
        <a:bodyPr/>
        <a:lstStyle/>
        <a:p>
          <a:r>
            <a:rPr lang="zh-CN" altLang="en-US" sz="1600"/>
            <a:t>关于</a:t>
          </a:r>
          <a:r>
            <a:rPr lang="en-US" altLang="zh-CN" sz="1600"/>
            <a:t>NOT NULL</a:t>
          </a:r>
          <a:endParaRPr lang="zh-CN" altLang="en-US" sz="1600" dirty="0"/>
        </a:p>
      </dgm:t>
    </dgm:pt>
    <dgm:pt modelId="{29409290-1559-4AC8-BCCB-C777965956E1}" type="parTrans" cxnId="{64F8F6CB-4EF4-4C95-B3CD-D155CE2AFBB3}">
      <dgm:prSet/>
      <dgm:spPr/>
      <dgm:t>
        <a:bodyPr/>
        <a:lstStyle/>
        <a:p>
          <a:endParaRPr lang="zh-CN" altLang="en-US"/>
        </a:p>
      </dgm:t>
    </dgm:pt>
    <dgm:pt modelId="{0F4B5E34-417C-488C-BB0B-B830C74CEB21}" type="sibTrans" cxnId="{64F8F6CB-4EF4-4C95-B3CD-D155CE2AFBB3}">
      <dgm:prSet/>
      <dgm:spPr/>
      <dgm:t>
        <a:bodyPr/>
        <a:lstStyle/>
        <a:p>
          <a:endParaRPr lang="zh-CN" altLang="en-US"/>
        </a:p>
      </dgm:t>
    </dgm:pt>
    <dgm:pt modelId="{5C2E63F9-9C32-42B5-AF48-5018F88B80F9}">
      <dgm:prSet phldrT="[文本]" custT="1"/>
      <dgm:spPr/>
      <dgm:t>
        <a:bodyPr/>
        <a:lstStyle/>
        <a:p>
          <a:pPr>
            <a:buFont typeface="+mj-lt"/>
            <a:buAutoNum type="arabicPeriod"/>
          </a:pPr>
          <a:r>
            <a:rPr lang="zh-CN" altLang="en-US" sz="2400" b="1" i="0" kern="1200"/>
            <a:t>非空的约束</a:t>
          </a:r>
          <a:r>
            <a:rPr lang="zh-CN" altLang="en-US" sz="2400" b="0" i="0" kern="1200"/>
            <a:t>，也就是</a:t>
          </a:r>
          <a:r>
            <a:rPr lang="zh-CN" altLang="en-US" sz="2400" b="0" i="0" kern="1200">
              <a:solidFill>
                <a:srgbClr val="FF0000"/>
              </a:solidFill>
            </a:rPr>
            <a:t>不能</a:t>
          </a:r>
          <a:r>
            <a:rPr lang="zh-CN" altLang="en-US" sz="2400" b="0" i="0" kern="1200"/>
            <a:t>向表里插入空值</a:t>
          </a:r>
          <a:endParaRPr lang="zh-CN" altLang="en-US" sz="2400" kern="1200" dirty="0">
            <a:highlight>
              <a:srgbClr val="FFFF00"/>
            </a:highlight>
          </a:endParaRPr>
        </a:p>
      </dgm:t>
    </dgm:pt>
    <dgm:pt modelId="{3158E756-5F19-4D1A-B165-0DD29564C129}" type="parTrans" cxnId="{23C1BE42-8E50-4FAF-BA79-A5C1F28F380F}">
      <dgm:prSet/>
      <dgm:spPr/>
      <dgm:t>
        <a:bodyPr/>
        <a:lstStyle/>
        <a:p>
          <a:endParaRPr lang="zh-CN" altLang="en-US"/>
        </a:p>
      </dgm:t>
    </dgm:pt>
    <dgm:pt modelId="{AB30AADD-6867-4FFF-A328-F08669330E69}" type="sibTrans" cxnId="{23C1BE42-8E50-4FAF-BA79-A5C1F28F380F}">
      <dgm:prSet/>
      <dgm:spPr/>
      <dgm:t>
        <a:bodyPr/>
        <a:lstStyle/>
        <a:p>
          <a:endParaRPr lang="zh-CN" altLang="en-US"/>
        </a:p>
      </dgm:t>
    </dgm:pt>
    <dgm:pt modelId="{AB120244-69AE-478F-A480-6499CBDC8547}">
      <dgm:prSet phldrT="[文本]" custT="1"/>
      <dgm:spPr/>
      <dgm:t>
        <a:bodyPr/>
        <a:lstStyle/>
        <a:p>
          <a:pPr>
            <a:buFont typeface="+mj-lt"/>
            <a:buAutoNum type="arabicPeriod"/>
          </a:pPr>
          <a:r>
            <a:rPr lang="en-US" altLang="zh-CN" sz="2400" b="1" i="0" kern="1200" dirty="0"/>
            <a:t> </a:t>
          </a:r>
          <a:r>
            <a:rPr lang="en-US" altLang="zh-CN" sz="2400" b="0" i="0" kern="1200" dirty="0">
              <a:solidFill>
                <a:srgbClr val="FF0000"/>
              </a:solidFill>
              <a:latin typeface="Arial"/>
              <a:ea typeface="黑体" panose="02010609060101010101" pitchFamily="49" charset="-122"/>
              <a:cs typeface="+mn-cs"/>
            </a:rPr>
            <a:t>""</a:t>
          </a:r>
          <a:r>
            <a:rPr lang="zh-CN" altLang="en-US" sz="2400" b="1" i="0" kern="1200" dirty="0"/>
            <a:t>空字符串</a:t>
          </a:r>
          <a:r>
            <a:rPr lang="zh-CN" altLang="en-US" sz="2400" b="0" i="0" kern="1200" dirty="0">
              <a:solidFill>
                <a:srgbClr val="FF0000"/>
              </a:solidFill>
              <a:latin typeface="Arial"/>
              <a:ea typeface="黑体" panose="02010609060101010101" pitchFamily="49" charset="-122"/>
              <a:cs typeface="+mn-cs"/>
            </a:rPr>
            <a:t>不</a:t>
          </a:r>
          <a:r>
            <a:rPr lang="zh-CN" altLang="en-US" sz="2400" b="0" i="0" kern="1200">
              <a:solidFill>
                <a:srgbClr val="FF0000"/>
              </a:solidFill>
              <a:latin typeface="Arial"/>
              <a:ea typeface="黑体" panose="02010609060101010101" pitchFamily="49" charset="-122"/>
              <a:cs typeface="+mn-cs"/>
            </a:rPr>
            <a:t>等同于</a:t>
          </a:r>
          <a:r>
            <a:rPr lang="en-US" sz="2400" b="0" i="0" kern="1200">
              <a:solidFill>
                <a:srgbClr val="FF0000"/>
              </a:solidFill>
              <a:latin typeface="Arial"/>
              <a:ea typeface="黑体" panose="02010609060101010101" pitchFamily="49" charset="-122"/>
              <a:cs typeface="+mn-cs"/>
            </a:rPr>
            <a:t>NULL</a:t>
          </a:r>
          <a:endParaRPr lang="zh-CN" altLang="en-US" sz="2400" b="0" i="0" kern="1200" dirty="0">
            <a:solidFill>
              <a:srgbClr val="FF0000"/>
            </a:solidFill>
            <a:latin typeface="Arial"/>
            <a:ea typeface="黑体" panose="02010609060101010101" pitchFamily="49" charset="-122"/>
            <a:cs typeface="+mn-cs"/>
          </a:endParaRPr>
        </a:p>
      </dgm:t>
    </dgm:pt>
    <dgm:pt modelId="{9AF1C9A3-0041-4AAA-B741-5223B831A24A}" type="sibTrans" cxnId="{75499574-78B8-48A1-B851-7702A60008AA}">
      <dgm:prSet/>
      <dgm:spPr/>
      <dgm:t>
        <a:bodyPr/>
        <a:lstStyle/>
        <a:p>
          <a:endParaRPr lang="zh-CN" altLang="en-US"/>
        </a:p>
      </dgm:t>
    </dgm:pt>
    <dgm:pt modelId="{EE547A57-9301-47B4-8519-CE5D9EF0733A}" type="parTrans" cxnId="{75499574-78B8-48A1-B851-7702A60008AA}">
      <dgm:prSet/>
      <dgm:spPr/>
      <dgm:t>
        <a:bodyPr/>
        <a:lstStyle/>
        <a:p>
          <a:endParaRPr lang="zh-CN" altLang="en-US"/>
        </a:p>
      </dgm:t>
    </dgm:pt>
    <dgm:pt modelId="{CE681592-D008-4B62-9C02-CCAF4783CB4E}">
      <dgm:prSet phldrT="[文本]" custT="1"/>
      <dgm:spPr/>
      <dgm:t>
        <a:bodyPr/>
        <a:lstStyle/>
        <a:p>
          <a:pPr>
            <a:buFont typeface="+mj-lt"/>
            <a:buAutoNum type="arabicPeriod"/>
          </a:pPr>
          <a:r>
            <a:rPr lang="zh-CN" altLang="en-US" sz="2400" b="0" i="0" kern="1200">
              <a:solidFill>
                <a:schemeClr val="tx1"/>
              </a:solidFill>
              <a:latin typeface="Arial"/>
              <a:ea typeface="黑体" panose="02010609060101010101" pitchFamily="49" charset="-122"/>
              <a:cs typeface="+mn-cs"/>
            </a:rPr>
            <a:t>每行固定用 </a:t>
          </a:r>
          <a:r>
            <a:rPr lang="en-US" altLang="en-US" sz="2400" b="0" i="0" kern="1200">
              <a:solidFill>
                <a:schemeClr val="tx1"/>
              </a:solidFill>
              <a:latin typeface="Arial"/>
              <a:ea typeface="黑体" panose="02010609060101010101" pitchFamily="49" charset="-122"/>
              <a:cs typeface="+mn-cs"/>
            </a:rPr>
            <a:t>(</a:t>
          </a:r>
          <a:r>
            <a:rPr lang="zh-CN" altLang="en-US" sz="2400" b="0" i="0" kern="1200">
              <a:solidFill>
                <a:schemeClr val="tx1"/>
              </a:solidFill>
              <a:latin typeface="Arial"/>
              <a:ea typeface="黑体" panose="02010609060101010101" pitchFamily="49" charset="-122"/>
              <a:cs typeface="+mn-cs"/>
            </a:rPr>
            <a:t>可空字段数</a:t>
          </a:r>
          <a:r>
            <a:rPr lang="en-US" altLang="en-US" sz="2400" b="0" i="0" kern="1200">
              <a:solidFill>
                <a:schemeClr val="tx1"/>
              </a:solidFill>
              <a:latin typeface="Arial"/>
              <a:ea typeface="黑体" panose="02010609060101010101" pitchFamily="49" charset="-122"/>
              <a:cs typeface="+mn-cs"/>
            </a:rPr>
            <a:t>+7)/8 </a:t>
          </a:r>
          <a:r>
            <a:rPr lang="zh-CN" altLang="en-US" sz="2400" b="0" i="0" kern="1200">
              <a:solidFill>
                <a:schemeClr val="tx1"/>
              </a:solidFill>
              <a:latin typeface="Arial"/>
              <a:ea typeface="黑体" panose="02010609060101010101" pitchFamily="49" charset="-122"/>
              <a:cs typeface="+mn-cs"/>
            </a:rPr>
            <a:t>字节存储 </a:t>
          </a:r>
          <a:r>
            <a:rPr lang="en-US" altLang="en-US" sz="2400" b="0" i="0" kern="1200">
              <a:solidFill>
                <a:schemeClr val="tx1"/>
              </a:solidFill>
              <a:latin typeface="Arial"/>
              <a:ea typeface="黑体" panose="02010609060101010101" pitchFamily="49" charset="-122"/>
              <a:cs typeface="+mn-cs"/>
            </a:rPr>
            <a:t>NULL </a:t>
          </a:r>
          <a:r>
            <a:rPr lang="zh-CN" altLang="en-US" sz="2400" b="0" i="0" kern="1200">
              <a:solidFill>
                <a:schemeClr val="tx1"/>
              </a:solidFill>
              <a:latin typeface="Arial"/>
              <a:ea typeface="黑体" panose="02010609060101010101" pitchFamily="49" charset="-122"/>
              <a:cs typeface="+mn-cs"/>
            </a:rPr>
            <a:t>标记</a:t>
          </a:r>
          <a:endParaRPr lang="zh-CN" altLang="en-US" sz="2400" b="0" i="0" kern="1200" dirty="0">
            <a:solidFill>
              <a:srgbClr val="FF0000"/>
            </a:solidFill>
            <a:latin typeface="Arial"/>
            <a:ea typeface="黑体" panose="02010609060101010101" pitchFamily="49" charset="-122"/>
            <a:cs typeface="+mn-cs"/>
          </a:endParaRPr>
        </a:p>
      </dgm:t>
    </dgm:pt>
    <dgm:pt modelId="{3D53AEFC-DF20-46EB-B604-DCF3D642DC3F}" type="parTrans" cxnId="{6480BB06-8F8D-4C62-ADAF-A12559D0896E}">
      <dgm:prSet/>
      <dgm:spPr/>
      <dgm:t>
        <a:bodyPr/>
        <a:lstStyle/>
        <a:p>
          <a:endParaRPr lang="zh-CN" altLang="en-US"/>
        </a:p>
      </dgm:t>
    </dgm:pt>
    <dgm:pt modelId="{151710DB-43A0-467E-A1BE-C6B2F1D31100}" type="sibTrans" cxnId="{6480BB06-8F8D-4C62-ADAF-A12559D0896E}">
      <dgm:prSet/>
      <dgm:spPr/>
      <dgm:t>
        <a:bodyPr/>
        <a:lstStyle/>
        <a:p>
          <a:endParaRPr lang="zh-CN" altLang="en-US"/>
        </a:p>
      </dgm:t>
    </dgm:pt>
    <dgm:pt modelId="{EDA09C5D-D539-4F8C-BDF8-A3B82EA2B35A}">
      <dgm:prSet phldrT="[文本]" custT="1"/>
      <dgm:spPr/>
      <dgm:t>
        <a:bodyPr/>
        <a:lstStyle/>
        <a:p>
          <a:pPr>
            <a:buFont typeface="+mj-lt"/>
            <a:buAutoNum type="arabicPeriod"/>
          </a:pPr>
          <a:r>
            <a:rPr lang="zh-CN" altLang="en-US" sz="2400" b="0" i="0" kern="1200">
              <a:solidFill>
                <a:schemeClr val="tx1"/>
              </a:solidFill>
              <a:latin typeface="Arial"/>
              <a:ea typeface="黑体" panose="02010609060101010101" pitchFamily="49" charset="-122"/>
              <a:cs typeface="+mn-cs"/>
            </a:rPr>
            <a:t>若</a:t>
          </a:r>
          <a:r>
            <a:rPr lang="zh-CN" altLang="en-US" sz="2400" b="0" i="0" kern="1200">
              <a:solidFill>
                <a:srgbClr val="FF0000"/>
              </a:solidFill>
              <a:latin typeface="Arial"/>
              <a:ea typeface="黑体" panose="02010609060101010101" pitchFamily="49" charset="-122"/>
              <a:cs typeface="+mn-cs"/>
            </a:rPr>
            <a:t>限定了非空</a:t>
          </a:r>
          <a:r>
            <a:rPr lang="zh-CN" altLang="en-US" sz="2400" b="0" i="0" kern="1200">
              <a:solidFill>
                <a:schemeClr val="tx1"/>
              </a:solidFill>
              <a:latin typeface="Arial"/>
              <a:ea typeface="黑体" panose="02010609060101010101" pitchFamily="49" charset="-122"/>
              <a:cs typeface="+mn-cs"/>
            </a:rPr>
            <a:t>，在行的 </a:t>
          </a:r>
          <a:r>
            <a:rPr lang="en-US" altLang="en-US" sz="2400" b="0" i="0" kern="1200">
              <a:solidFill>
                <a:schemeClr val="tx1"/>
              </a:solidFill>
              <a:latin typeface="Arial"/>
              <a:ea typeface="黑体" panose="02010609060101010101" pitchFamily="49" charset="-122"/>
              <a:cs typeface="+mn-cs"/>
            </a:rPr>
            <a:t>NULL </a:t>
          </a:r>
          <a:r>
            <a:rPr lang="zh-CN" altLang="en-US" sz="2400" b="0" i="0" kern="1200">
              <a:solidFill>
                <a:schemeClr val="tx1"/>
              </a:solidFill>
              <a:latin typeface="Arial"/>
              <a:ea typeface="黑体" panose="02010609060101010101" pitchFamily="49" charset="-122"/>
              <a:cs typeface="+mn-cs"/>
            </a:rPr>
            <a:t>标记位图中，该字段占 </a:t>
          </a:r>
          <a:r>
            <a:rPr lang="en-US" altLang="en-US" sz="2400" b="0" i="0" kern="1200">
              <a:solidFill>
                <a:schemeClr val="tx1"/>
              </a:solidFill>
              <a:latin typeface="Arial"/>
              <a:ea typeface="黑体" panose="02010609060101010101" pitchFamily="49" charset="-122"/>
              <a:cs typeface="+mn-cs"/>
            </a:rPr>
            <a:t>1 </a:t>
          </a:r>
          <a:r>
            <a:rPr lang="zh-CN" altLang="en-US" sz="2400" b="0" i="0" kern="1200">
              <a:solidFill>
                <a:schemeClr val="tx1"/>
              </a:solidFill>
              <a:latin typeface="Arial"/>
              <a:ea typeface="黑体" panose="02010609060101010101" pitchFamily="49" charset="-122"/>
              <a:cs typeface="+mn-cs"/>
            </a:rPr>
            <a:t>位（</a:t>
          </a:r>
          <a:r>
            <a:rPr lang="en-US" altLang="en-US" sz="2400" b="0" i="0" kern="1200">
              <a:solidFill>
                <a:schemeClr val="tx1"/>
              </a:solidFill>
              <a:latin typeface="Arial"/>
              <a:ea typeface="黑体" panose="02010609060101010101" pitchFamily="49" charset="-122"/>
              <a:cs typeface="+mn-cs"/>
            </a:rPr>
            <a:t>bit</a:t>
          </a:r>
          <a:r>
            <a:rPr lang="zh-CN" altLang="en-US" sz="2400" b="0" i="0" kern="1200">
              <a:solidFill>
                <a:schemeClr val="tx1"/>
              </a:solidFill>
              <a:latin typeface="Arial"/>
              <a:ea typeface="黑体" panose="02010609060101010101" pitchFamily="49" charset="-122"/>
              <a:cs typeface="+mn-cs"/>
            </a:rPr>
            <a:t>）开销</a:t>
          </a:r>
          <a:endParaRPr lang="zh-CN" altLang="en-US" sz="2400" b="0" i="0" kern="1200" dirty="0">
            <a:solidFill>
              <a:srgbClr val="FF0000"/>
            </a:solidFill>
            <a:latin typeface="Arial"/>
            <a:ea typeface="黑体" panose="02010609060101010101" pitchFamily="49" charset="-122"/>
            <a:cs typeface="+mn-cs"/>
          </a:endParaRPr>
        </a:p>
      </dgm:t>
    </dgm:pt>
    <dgm:pt modelId="{9061E692-B4A3-4C89-A4FB-93B3E17E0D54}" type="parTrans" cxnId="{EFBB2D55-3BCB-46A5-A0B2-299FB9B06C31}">
      <dgm:prSet/>
      <dgm:spPr/>
      <dgm:t>
        <a:bodyPr/>
        <a:lstStyle/>
        <a:p>
          <a:endParaRPr lang="zh-CN" altLang="en-US"/>
        </a:p>
      </dgm:t>
    </dgm:pt>
    <dgm:pt modelId="{FC4DEFB7-E8B4-4F4F-84BD-075831DDB01B}" type="sibTrans" cxnId="{EFBB2D55-3BCB-46A5-A0B2-299FB9B06C31}">
      <dgm:prSet/>
      <dgm:spPr/>
      <dgm:t>
        <a:bodyPr/>
        <a:lstStyle/>
        <a:p>
          <a:endParaRPr lang="zh-CN" altLang="en-US"/>
        </a:p>
      </dgm:t>
    </dgm:pt>
    <dgm:pt modelId="{732641F5-8075-4DAE-B91C-D4D1CF049E3A}" type="pres">
      <dgm:prSet presAssocID="{486F34E1-8C1E-4D49-A7CB-3BEC42493ED0}" presName="linear" presStyleCnt="0">
        <dgm:presLayoutVars>
          <dgm:dir/>
          <dgm:animLvl val="lvl"/>
          <dgm:resizeHandles val="exact"/>
        </dgm:presLayoutVars>
      </dgm:prSet>
      <dgm:spPr/>
    </dgm:pt>
    <dgm:pt modelId="{4E767264-A6AF-4887-AC46-BAF0B8FB977D}" type="pres">
      <dgm:prSet presAssocID="{832C6BE8-BECB-487B-9043-F8C9EEFA3C17}" presName="parentLin" presStyleCnt="0"/>
      <dgm:spPr/>
    </dgm:pt>
    <dgm:pt modelId="{6038F69F-50D8-4E87-92DE-D4A2D4754591}" type="pres">
      <dgm:prSet presAssocID="{832C6BE8-BECB-487B-9043-F8C9EEFA3C17}" presName="parentLeftMargin" presStyleLbl="node1" presStyleIdx="0" presStyleCnt="1"/>
      <dgm:spPr/>
    </dgm:pt>
    <dgm:pt modelId="{DF002840-BC15-4EE6-9DBE-82043B482F3C}" type="pres">
      <dgm:prSet presAssocID="{832C6BE8-BECB-487B-9043-F8C9EEFA3C17}" presName="parentText" presStyleLbl="node1" presStyleIdx="0" presStyleCnt="1" custScaleY="56936" custLinFactNeighborX="-17969" custLinFactNeighborY="-10532">
        <dgm:presLayoutVars>
          <dgm:chMax val="0"/>
          <dgm:bulletEnabled val="1"/>
        </dgm:presLayoutVars>
      </dgm:prSet>
      <dgm:spPr/>
    </dgm:pt>
    <dgm:pt modelId="{71AFD352-FA76-48B0-B7BB-D14B91955731}" type="pres">
      <dgm:prSet presAssocID="{832C6BE8-BECB-487B-9043-F8C9EEFA3C17}" presName="negativeSpace" presStyleCnt="0"/>
      <dgm:spPr/>
    </dgm:pt>
    <dgm:pt modelId="{AB619D60-BB31-4C0B-9318-64E8F75ABAF3}" type="pres">
      <dgm:prSet presAssocID="{832C6BE8-BECB-487B-9043-F8C9EEFA3C17}" presName="childText" presStyleLbl="conFgAcc1" presStyleIdx="0" presStyleCnt="1" custLinFactNeighborX="418" custLinFactNeighborY="-35506">
        <dgm:presLayoutVars>
          <dgm:bulletEnabled val="1"/>
        </dgm:presLayoutVars>
      </dgm:prSet>
      <dgm:spPr/>
    </dgm:pt>
  </dgm:ptLst>
  <dgm:cxnLst>
    <dgm:cxn modelId="{6480BB06-8F8D-4C62-ADAF-A12559D0896E}" srcId="{832C6BE8-BECB-487B-9043-F8C9EEFA3C17}" destId="{CE681592-D008-4B62-9C02-CCAF4783CB4E}" srcOrd="2" destOrd="0" parTransId="{3D53AEFC-DF20-46EB-B604-DCF3D642DC3F}" sibTransId="{151710DB-43A0-467E-A1BE-C6B2F1D31100}"/>
    <dgm:cxn modelId="{E2C1BB16-0E6D-4E9F-AB79-DBB8A983B436}" type="presOf" srcId="{832C6BE8-BECB-487B-9043-F8C9EEFA3C17}" destId="{DF002840-BC15-4EE6-9DBE-82043B482F3C}" srcOrd="1" destOrd="0" presId="urn:microsoft.com/office/officeart/2005/8/layout/list1"/>
    <dgm:cxn modelId="{C137011C-5980-419D-811E-DC9DC923896E}" type="presOf" srcId="{CE681592-D008-4B62-9C02-CCAF4783CB4E}" destId="{AB619D60-BB31-4C0B-9318-64E8F75ABAF3}" srcOrd="0" destOrd="2" presId="urn:microsoft.com/office/officeart/2005/8/layout/list1"/>
    <dgm:cxn modelId="{5F24F326-715B-41F5-95E8-E773E25C2003}" type="presOf" srcId="{832C6BE8-BECB-487B-9043-F8C9EEFA3C17}" destId="{6038F69F-50D8-4E87-92DE-D4A2D4754591}" srcOrd="0" destOrd="0" presId="urn:microsoft.com/office/officeart/2005/8/layout/list1"/>
    <dgm:cxn modelId="{39FF9837-EC4A-4491-97DE-A6C682FC61E4}" type="presOf" srcId="{486F34E1-8C1E-4D49-A7CB-3BEC42493ED0}" destId="{732641F5-8075-4DAE-B91C-D4D1CF049E3A}" srcOrd="0" destOrd="0" presId="urn:microsoft.com/office/officeart/2005/8/layout/list1"/>
    <dgm:cxn modelId="{23C1BE42-8E50-4FAF-BA79-A5C1F28F380F}" srcId="{832C6BE8-BECB-487B-9043-F8C9EEFA3C17}" destId="{5C2E63F9-9C32-42B5-AF48-5018F88B80F9}" srcOrd="0" destOrd="0" parTransId="{3158E756-5F19-4D1A-B165-0DD29564C129}" sibTransId="{AB30AADD-6867-4FFF-A328-F08669330E69}"/>
    <dgm:cxn modelId="{576FD066-B621-406E-8C0B-B3201485ECFD}" type="presOf" srcId="{5C2E63F9-9C32-42B5-AF48-5018F88B80F9}" destId="{AB619D60-BB31-4C0B-9318-64E8F75ABAF3}" srcOrd="0" destOrd="0" presId="urn:microsoft.com/office/officeart/2005/8/layout/list1"/>
    <dgm:cxn modelId="{75499574-78B8-48A1-B851-7702A60008AA}" srcId="{832C6BE8-BECB-487B-9043-F8C9EEFA3C17}" destId="{AB120244-69AE-478F-A480-6499CBDC8547}" srcOrd="1" destOrd="0" parTransId="{EE547A57-9301-47B4-8519-CE5D9EF0733A}" sibTransId="{9AF1C9A3-0041-4AAA-B741-5223B831A24A}"/>
    <dgm:cxn modelId="{EFBB2D55-3BCB-46A5-A0B2-299FB9B06C31}" srcId="{832C6BE8-BECB-487B-9043-F8C9EEFA3C17}" destId="{EDA09C5D-D539-4F8C-BDF8-A3B82EA2B35A}" srcOrd="3" destOrd="0" parTransId="{9061E692-B4A3-4C89-A4FB-93B3E17E0D54}" sibTransId="{FC4DEFB7-E8B4-4F4F-84BD-075831DDB01B}"/>
    <dgm:cxn modelId="{7AF1DFA1-3FD7-490A-885E-C673E0F29111}" type="presOf" srcId="{AB120244-69AE-478F-A480-6499CBDC8547}" destId="{AB619D60-BB31-4C0B-9318-64E8F75ABAF3}" srcOrd="0" destOrd="1" presId="urn:microsoft.com/office/officeart/2005/8/layout/list1"/>
    <dgm:cxn modelId="{DE0D60C7-99E5-4A7B-9C2D-600BB4C8FFA1}" type="presOf" srcId="{EDA09C5D-D539-4F8C-BDF8-A3B82EA2B35A}" destId="{AB619D60-BB31-4C0B-9318-64E8F75ABAF3}" srcOrd="0" destOrd="3" presId="urn:microsoft.com/office/officeart/2005/8/layout/list1"/>
    <dgm:cxn modelId="{64F8F6CB-4EF4-4C95-B3CD-D155CE2AFBB3}" srcId="{486F34E1-8C1E-4D49-A7CB-3BEC42493ED0}" destId="{832C6BE8-BECB-487B-9043-F8C9EEFA3C17}" srcOrd="0" destOrd="0" parTransId="{29409290-1559-4AC8-BCCB-C777965956E1}" sibTransId="{0F4B5E34-417C-488C-BB0B-B830C74CEB21}"/>
    <dgm:cxn modelId="{6D086828-FD35-4971-BE6B-9A7B0B24E220}" type="presParOf" srcId="{732641F5-8075-4DAE-B91C-D4D1CF049E3A}" destId="{4E767264-A6AF-4887-AC46-BAF0B8FB977D}" srcOrd="0" destOrd="0" presId="urn:microsoft.com/office/officeart/2005/8/layout/list1"/>
    <dgm:cxn modelId="{C2D13B10-EF62-4AC7-B31B-2157F8D8809D}" type="presParOf" srcId="{4E767264-A6AF-4887-AC46-BAF0B8FB977D}" destId="{6038F69F-50D8-4E87-92DE-D4A2D4754591}" srcOrd="0" destOrd="0" presId="urn:microsoft.com/office/officeart/2005/8/layout/list1"/>
    <dgm:cxn modelId="{A09BA051-A94F-4055-A6CC-207319EC1955}" type="presParOf" srcId="{4E767264-A6AF-4887-AC46-BAF0B8FB977D}" destId="{DF002840-BC15-4EE6-9DBE-82043B482F3C}" srcOrd="1" destOrd="0" presId="urn:microsoft.com/office/officeart/2005/8/layout/list1"/>
    <dgm:cxn modelId="{63AC8A35-2F13-4AF5-8340-890710238874}" type="presParOf" srcId="{732641F5-8075-4DAE-B91C-D4D1CF049E3A}" destId="{71AFD352-FA76-48B0-B7BB-D14B91955731}" srcOrd="1" destOrd="0" presId="urn:microsoft.com/office/officeart/2005/8/layout/list1"/>
    <dgm:cxn modelId="{637D91ED-DC96-435B-B7B5-E30FAFADB106}" type="presParOf" srcId="{732641F5-8075-4DAE-B91C-D4D1CF049E3A}" destId="{AB619D60-BB31-4C0B-9318-64E8F75ABAF3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0A698707-B1F7-435B-946F-A2BF9F9112B7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99187F6C-3C2B-4D0C-9666-5FB8BCC79D79}">
      <dgm:prSet phldrT="[文本]"/>
      <dgm:spPr/>
      <dgm:t>
        <a:bodyPr/>
        <a:lstStyle/>
        <a:p>
          <a:r>
            <a:rPr lang="en-US" altLang="zh-CN" dirty="0"/>
            <a:t>1. </a:t>
          </a:r>
          <a:r>
            <a:rPr lang="zh-CN" altLang="en-US" dirty="0"/>
            <a:t>当</a:t>
          </a:r>
          <a:r>
            <a:rPr lang="zh-CN" altLang="en-US"/>
            <a:t>添加一位同学时</a:t>
          </a:r>
          <a:r>
            <a:rPr lang="zh-CN" altLang="en-US" dirty="0"/>
            <a:t>，</a:t>
          </a:r>
          <a:r>
            <a:rPr lang="zh-CN" altLang="en-US"/>
            <a:t>其所属班级还</a:t>
          </a:r>
          <a:r>
            <a:rPr lang="zh-CN" altLang="en-US" dirty="0"/>
            <a:t>未导入</a:t>
          </a:r>
        </a:p>
      </dgm:t>
    </dgm:pt>
    <dgm:pt modelId="{7E4C78D0-A8D5-4AD3-A7F7-6E240D74ECC6}" type="parTrans" cxnId="{C21E28BD-1C34-4B76-ACC0-8486825A6836}">
      <dgm:prSet/>
      <dgm:spPr/>
      <dgm:t>
        <a:bodyPr/>
        <a:lstStyle/>
        <a:p>
          <a:endParaRPr lang="zh-CN" altLang="en-US"/>
        </a:p>
      </dgm:t>
    </dgm:pt>
    <dgm:pt modelId="{8AB0635D-E765-4320-9B13-80815D47D37B}" type="sibTrans" cxnId="{C21E28BD-1C34-4B76-ACC0-8486825A6836}">
      <dgm:prSet/>
      <dgm:spPr/>
      <dgm:t>
        <a:bodyPr/>
        <a:lstStyle/>
        <a:p>
          <a:endParaRPr lang="zh-CN" altLang="en-US"/>
        </a:p>
      </dgm:t>
    </dgm:pt>
    <dgm:pt modelId="{D3B603AF-31F7-4F52-8CCF-6168DE430B20}">
      <dgm:prSet phldrT="[文本]"/>
      <dgm:spPr/>
      <dgm:t>
        <a:bodyPr/>
        <a:lstStyle/>
        <a:p>
          <a:r>
            <a:rPr lang="en-US" altLang="zh-CN" dirty="0"/>
            <a:t>2. </a:t>
          </a:r>
          <a:r>
            <a:rPr lang="zh-CN" altLang="en-US" dirty="0"/>
            <a:t>当修改</a:t>
          </a:r>
          <a:r>
            <a:rPr lang="zh-CN" altLang="en-US"/>
            <a:t>一个班级自动编号时</a:t>
          </a:r>
          <a:endParaRPr lang="zh-CN" altLang="en-US" dirty="0"/>
        </a:p>
      </dgm:t>
    </dgm:pt>
    <dgm:pt modelId="{C4374C6C-88F4-4E8F-9CFB-2FADBA4EF2AD}" type="parTrans" cxnId="{817F6F85-67EE-4CCA-81F9-B73AA17D528F}">
      <dgm:prSet/>
      <dgm:spPr/>
      <dgm:t>
        <a:bodyPr/>
        <a:lstStyle/>
        <a:p>
          <a:endParaRPr lang="zh-CN" altLang="en-US"/>
        </a:p>
      </dgm:t>
    </dgm:pt>
    <dgm:pt modelId="{1B14FCA6-7055-4E9C-9372-608C452464EB}" type="sibTrans" cxnId="{817F6F85-67EE-4CCA-81F9-B73AA17D528F}">
      <dgm:prSet/>
      <dgm:spPr/>
      <dgm:t>
        <a:bodyPr/>
        <a:lstStyle/>
        <a:p>
          <a:endParaRPr lang="zh-CN" altLang="en-US"/>
        </a:p>
      </dgm:t>
    </dgm:pt>
    <dgm:pt modelId="{0AC0443B-2211-43E1-A4F4-9B534554E34C}">
      <dgm:prSet phldrT="[文本]"/>
      <dgm:spPr/>
      <dgm:t>
        <a:bodyPr/>
        <a:lstStyle/>
        <a:p>
          <a:r>
            <a:rPr lang="zh-CN" altLang="en-US" dirty="0"/>
            <a:t>是否准许</a:t>
          </a:r>
          <a:r>
            <a:rPr lang="zh-CN" altLang="en-US"/>
            <a:t>添加该学生？</a:t>
          </a:r>
          <a:endParaRPr lang="zh-CN" altLang="en-US" dirty="0"/>
        </a:p>
      </dgm:t>
    </dgm:pt>
    <dgm:pt modelId="{518D62C2-2D69-480A-9FB4-2373E948BF39}" type="parTrans" cxnId="{231F0DC0-4CC6-4A3C-903F-62BA65FDD6CD}">
      <dgm:prSet/>
      <dgm:spPr/>
      <dgm:t>
        <a:bodyPr/>
        <a:lstStyle/>
        <a:p>
          <a:endParaRPr lang="zh-CN" altLang="en-US"/>
        </a:p>
      </dgm:t>
    </dgm:pt>
    <dgm:pt modelId="{B3C2A79D-D995-4ADA-8A0F-9989D655FD62}" type="sibTrans" cxnId="{231F0DC0-4CC6-4A3C-903F-62BA65FDD6CD}">
      <dgm:prSet/>
      <dgm:spPr/>
      <dgm:t>
        <a:bodyPr/>
        <a:lstStyle/>
        <a:p>
          <a:endParaRPr lang="zh-CN" altLang="en-US"/>
        </a:p>
      </dgm:t>
    </dgm:pt>
    <dgm:pt modelId="{5F591EDC-FD38-4645-9844-1175CE939DD2}">
      <dgm:prSet phldrT="[文本]"/>
      <dgm:spPr/>
      <dgm:t>
        <a:bodyPr/>
        <a:lstStyle/>
        <a:p>
          <a:r>
            <a:rPr lang="zh-CN" altLang="en-US" dirty="0"/>
            <a:t>是否</a:t>
          </a:r>
          <a:r>
            <a:rPr lang="zh-CN" altLang="en-US"/>
            <a:t>把该班级下所有学生的记录一起</a:t>
          </a:r>
          <a:r>
            <a:rPr lang="zh-CN" altLang="en-US" dirty="0"/>
            <a:t>删除？</a:t>
          </a:r>
        </a:p>
      </dgm:t>
    </dgm:pt>
    <dgm:pt modelId="{BB0A570E-AFF1-47A4-9341-1818E00E98EF}" type="parTrans" cxnId="{C0A41DD8-D66F-405F-AA4C-C75AA1606D14}">
      <dgm:prSet/>
      <dgm:spPr/>
      <dgm:t>
        <a:bodyPr/>
        <a:lstStyle/>
        <a:p>
          <a:endParaRPr lang="zh-CN" altLang="en-US"/>
        </a:p>
      </dgm:t>
    </dgm:pt>
    <dgm:pt modelId="{FB9DF397-5F21-45A5-9CED-C5923E62701D}" type="sibTrans" cxnId="{C0A41DD8-D66F-405F-AA4C-C75AA1606D14}">
      <dgm:prSet/>
      <dgm:spPr/>
      <dgm:t>
        <a:bodyPr/>
        <a:lstStyle/>
        <a:p>
          <a:endParaRPr lang="zh-CN" altLang="en-US"/>
        </a:p>
      </dgm:t>
    </dgm:pt>
    <dgm:pt modelId="{52FF3CD0-B530-47F3-8807-04C620FB34EC}">
      <dgm:prSet phldrT="[文本]"/>
      <dgm:spPr/>
      <dgm:t>
        <a:bodyPr/>
        <a:lstStyle/>
        <a:p>
          <a:r>
            <a:rPr lang="zh-CN" altLang="en-US" dirty="0"/>
            <a:t>还是必须先导入班级数据，再添加其中的学生？</a:t>
          </a:r>
        </a:p>
      </dgm:t>
    </dgm:pt>
    <dgm:pt modelId="{60F8D46F-E6C3-4B78-825F-6A3AD48B54BC}" type="parTrans" cxnId="{CEEAB44A-5B97-4B72-875F-D33EC8EDE477}">
      <dgm:prSet/>
      <dgm:spPr/>
      <dgm:t>
        <a:bodyPr/>
        <a:lstStyle/>
        <a:p>
          <a:endParaRPr lang="zh-CN" altLang="en-US"/>
        </a:p>
      </dgm:t>
    </dgm:pt>
    <dgm:pt modelId="{CB231087-DBC8-47A8-81A2-CAFA1CB904D2}" type="sibTrans" cxnId="{CEEAB44A-5B97-4B72-875F-D33EC8EDE477}">
      <dgm:prSet/>
      <dgm:spPr/>
      <dgm:t>
        <a:bodyPr/>
        <a:lstStyle/>
        <a:p>
          <a:endParaRPr lang="zh-CN" altLang="en-US"/>
        </a:p>
      </dgm:t>
    </dgm:pt>
    <dgm:pt modelId="{1D315E13-48BC-4E74-92F8-2FABEB85927C}">
      <dgm:prSet phldrT="[文本]"/>
      <dgm:spPr/>
      <dgm:t>
        <a:bodyPr/>
        <a:lstStyle/>
        <a:p>
          <a:r>
            <a:rPr lang="zh-CN" altLang="en-US"/>
            <a:t>还是仅删除班级，但保留学生数据？</a:t>
          </a:r>
          <a:endParaRPr lang="zh-CN" altLang="en-US" dirty="0"/>
        </a:p>
      </dgm:t>
    </dgm:pt>
    <dgm:pt modelId="{B94352AF-6A4B-47F1-AAA3-FFB913B215B9}" type="parTrans" cxnId="{34F9A40A-C90E-42CB-9526-726326EF4331}">
      <dgm:prSet/>
      <dgm:spPr/>
      <dgm:t>
        <a:bodyPr/>
        <a:lstStyle/>
        <a:p>
          <a:endParaRPr lang="zh-CN" altLang="en-US"/>
        </a:p>
      </dgm:t>
    </dgm:pt>
    <dgm:pt modelId="{DD70CB5B-37D9-4BAD-9D53-1E8ABE599353}" type="sibTrans" cxnId="{34F9A40A-C90E-42CB-9526-726326EF4331}">
      <dgm:prSet/>
      <dgm:spPr/>
      <dgm:t>
        <a:bodyPr/>
        <a:lstStyle/>
        <a:p>
          <a:endParaRPr lang="zh-CN" altLang="en-US"/>
        </a:p>
      </dgm:t>
    </dgm:pt>
    <dgm:pt modelId="{17877491-53D1-46AA-ACA5-B6BA4ED17657}">
      <dgm:prSet phldrT="[文本]"/>
      <dgm:spPr/>
      <dgm:t>
        <a:bodyPr/>
        <a:lstStyle/>
        <a:p>
          <a:r>
            <a:rPr lang="en-US" altLang="zh-CN" dirty="0"/>
            <a:t>3. </a:t>
          </a:r>
          <a:r>
            <a:rPr lang="zh-CN" altLang="en-US" dirty="0"/>
            <a:t>当删除</a:t>
          </a:r>
          <a:r>
            <a:rPr lang="zh-CN" altLang="en-US"/>
            <a:t>一个班级时</a:t>
          </a:r>
          <a:r>
            <a:rPr lang="zh-CN" altLang="en-US" dirty="0"/>
            <a:t>，其</a:t>
          </a:r>
          <a:r>
            <a:rPr lang="zh-CN" altLang="en-US"/>
            <a:t>下还有学生数据</a:t>
          </a:r>
          <a:r>
            <a:rPr lang="zh-CN" altLang="en-US" dirty="0"/>
            <a:t>存在！</a:t>
          </a:r>
        </a:p>
      </dgm:t>
    </dgm:pt>
    <dgm:pt modelId="{1277F10B-0688-4E6D-83EE-D6B1878B8009}" type="parTrans" cxnId="{19679D04-FD0C-472B-BE55-4D02FDDB89EB}">
      <dgm:prSet/>
      <dgm:spPr/>
      <dgm:t>
        <a:bodyPr/>
        <a:lstStyle/>
        <a:p>
          <a:endParaRPr lang="zh-CN" altLang="en-US"/>
        </a:p>
      </dgm:t>
    </dgm:pt>
    <dgm:pt modelId="{8401BB0F-5FB4-4E00-AC6E-4DF0DA8720A8}" type="sibTrans" cxnId="{19679D04-FD0C-472B-BE55-4D02FDDB89EB}">
      <dgm:prSet/>
      <dgm:spPr/>
      <dgm:t>
        <a:bodyPr/>
        <a:lstStyle/>
        <a:p>
          <a:endParaRPr lang="zh-CN" altLang="en-US"/>
        </a:p>
      </dgm:t>
    </dgm:pt>
    <dgm:pt modelId="{52EE5271-14C5-447B-A1E2-ACFDD319D650}">
      <dgm:prSet phldrT="[文本]"/>
      <dgm:spPr/>
      <dgm:t>
        <a:bodyPr/>
        <a:lstStyle/>
        <a:p>
          <a:r>
            <a:rPr lang="zh-CN" altLang="en-US" dirty="0"/>
            <a:t>该班所有学生对应的</a:t>
          </a:r>
          <a:r>
            <a:rPr lang="en-US" altLang="zh-CN" dirty="0" err="1"/>
            <a:t>stu_class</a:t>
          </a:r>
          <a:r>
            <a:rPr lang="zh-CN" altLang="en-US" dirty="0"/>
            <a:t>字段是否要跟着修改？</a:t>
          </a:r>
        </a:p>
      </dgm:t>
    </dgm:pt>
    <dgm:pt modelId="{55C41FB9-9DD4-4C03-A211-F037A5CA0D4F}" type="parTrans" cxnId="{53833E4B-43CF-4B23-9ED0-225FC3FD7A2E}">
      <dgm:prSet/>
      <dgm:spPr/>
      <dgm:t>
        <a:bodyPr/>
        <a:lstStyle/>
        <a:p>
          <a:endParaRPr lang="zh-CN" altLang="en-US"/>
        </a:p>
      </dgm:t>
    </dgm:pt>
    <dgm:pt modelId="{447B77D3-1D2B-406C-A9CB-C8763541AA67}" type="sibTrans" cxnId="{53833E4B-43CF-4B23-9ED0-225FC3FD7A2E}">
      <dgm:prSet/>
      <dgm:spPr/>
      <dgm:t>
        <a:bodyPr/>
        <a:lstStyle/>
        <a:p>
          <a:endParaRPr lang="zh-CN" altLang="en-US"/>
        </a:p>
      </dgm:t>
    </dgm:pt>
    <dgm:pt modelId="{BA992EC4-37FA-4A86-83D0-AEA112FA47FE}" type="pres">
      <dgm:prSet presAssocID="{0A698707-B1F7-435B-946F-A2BF9F9112B7}" presName="linear" presStyleCnt="0">
        <dgm:presLayoutVars>
          <dgm:dir/>
          <dgm:animLvl val="lvl"/>
          <dgm:resizeHandles val="exact"/>
        </dgm:presLayoutVars>
      </dgm:prSet>
      <dgm:spPr/>
    </dgm:pt>
    <dgm:pt modelId="{C7A1B855-40A7-4DFC-A157-EC3F92148AE9}" type="pres">
      <dgm:prSet presAssocID="{99187F6C-3C2B-4D0C-9666-5FB8BCC79D79}" presName="parentLin" presStyleCnt="0"/>
      <dgm:spPr/>
    </dgm:pt>
    <dgm:pt modelId="{B030D38C-ADDF-4E38-B0BC-3691A6E67756}" type="pres">
      <dgm:prSet presAssocID="{99187F6C-3C2B-4D0C-9666-5FB8BCC79D79}" presName="parentLeftMargin" presStyleLbl="node1" presStyleIdx="0" presStyleCnt="3"/>
      <dgm:spPr/>
    </dgm:pt>
    <dgm:pt modelId="{CD6EA4F2-F8F0-4551-8C8F-191EF49C666D}" type="pres">
      <dgm:prSet presAssocID="{99187F6C-3C2B-4D0C-9666-5FB8BCC79D7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182C9E5-7FB5-48A0-8BDA-F6478459ADBE}" type="pres">
      <dgm:prSet presAssocID="{99187F6C-3C2B-4D0C-9666-5FB8BCC79D79}" presName="negativeSpace" presStyleCnt="0"/>
      <dgm:spPr/>
    </dgm:pt>
    <dgm:pt modelId="{B7B12571-31E9-4A5B-AA95-CC9BB923B574}" type="pres">
      <dgm:prSet presAssocID="{99187F6C-3C2B-4D0C-9666-5FB8BCC79D79}" presName="childText" presStyleLbl="conFgAcc1" presStyleIdx="0" presStyleCnt="3">
        <dgm:presLayoutVars>
          <dgm:bulletEnabled val="1"/>
        </dgm:presLayoutVars>
      </dgm:prSet>
      <dgm:spPr/>
    </dgm:pt>
    <dgm:pt modelId="{585DDDB2-FF2E-42B7-A084-65601BF3F064}" type="pres">
      <dgm:prSet presAssocID="{8AB0635D-E765-4320-9B13-80815D47D37B}" presName="spaceBetweenRectangles" presStyleCnt="0"/>
      <dgm:spPr/>
    </dgm:pt>
    <dgm:pt modelId="{C683E4E7-F2C0-4C1C-B024-762561AFF33F}" type="pres">
      <dgm:prSet presAssocID="{D3B603AF-31F7-4F52-8CCF-6168DE430B20}" presName="parentLin" presStyleCnt="0"/>
      <dgm:spPr/>
    </dgm:pt>
    <dgm:pt modelId="{BC7E6DAB-472A-4357-9FFD-80272A1671D2}" type="pres">
      <dgm:prSet presAssocID="{D3B603AF-31F7-4F52-8CCF-6168DE430B20}" presName="parentLeftMargin" presStyleLbl="node1" presStyleIdx="0" presStyleCnt="3"/>
      <dgm:spPr/>
    </dgm:pt>
    <dgm:pt modelId="{98439747-9013-4E94-9976-A2DF767F49DD}" type="pres">
      <dgm:prSet presAssocID="{D3B603AF-31F7-4F52-8CCF-6168DE430B2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C2DBCB3-2D73-4C92-9F55-A5D9DD5E8D16}" type="pres">
      <dgm:prSet presAssocID="{D3B603AF-31F7-4F52-8CCF-6168DE430B20}" presName="negativeSpace" presStyleCnt="0"/>
      <dgm:spPr/>
    </dgm:pt>
    <dgm:pt modelId="{B598BDC7-E80C-449D-9432-B73EBC45D31F}" type="pres">
      <dgm:prSet presAssocID="{D3B603AF-31F7-4F52-8CCF-6168DE430B20}" presName="childText" presStyleLbl="conFgAcc1" presStyleIdx="1" presStyleCnt="3">
        <dgm:presLayoutVars>
          <dgm:bulletEnabled val="1"/>
        </dgm:presLayoutVars>
      </dgm:prSet>
      <dgm:spPr/>
    </dgm:pt>
    <dgm:pt modelId="{E418AA58-DA7F-484D-8A21-28CE81AE4187}" type="pres">
      <dgm:prSet presAssocID="{1B14FCA6-7055-4E9C-9372-608C452464EB}" presName="spaceBetweenRectangles" presStyleCnt="0"/>
      <dgm:spPr/>
    </dgm:pt>
    <dgm:pt modelId="{3A0F21BC-5C22-4981-B104-E1EEAA8835EC}" type="pres">
      <dgm:prSet presAssocID="{17877491-53D1-46AA-ACA5-B6BA4ED17657}" presName="parentLin" presStyleCnt="0"/>
      <dgm:spPr/>
    </dgm:pt>
    <dgm:pt modelId="{1C15E4F1-58A0-4B5E-8F05-AACB27317734}" type="pres">
      <dgm:prSet presAssocID="{17877491-53D1-46AA-ACA5-B6BA4ED17657}" presName="parentLeftMargin" presStyleLbl="node1" presStyleIdx="1" presStyleCnt="3"/>
      <dgm:spPr/>
    </dgm:pt>
    <dgm:pt modelId="{09EBD78A-2991-4C9F-87C3-2D5F231B7CB1}" type="pres">
      <dgm:prSet presAssocID="{17877491-53D1-46AA-ACA5-B6BA4ED1765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D57C878-7FD5-4AEC-8CF3-6AFB0E8F8DEE}" type="pres">
      <dgm:prSet presAssocID="{17877491-53D1-46AA-ACA5-B6BA4ED17657}" presName="negativeSpace" presStyleCnt="0"/>
      <dgm:spPr/>
    </dgm:pt>
    <dgm:pt modelId="{AA77E164-D6B0-40FD-9DEA-88FD7DDE92CE}" type="pres">
      <dgm:prSet presAssocID="{17877491-53D1-46AA-ACA5-B6BA4ED1765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06DEF103-5757-47DB-82B1-F10544E208C9}" type="presOf" srcId="{0A698707-B1F7-435B-946F-A2BF9F9112B7}" destId="{BA992EC4-37FA-4A86-83D0-AEA112FA47FE}" srcOrd="0" destOrd="0" presId="urn:microsoft.com/office/officeart/2005/8/layout/list1"/>
    <dgm:cxn modelId="{19679D04-FD0C-472B-BE55-4D02FDDB89EB}" srcId="{0A698707-B1F7-435B-946F-A2BF9F9112B7}" destId="{17877491-53D1-46AA-ACA5-B6BA4ED17657}" srcOrd="2" destOrd="0" parTransId="{1277F10B-0688-4E6D-83EE-D6B1878B8009}" sibTransId="{8401BB0F-5FB4-4E00-AC6E-4DF0DA8720A8}"/>
    <dgm:cxn modelId="{5F3AE705-3979-44A7-8840-DDEDD714C3D5}" type="presOf" srcId="{99187F6C-3C2B-4D0C-9666-5FB8BCC79D79}" destId="{B030D38C-ADDF-4E38-B0BC-3691A6E67756}" srcOrd="0" destOrd="0" presId="urn:microsoft.com/office/officeart/2005/8/layout/list1"/>
    <dgm:cxn modelId="{7857E909-4E58-4332-A51F-1DF3FE36E0DC}" type="presOf" srcId="{52FF3CD0-B530-47F3-8807-04C620FB34EC}" destId="{B7B12571-31E9-4A5B-AA95-CC9BB923B574}" srcOrd="0" destOrd="1" presId="urn:microsoft.com/office/officeart/2005/8/layout/list1"/>
    <dgm:cxn modelId="{34F9A40A-C90E-42CB-9526-726326EF4331}" srcId="{17877491-53D1-46AA-ACA5-B6BA4ED17657}" destId="{1D315E13-48BC-4E74-92F8-2FABEB85927C}" srcOrd="1" destOrd="0" parTransId="{B94352AF-6A4B-47F1-AAA3-FFB913B215B9}" sibTransId="{DD70CB5B-37D9-4BAD-9D53-1E8ABE599353}"/>
    <dgm:cxn modelId="{15123635-E472-4748-8E79-1A1E4D7BFF70}" type="presOf" srcId="{0AC0443B-2211-43E1-A4F4-9B534554E34C}" destId="{B7B12571-31E9-4A5B-AA95-CC9BB923B574}" srcOrd="0" destOrd="0" presId="urn:microsoft.com/office/officeart/2005/8/layout/list1"/>
    <dgm:cxn modelId="{2B7D385C-3D1D-4D5E-B739-C95BE1A7942A}" type="presOf" srcId="{1D315E13-48BC-4E74-92F8-2FABEB85927C}" destId="{AA77E164-D6B0-40FD-9DEA-88FD7DDE92CE}" srcOrd="0" destOrd="1" presId="urn:microsoft.com/office/officeart/2005/8/layout/list1"/>
    <dgm:cxn modelId="{462C5164-E35D-4DEB-B494-8C6E7F479063}" type="presOf" srcId="{5F591EDC-FD38-4645-9844-1175CE939DD2}" destId="{AA77E164-D6B0-40FD-9DEA-88FD7DDE92CE}" srcOrd="0" destOrd="0" presId="urn:microsoft.com/office/officeart/2005/8/layout/list1"/>
    <dgm:cxn modelId="{EAF62845-0AB5-4737-A868-C60628DA84EA}" type="presOf" srcId="{D3B603AF-31F7-4F52-8CCF-6168DE430B20}" destId="{98439747-9013-4E94-9976-A2DF767F49DD}" srcOrd="1" destOrd="0" presId="urn:microsoft.com/office/officeart/2005/8/layout/list1"/>
    <dgm:cxn modelId="{CEEAB44A-5B97-4B72-875F-D33EC8EDE477}" srcId="{99187F6C-3C2B-4D0C-9666-5FB8BCC79D79}" destId="{52FF3CD0-B530-47F3-8807-04C620FB34EC}" srcOrd="1" destOrd="0" parTransId="{60F8D46F-E6C3-4B78-825F-6A3AD48B54BC}" sibTransId="{CB231087-DBC8-47A8-81A2-CAFA1CB904D2}"/>
    <dgm:cxn modelId="{53833E4B-43CF-4B23-9ED0-225FC3FD7A2E}" srcId="{D3B603AF-31F7-4F52-8CCF-6168DE430B20}" destId="{52EE5271-14C5-447B-A1E2-ACFDD319D650}" srcOrd="0" destOrd="0" parTransId="{55C41FB9-9DD4-4C03-A211-F037A5CA0D4F}" sibTransId="{447B77D3-1D2B-406C-A9CB-C8763541AA67}"/>
    <dgm:cxn modelId="{C7843355-8E9C-46BB-95CC-CACF1FBF07C4}" type="presOf" srcId="{52EE5271-14C5-447B-A1E2-ACFDD319D650}" destId="{B598BDC7-E80C-449D-9432-B73EBC45D31F}" srcOrd="0" destOrd="0" presId="urn:microsoft.com/office/officeart/2005/8/layout/list1"/>
    <dgm:cxn modelId="{817F6F85-67EE-4CCA-81F9-B73AA17D528F}" srcId="{0A698707-B1F7-435B-946F-A2BF9F9112B7}" destId="{D3B603AF-31F7-4F52-8CCF-6168DE430B20}" srcOrd="1" destOrd="0" parTransId="{C4374C6C-88F4-4E8F-9CFB-2FADBA4EF2AD}" sibTransId="{1B14FCA6-7055-4E9C-9372-608C452464EB}"/>
    <dgm:cxn modelId="{2C4EC398-C387-43C4-BAC7-6E63F3529ACA}" type="presOf" srcId="{99187F6C-3C2B-4D0C-9666-5FB8BCC79D79}" destId="{CD6EA4F2-F8F0-4551-8C8F-191EF49C666D}" srcOrd="1" destOrd="0" presId="urn:microsoft.com/office/officeart/2005/8/layout/list1"/>
    <dgm:cxn modelId="{A8FF1EBC-1BC3-4B71-965F-60767A991CE1}" type="presOf" srcId="{D3B603AF-31F7-4F52-8CCF-6168DE430B20}" destId="{BC7E6DAB-472A-4357-9FFD-80272A1671D2}" srcOrd="0" destOrd="0" presId="urn:microsoft.com/office/officeart/2005/8/layout/list1"/>
    <dgm:cxn modelId="{C21E28BD-1C34-4B76-ACC0-8486825A6836}" srcId="{0A698707-B1F7-435B-946F-A2BF9F9112B7}" destId="{99187F6C-3C2B-4D0C-9666-5FB8BCC79D79}" srcOrd="0" destOrd="0" parTransId="{7E4C78D0-A8D5-4AD3-A7F7-6E240D74ECC6}" sibTransId="{8AB0635D-E765-4320-9B13-80815D47D37B}"/>
    <dgm:cxn modelId="{231F0DC0-4CC6-4A3C-903F-62BA65FDD6CD}" srcId="{99187F6C-3C2B-4D0C-9666-5FB8BCC79D79}" destId="{0AC0443B-2211-43E1-A4F4-9B534554E34C}" srcOrd="0" destOrd="0" parTransId="{518D62C2-2D69-480A-9FB4-2373E948BF39}" sibTransId="{B3C2A79D-D995-4ADA-8A0F-9989D655FD62}"/>
    <dgm:cxn modelId="{2E6069C5-2546-422B-AE05-5769C8129392}" type="presOf" srcId="{17877491-53D1-46AA-ACA5-B6BA4ED17657}" destId="{1C15E4F1-58A0-4B5E-8F05-AACB27317734}" srcOrd="0" destOrd="0" presId="urn:microsoft.com/office/officeart/2005/8/layout/list1"/>
    <dgm:cxn modelId="{6B37FDD7-C6E5-4039-B4B0-DEC808DC0B1C}" type="presOf" srcId="{17877491-53D1-46AA-ACA5-B6BA4ED17657}" destId="{09EBD78A-2991-4C9F-87C3-2D5F231B7CB1}" srcOrd="1" destOrd="0" presId="urn:microsoft.com/office/officeart/2005/8/layout/list1"/>
    <dgm:cxn modelId="{C0A41DD8-D66F-405F-AA4C-C75AA1606D14}" srcId="{17877491-53D1-46AA-ACA5-B6BA4ED17657}" destId="{5F591EDC-FD38-4645-9844-1175CE939DD2}" srcOrd="0" destOrd="0" parTransId="{BB0A570E-AFF1-47A4-9341-1818E00E98EF}" sibTransId="{FB9DF397-5F21-45A5-9CED-C5923E62701D}"/>
    <dgm:cxn modelId="{BDA2BE4F-BCE0-40EE-8361-86A16C10FF7A}" type="presParOf" srcId="{BA992EC4-37FA-4A86-83D0-AEA112FA47FE}" destId="{C7A1B855-40A7-4DFC-A157-EC3F92148AE9}" srcOrd="0" destOrd="0" presId="urn:microsoft.com/office/officeart/2005/8/layout/list1"/>
    <dgm:cxn modelId="{51AE6DD1-8774-478B-90BC-F6A55D5204FF}" type="presParOf" srcId="{C7A1B855-40A7-4DFC-A157-EC3F92148AE9}" destId="{B030D38C-ADDF-4E38-B0BC-3691A6E67756}" srcOrd="0" destOrd="0" presId="urn:microsoft.com/office/officeart/2005/8/layout/list1"/>
    <dgm:cxn modelId="{C253F384-5A99-416D-8DF1-D32A79B9642B}" type="presParOf" srcId="{C7A1B855-40A7-4DFC-A157-EC3F92148AE9}" destId="{CD6EA4F2-F8F0-4551-8C8F-191EF49C666D}" srcOrd="1" destOrd="0" presId="urn:microsoft.com/office/officeart/2005/8/layout/list1"/>
    <dgm:cxn modelId="{84496528-0CEC-442C-A1BA-4149F39ACC72}" type="presParOf" srcId="{BA992EC4-37FA-4A86-83D0-AEA112FA47FE}" destId="{B182C9E5-7FB5-48A0-8BDA-F6478459ADBE}" srcOrd="1" destOrd="0" presId="urn:microsoft.com/office/officeart/2005/8/layout/list1"/>
    <dgm:cxn modelId="{B67AE870-AB79-4A78-9F16-F7B173E01066}" type="presParOf" srcId="{BA992EC4-37FA-4A86-83D0-AEA112FA47FE}" destId="{B7B12571-31E9-4A5B-AA95-CC9BB923B574}" srcOrd="2" destOrd="0" presId="urn:microsoft.com/office/officeart/2005/8/layout/list1"/>
    <dgm:cxn modelId="{115441B8-49A8-46A5-A78F-6785C6BE1ECA}" type="presParOf" srcId="{BA992EC4-37FA-4A86-83D0-AEA112FA47FE}" destId="{585DDDB2-FF2E-42B7-A084-65601BF3F064}" srcOrd="3" destOrd="0" presId="urn:microsoft.com/office/officeart/2005/8/layout/list1"/>
    <dgm:cxn modelId="{729AD437-6212-4E0F-AFAF-766E47049F79}" type="presParOf" srcId="{BA992EC4-37FA-4A86-83D0-AEA112FA47FE}" destId="{C683E4E7-F2C0-4C1C-B024-762561AFF33F}" srcOrd="4" destOrd="0" presId="urn:microsoft.com/office/officeart/2005/8/layout/list1"/>
    <dgm:cxn modelId="{94F5A022-DDD4-4381-90C9-9B653113410D}" type="presParOf" srcId="{C683E4E7-F2C0-4C1C-B024-762561AFF33F}" destId="{BC7E6DAB-472A-4357-9FFD-80272A1671D2}" srcOrd="0" destOrd="0" presId="urn:microsoft.com/office/officeart/2005/8/layout/list1"/>
    <dgm:cxn modelId="{C64E6695-24EC-48BD-BFBF-0DA7891D4FE4}" type="presParOf" srcId="{C683E4E7-F2C0-4C1C-B024-762561AFF33F}" destId="{98439747-9013-4E94-9976-A2DF767F49DD}" srcOrd="1" destOrd="0" presId="urn:microsoft.com/office/officeart/2005/8/layout/list1"/>
    <dgm:cxn modelId="{068CDF3E-292B-475F-810B-44A42741B907}" type="presParOf" srcId="{BA992EC4-37FA-4A86-83D0-AEA112FA47FE}" destId="{EC2DBCB3-2D73-4C92-9F55-A5D9DD5E8D16}" srcOrd="5" destOrd="0" presId="urn:microsoft.com/office/officeart/2005/8/layout/list1"/>
    <dgm:cxn modelId="{4C93FA84-5CA4-4631-9411-B3E742DFF216}" type="presParOf" srcId="{BA992EC4-37FA-4A86-83D0-AEA112FA47FE}" destId="{B598BDC7-E80C-449D-9432-B73EBC45D31F}" srcOrd="6" destOrd="0" presId="urn:microsoft.com/office/officeart/2005/8/layout/list1"/>
    <dgm:cxn modelId="{6CA2E2E3-DD64-4046-B9A8-7F8EFC89D587}" type="presParOf" srcId="{BA992EC4-37FA-4A86-83D0-AEA112FA47FE}" destId="{E418AA58-DA7F-484D-8A21-28CE81AE4187}" srcOrd="7" destOrd="0" presId="urn:microsoft.com/office/officeart/2005/8/layout/list1"/>
    <dgm:cxn modelId="{B6563676-25F0-4428-B1B6-3B3BC64B35FE}" type="presParOf" srcId="{BA992EC4-37FA-4A86-83D0-AEA112FA47FE}" destId="{3A0F21BC-5C22-4981-B104-E1EEAA8835EC}" srcOrd="8" destOrd="0" presId="urn:microsoft.com/office/officeart/2005/8/layout/list1"/>
    <dgm:cxn modelId="{031F2C60-141D-4F82-AA07-F70BEEDCADE0}" type="presParOf" srcId="{3A0F21BC-5C22-4981-B104-E1EEAA8835EC}" destId="{1C15E4F1-58A0-4B5E-8F05-AACB27317734}" srcOrd="0" destOrd="0" presId="urn:microsoft.com/office/officeart/2005/8/layout/list1"/>
    <dgm:cxn modelId="{FF8C96CA-7FEA-4485-9968-DC6434A98597}" type="presParOf" srcId="{3A0F21BC-5C22-4981-B104-E1EEAA8835EC}" destId="{09EBD78A-2991-4C9F-87C3-2D5F231B7CB1}" srcOrd="1" destOrd="0" presId="urn:microsoft.com/office/officeart/2005/8/layout/list1"/>
    <dgm:cxn modelId="{B4D20380-AC28-4E73-8998-8CD87C2DEBF8}" type="presParOf" srcId="{BA992EC4-37FA-4A86-83D0-AEA112FA47FE}" destId="{FD57C878-7FD5-4AEC-8CF3-6AFB0E8F8DEE}" srcOrd="9" destOrd="0" presId="urn:microsoft.com/office/officeart/2005/8/layout/list1"/>
    <dgm:cxn modelId="{4E593F6A-8191-445D-941C-9042F3051E52}" type="presParOf" srcId="{BA992EC4-37FA-4A86-83D0-AEA112FA47FE}" destId="{AA77E164-D6B0-40FD-9DEA-88FD7DDE92CE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0A698707-B1F7-435B-946F-A2BF9F9112B7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99187F6C-3C2B-4D0C-9666-5FB8BCC79D79}">
      <dgm:prSet phldrT="[文本]"/>
      <dgm:spPr>
        <a:solidFill>
          <a:srgbClr val="FF0000"/>
        </a:solidFill>
      </dgm:spPr>
      <dgm:t>
        <a:bodyPr/>
        <a:lstStyle/>
        <a:p>
          <a:r>
            <a:rPr lang="en-US" altLang="zh-CN" dirty="0"/>
            <a:t>1. </a:t>
          </a:r>
          <a:r>
            <a:rPr lang="zh-CN" altLang="en-US" dirty="0"/>
            <a:t>当</a:t>
          </a:r>
          <a:r>
            <a:rPr lang="zh-CN" altLang="en-US"/>
            <a:t>添加一位同学时</a:t>
          </a:r>
          <a:r>
            <a:rPr lang="zh-CN" altLang="en-US" dirty="0"/>
            <a:t>，</a:t>
          </a:r>
          <a:r>
            <a:rPr lang="zh-CN" altLang="en-US"/>
            <a:t>其所属班级还</a:t>
          </a:r>
          <a:r>
            <a:rPr lang="zh-CN" altLang="en-US" dirty="0"/>
            <a:t>未</a:t>
          </a:r>
          <a:r>
            <a:rPr lang="zh-CN" altLang="en-US"/>
            <a:t>导入：不允许！</a:t>
          </a:r>
          <a:endParaRPr lang="zh-CN" altLang="en-US" dirty="0"/>
        </a:p>
      </dgm:t>
    </dgm:pt>
    <dgm:pt modelId="{7E4C78D0-A8D5-4AD3-A7F7-6E240D74ECC6}" type="parTrans" cxnId="{C21E28BD-1C34-4B76-ACC0-8486825A6836}">
      <dgm:prSet/>
      <dgm:spPr/>
      <dgm:t>
        <a:bodyPr/>
        <a:lstStyle/>
        <a:p>
          <a:endParaRPr lang="zh-CN" altLang="en-US"/>
        </a:p>
      </dgm:t>
    </dgm:pt>
    <dgm:pt modelId="{8AB0635D-E765-4320-9B13-80815D47D37B}" type="sibTrans" cxnId="{C21E28BD-1C34-4B76-ACC0-8486825A6836}">
      <dgm:prSet/>
      <dgm:spPr/>
      <dgm:t>
        <a:bodyPr/>
        <a:lstStyle/>
        <a:p>
          <a:endParaRPr lang="zh-CN" altLang="en-US"/>
        </a:p>
      </dgm:t>
    </dgm:pt>
    <dgm:pt modelId="{D3B603AF-31F7-4F52-8CCF-6168DE430B20}">
      <dgm:prSet phldrT="[文本]"/>
      <dgm:spPr/>
      <dgm:t>
        <a:bodyPr/>
        <a:lstStyle/>
        <a:p>
          <a:r>
            <a:rPr lang="en-US" altLang="zh-CN" dirty="0"/>
            <a:t>2. </a:t>
          </a:r>
          <a:r>
            <a:rPr lang="zh-CN" altLang="en-US" dirty="0"/>
            <a:t>当修改一个班级自动编号时：</a:t>
          </a:r>
          <a:r>
            <a:rPr lang="zh-CN" altLang="en-US" dirty="0">
              <a:solidFill>
                <a:srgbClr val="FF0000"/>
              </a:solidFill>
              <a:highlight>
                <a:srgbClr val="FFFF00"/>
              </a:highlight>
            </a:rPr>
            <a:t>应该跟着修改</a:t>
          </a:r>
        </a:p>
      </dgm:t>
    </dgm:pt>
    <dgm:pt modelId="{C4374C6C-88F4-4E8F-9CFB-2FADBA4EF2AD}" type="parTrans" cxnId="{817F6F85-67EE-4CCA-81F9-B73AA17D528F}">
      <dgm:prSet/>
      <dgm:spPr/>
      <dgm:t>
        <a:bodyPr/>
        <a:lstStyle/>
        <a:p>
          <a:endParaRPr lang="zh-CN" altLang="en-US"/>
        </a:p>
      </dgm:t>
    </dgm:pt>
    <dgm:pt modelId="{1B14FCA6-7055-4E9C-9372-608C452464EB}" type="sibTrans" cxnId="{817F6F85-67EE-4CCA-81F9-B73AA17D528F}">
      <dgm:prSet/>
      <dgm:spPr/>
      <dgm:t>
        <a:bodyPr/>
        <a:lstStyle/>
        <a:p>
          <a:endParaRPr lang="zh-CN" altLang="en-US"/>
        </a:p>
      </dgm:t>
    </dgm:pt>
    <dgm:pt modelId="{0AC0443B-2211-43E1-A4F4-9B534554E34C}">
      <dgm:prSet phldrT="[文本]"/>
      <dgm:spPr/>
      <dgm:t>
        <a:bodyPr/>
        <a:lstStyle/>
        <a:p>
          <a:r>
            <a:rPr lang="zh-CN" altLang="en-US" dirty="0"/>
            <a:t>是否准许</a:t>
          </a:r>
          <a:r>
            <a:rPr lang="zh-CN" altLang="en-US"/>
            <a:t>添加该学生？</a:t>
          </a:r>
          <a:endParaRPr lang="zh-CN" altLang="en-US" dirty="0"/>
        </a:p>
      </dgm:t>
    </dgm:pt>
    <dgm:pt modelId="{518D62C2-2D69-480A-9FB4-2373E948BF39}" type="parTrans" cxnId="{231F0DC0-4CC6-4A3C-903F-62BA65FDD6CD}">
      <dgm:prSet/>
      <dgm:spPr/>
      <dgm:t>
        <a:bodyPr/>
        <a:lstStyle/>
        <a:p>
          <a:endParaRPr lang="zh-CN" altLang="en-US"/>
        </a:p>
      </dgm:t>
    </dgm:pt>
    <dgm:pt modelId="{B3C2A79D-D995-4ADA-8A0F-9989D655FD62}" type="sibTrans" cxnId="{231F0DC0-4CC6-4A3C-903F-62BA65FDD6CD}">
      <dgm:prSet/>
      <dgm:spPr/>
      <dgm:t>
        <a:bodyPr/>
        <a:lstStyle/>
        <a:p>
          <a:endParaRPr lang="zh-CN" altLang="en-US"/>
        </a:p>
      </dgm:t>
    </dgm:pt>
    <dgm:pt modelId="{5F591EDC-FD38-4645-9844-1175CE939DD2}">
      <dgm:prSet phldrT="[文本]"/>
      <dgm:spPr/>
      <dgm:t>
        <a:bodyPr/>
        <a:lstStyle/>
        <a:p>
          <a:r>
            <a:rPr lang="zh-CN" altLang="en-US" dirty="0"/>
            <a:t>是否</a:t>
          </a:r>
          <a:r>
            <a:rPr lang="zh-CN" altLang="en-US"/>
            <a:t>把该班级下所有学生的记录一起删除？</a:t>
          </a:r>
          <a:r>
            <a:rPr lang="zh-CN" altLang="en-US">
              <a:solidFill>
                <a:srgbClr val="FF0000"/>
              </a:solidFill>
            </a:rPr>
            <a:t>可以一起删，或拒绝删除班级</a:t>
          </a:r>
          <a:endParaRPr lang="zh-CN" altLang="en-US" dirty="0">
            <a:solidFill>
              <a:srgbClr val="FF0000"/>
            </a:solidFill>
          </a:endParaRPr>
        </a:p>
      </dgm:t>
    </dgm:pt>
    <dgm:pt modelId="{BB0A570E-AFF1-47A4-9341-1818E00E98EF}" type="parTrans" cxnId="{C0A41DD8-D66F-405F-AA4C-C75AA1606D14}">
      <dgm:prSet/>
      <dgm:spPr/>
      <dgm:t>
        <a:bodyPr/>
        <a:lstStyle/>
        <a:p>
          <a:endParaRPr lang="zh-CN" altLang="en-US"/>
        </a:p>
      </dgm:t>
    </dgm:pt>
    <dgm:pt modelId="{FB9DF397-5F21-45A5-9CED-C5923E62701D}" type="sibTrans" cxnId="{C0A41DD8-D66F-405F-AA4C-C75AA1606D14}">
      <dgm:prSet/>
      <dgm:spPr/>
      <dgm:t>
        <a:bodyPr/>
        <a:lstStyle/>
        <a:p>
          <a:endParaRPr lang="zh-CN" altLang="en-US"/>
        </a:p>
      </dgm:t>
    </dgm:pt>
    <dgm:pt modelId="{52FF3CD0-B530-47F3-8807-04C620FB34EC}">
      <dgm:prSet phldrT="[文本]"/>
      <dgm:spPr/>
      <dgm:t>
        <a:bodyPr/>
        <a:lstStyle/>
        <a:p>
          <a:r>
            <a:rPr lang="zh-CN" altLang="en-US" dirty="0"/>
            <a:t>还是必须</a:t>
          </a:r>
          <a:r>
            <a:rPr lang="zh-CN" altLang="en-US"/>
            <a:t>先导入班级数据</a:t>
          </a:r>
          <a:r>
            <a:rPr lang="zh-CN" altLang="en-US" dirty="0"/>
            <a:t>，</a:t>
          </a:r>
          <a:r>
            <a:rPr lang="zh-CN" altLang="en-US"/>
            <a:t>再添加其中的学生？</a:t>
          </a:r>
          <a:endParaRPr lang="zh-CN" altLang="en-US" dirty="0"/>
        </a:p>
      </dgm:t>
    </dgm:pt>
    <dgm:pt modelId="{60F8D46F-E6C3-4B78-825F-6A3AD48B54BC}" type="parTrans" cxnId="{CEEAB44A-5B97-4B72-875F-D33EC8EDE477}">
      <dgm:prSet/>
      <dgm:spPr/>
      <dgm:t>
        <a:bodyPr/>
        <a:lstStyle/>
        <a:p>
          <a:endParaRPr lang="zh-CN" altLang="en-US"/>
        </a:p>
      </dgm:t>
    </dgm:pt>
    <dgm:pt modelId="{CB231087-DBC8-47A8-81A2-CAFA1CB904D2}" type="sibTrans" cxnId="{CEEAB44A-5B97-4B72-875F-D33EC8EDE477}">
      <dgm:prSet/>
      <dgm:spPr/>
      <dgm:t>
        <a:bodyPr/>
        <a:lstStyle/>
        <a:p>
          <a:endParaRPr lang="zh-CN" altLang="en-US"/>
        </a:p>
      </dgm:t>
    </dgm:pt>
    <dgm:pt modelId="{1D315E13-48BC-4E74-92F8-2FABEB85927C}">
      <dgm:prSet phldrT="[文本]"/>
      <dgm:spPr/>
      <dgm:t>
        <a:bodyPr/>
        <a:lstStyle/>
        <a:p>
          <a:r>
            <a:rPr lang="zh-CN" altLang="en-US"/>
            <a:t>还是仅删除班级，但保留学生数据？</a:t>
          </a:r>
          <a:r>
            <a:rPr lang="zh-CN" altLang="en-US">
              <a:solidFill>
                <a:srgbClr val="FF0000"/>
              </a:solidFill>
            </a:rPr>
            <a:t>错误！！！</a:t>
          </a:r>
          <a:endParaRPr lang="zh-CN" altLang="en-US" dirty="0">
            <a:solidFill>
              <a:srgbClr val="FF0000"/>
            </a:solidFill>
          </a:endParaRPr>
        </a:p>
      </dgm:t>
    </dgm:pt>
    <dgm:pt modelId="{B94352AF-6A4B-47F1-AAA3-FFB913B215B9}" type="parTrans" cxnId="{34F9A40A-C90E-42CB-9526-726326EF4331}">
      <dgm:prSet/>
      <dgm:spPr/>
      <dgm:t>
        <a:bodyPr/>
        <a:lstStyle/>
        <a:p>
          <a:endParaRPr lang="zh-CN" altLang="en-US"/>
        </a:p>
      </dgm:t>
    </dgm:pt>
    <dgm:pt modelId="{DD70CB5B-37D9-4BAD-9D53-1E8ABE599353}" type="sibTrans" cxnId="{34F9A40A-C90E-42CB-9526-726326EF4331}">
      <dgm:prSet/>
      <dgm:spPr/>
      <dgm:t>
        <a:bodyPr/>
        <a:lstStyle/>
        <a:p>
          <a:endParaRPr lang="zh-CN" altLang="en-US"/>
        </a:p>
      </dgm:t>
    </dgm:pt>
    <dgm:pt modelId="{17877491-53D1-46AA-ACA5-B6BA4ED17657}">
      <dgm:prSet phldrT="[文本]"/>
      <dgm:spPr/>
      <dgm:t>
        <a:bodyPr/>
        <a:lstStyle/>
        <a:p>
          <a:r>
            <a:rPr lang="en-US" altLang="zh-CN" dirty="0"/>
            <a:t>3. </a:t>
          </a:r>
          <a:r>
            <a:rPr lang="zh-CN" altLang="en-US" dirty="0"/>
            <a:t>当删除一个班级时，其下还有学生数据存在！</a:t>
          </a:r>
          <a:r>
            <a:rPr lang="en-US" altLang="zh-CN" dirty="0">
              <a:solidFill>
                <a:srgbClr val="FF0000"/>
              </a:solidFill>
              <a:highlight>
                <a:srgbClr val="FFFF00"/>
              </a:highlight>
            </a:rPr>
            <a:t>2</a:t>
          </a:r>
          <a:r>
            <a:rPr lang="zh-CN" altLang="en-US" dirty="0">
              <a:solidFill>
                <a:srgbClr val="FF0000"/>
              </a:solidFill>
              <a:highlight>
                <a:srgbClr val="FFFF00"/>
              </a:highlight>
            </a:rPr>
            <a:t>种选择</a:t>
          </a:r>
        </a:p>
      </dgm:t>
    </dgm:pt>
    <dgm:pt modelId="{1277F10B-0688-4E6D-83EE-D6B1878B8009}" type="parTrans" cxnId="{19679D04-FD0C-472B-BE55-4D02FDDB89EB}">
      <dgm:prSet/>
      <dgm:spPr/>
      <dgm:t>
        <a:bodyPr/>
        <a:lstStyle/>
        <a:p>
          <a:endParaRPr lang="zh-CN" altLang="en-US"/>
        </a:p>
      </dgm:t>
    </dgm:pt>
    <dgm:pt modelId="{8401BB0F-5FB4-4E00-AC6E-4DF0DA8720A8}" type="sibTrans" cxnId="{19679D04-FD0C-472B-BE55-4D02FDDB89EB}">
      <dgm:prSet/>
      <dgm:spPr/>
      <dgm:t>
        <a:bodyPr/>
        <a:lstStyle/>
        <a:p>
          <a:endParaRPr lang="zh-CN" altLang="en-US"/>
        </a:p>
      </dgm:t>
    </dgm:pt>
    <dgm:pt modelId="{52EE5271-14C5-447B-A1E2-ACFDD319D650}">
      <dgm:prSet phldrT="[文本]"/>
      <dgm:spPr/>
      <dgm:t>
        <a:bodyPr/>
        <a:lstStyle/>
        <a:p>
          <a:r>
            <a:rPr lang="zh-CN" altLang="en-US"/>
            <a:t>该班所有学生对应的</a:t>
          </a:r>
          <a:r>
            <a:rPr lang="en-US" altLang="zh-CN"/>
            <a:t>stu_class</a:t>
          </a:r>
          <a:r>
            <a:rPr lang="zh-CN" altLang="en-US"/>
            <a:t>字段是否要</a:t>
          </a:r>
          <a:r>
            <a:rPr lang="zh-CN" altLang="en-US" dirty="0"/>
            <a:t>跟着修改？</a:t>
          </a:r>
        </a:p>
      </dgm:t>
    </dgm:pt>
    <dgm:pt modelId="{55C41FB9-9DD4-4C03-A211-F037A5CA0D4F}" type="parTrans" cxnId="{53833E4B-43CF-4B23-9ED0-225FC3FD7A2E}">
      <dgm:prSet/>
      <dgm:spPr/>
      <dgm:t>
        <a:bodyPr/>
        <a:lstStyle/>
        <a:p>
          <a:endParaRPr lang="zh-CN" altLang="en-US"/>
        </a:p>
      </dgm:t>
    </dgm:pt>
    <dgm:pt modelId="{447B77D3-1D2B-406C-A9CB-C8763541AA67}" type="sibTrans" cxnId="{53833E4B-43CF-4B23-9ED0-225FC3FD7A2E}">
      <dgm:prSet/>
      <dgm:spPr/>
      <dgm:t>
        <a:bodyPr/>
        <a:lstStyle/>
        <a:p>
          <a:endParaRPr lang="zh-CN" altLang="en-US"/>
        </a:p>
      </dgm:t>
    </dgm:pt>
    <dgm:pt modelId="{BA992EC4-37FA-4A86-83D0-AEA112FA47FE}" type="pres">
      <dgm:prSet presAssocID="{0A698707-B1F7-435B-946F-A2BF9F9112B7}" presName="linear" presStyleCnt="0">
        <dgm:presLayoutVars>
          <dgm:dir/>
          <dgm:animLvl val="lvl"/>
          <dgm:resizeHandles val="exact"/>
        </dgm:presLayoutVars>
      </dgm:prSet>
      <dgm:spPr/>
    </dgm:pt>
    <dgm:pt modelId="{C7A1B855-40A7-4DFC-A157-EC3F92148AE9}" type="pres">
      <dgm:prSet presAssocID="{99187F6C-3C2B-4D0C-9666-5FB8BCC79D79}" presName="parentLin" presStyleCnt="0"/>
      <dgm:spPr/>
    </dgm:pt>
    <dgm:pt modelId="{B030D38C-ADDF-4E38-B0BC-3691A6E67756}" type="pres">
      <dgm:prSet presAssocID="{99187F6C-3C2B-4D0C-9666-5FB8BCC79D79}" presName="parentLeftMargin" presStyleLbl="node1" presStyleIdx="0" presStyleCnt="3"/>
      <dgm:spPr/>
    </dgm:pt>
    <dgm:pt modelId="{CD6EA4F2-F8F0-4551-8C8F-191EF49C666D}" type="pres">
      <dgm:prSet presAssocID="{99187F6C-3C2B-4D0C-9666-5FB8BCC79D7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182C9E5-7FB5-48A0-8BDA-F6478459ADBE}" type="pres">
      <dgm:prSet presAssocID="{99187F6C-3C2B-4D0C-9666-5FB8BCC79D79}" presName="negativeSpace" presStyleCnt="0"/>
      <dgm:spPr/>
    </dgm:pt>
    <dgm:pt modelId="{B7B12571-31E9-4A5B-AA95-CC9BB923B574}" type="pres">
      <dgm:prSet presAssocID="{99187F6C-3C2B-4D0C-9666-5FB8BCC79D79}" presName="childText" presStyleLbl="conFgAcc1" presStyleIdx="0" presStyleCnt="3">
        <dgm:presLayoutVars>
          <dgm:bulletEnabled val="1"/>
        </dgm:presLayoutVars>
      </dgm:prSet>
      <dgm:spPr/>
    </dgm:pt>
    <dgm:pt modelId="{585DDDB2-FF2E-42B7-A084-65601BF3F064}" type="pres">
      <dgm:prSet presAssocID="{8AB0635D-E765-4320-9B13-80815D47D37B}" presName="spaceBetweenRectangles" presStyleCnt="0"/>
      <dgm:spPr/>
    </dgm:pt>
    <dgm:pt modelId="{C683E4E7-F2C0-4C1C-B024-762561AFF33F}" type="pres">
      <dgm:prSet presAssocID="{D3B603AF-31F7-4F52-8CCF-6168DE430B20}" presName="parentLin" presStyleCnt="0"/>
      <dgm:spPr/>
    </dgm:pt>
    <dgm:pt modelId="{BC7E6DAB-472A-4357-9FFD-80272A1671D2}" type="pres">
      <dgm:prSet presAssocID="{D3B603AF-31F7-4F52-8CCF-6168DE430B20}" presName="parentLeftMargin" presStyleLbl="node1" presStyleIdx="0" presStyleCnt="3"/>
      <dgm:spPr/>
    </dgm:pt>
    <dgm:pt modelId="{98439747-9013-4E94-9976-A2DF767F49DD}" type="pres">
      <dgm:prSet presAssocID="{D3B603AF-31F7-4F52-8CCF-6168DE430B2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C2DBCB3-2D73-4C92-9F55-A5D9DD5E8D16}" type="pres">
      <dgm:prSet presAssocID="{D3B603AF-31F7-4F52-8CCF-6168DE430B20}" presName="negativeSpace" presStyleCnt="0"/>
      <dgm:spPr/>
    </dgm:pt>
    <dgm:pt modelId="{B598BDC7-E80C-449D-9432-B73EBC45D31F}" type="pres">
      <dgm:prSet presAssocID="{D3B603AF-31F7-4F52-8CCF-6168DE430B20}" presName="childText" presStyleLbl="conFgAcc1" presStyleIdx="1" presStyleCnt="3">
        <dgm:presLayoutVars>
          <dgm:bulletEnabled val="1"/>
        </dgm:presLayoutVars>
      </dgm:prSet>
      <dgm:spPr/>
    </dgm:pt>
    <dgm:pt modelId="{E418AA58-DA7F-484D-8A21-28CE81AE4187}" type="pres">
      <dgm:prSet presAssocID="{1B14FCA6-7055-4E9C-9372-608C452464EB}" presName="spaceBetweenRectangles" presStyleCnt="0"/>
      <dgm:spPr/>
    </dgm:pt>
    <dgm:pt modelId="{3A0F21BC-5C22-4981-B104-E1EEAA8835EC}" type="pres">
      <dgm:prSet presAssocID="{17877491-53D1-46AA-ACA5-B6BA4ED17657}" presName="parentLin" presStyleCnt="0"/>
      <dgm:spPr/>
    </dgm:pt>
    <dgm:pt modelId="{1C15E4F1-58A0-4B5E-8F05-AACB27317734}" type="pres">
      <dgm:prSet presAssocID="{17877491-53D1-46AA-ACA5-B6BA4ED17657}" presName="parentLeftMargin" presStyleLbl="node1" presStyleIdx="1" presStyleCnt="3"/>
      <dgm:spPr/>
    </dgm:pt>
    <dgm:pt modelId="{09EBD78A-2991-4C9F-87C3-2D5F231B7CB1}" type="pres">
      <dgm:prSet presAssocID="{17877491-53D1-46AA-ACA5-B6BA4ED1765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D57C878-7FD5-4AEC-8CF3-6AFB0E8F8DEE}" type="pres">
      <dgm:prSet presAssocID="{17877491-53D1-46AA-ACA5-B6BA4ED17657}" presName="negativeSpace" presStyleCnt="0"/>
      <dgm:spPr/>
    </dgm:pt>
    <dgm:pt modelId="{AA77E164-D6B0-40FD-9DEA-88FD7DDE92CE}" type="pres">
      <dgm:prSet presAssocID="{17877491-53D1-46AA-ACA5-B6BA4ED1765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06DEF103-5757-47DB-82B1-F10544E208C9}" type="presOf" srcId="{0A698707-B1F7-435B-946F-A2BF9F9112B7}" destId="{BA992EC4-37FA-4A86-83D0-AEA112FA47FE}" srcOrd="0" destOrd="0" presId="urn:microsoft.com/office/officeart/2005/8/layout/list1"/>
    <dgm:cxn modelId="{19679D04-FD0C-472B-BE55-4D02FDDB89EB}" srcId="{0A698707-B1F7-435B-946F-A2BF9F9112B7}" destId="{17877491-53D1-46AA-ACA5-B6BA4ED17657}" srcOrd="2" destOrd="0" parTransId="{1277F10B-0688-4E6D-83EE-D6B1878B8009}" sibTransId="{8401BB0F-5FB4-4E00-AC6E-4DF0DA8720A8}"/>
    <dgm:cxn modelId="{5F3AE705-3979-44A7-8840-DDEDD714C3D5}" type="presOf" srcId="{99187F6C-3C2B-4D0C-9666-5FB8BCC79D79}" destId="{B030D38C-ADDF-4E38-B0BC-3691A6E67756}" srcOrd="0" destOrd="0" presId="urn:microsoft.com/office/officeart/2005/8/layout/list1"/>
    <dgm:cxn modelId="{7857E909-4E58-4332-A51F-1DF3FE36E0DC}" type="presOf" srcId="{52FF3CD0-B530-47F3-8807-04C620FB34EC}" destId="{B7B12571-31E9-4A5B-AA95-CC9BB923B574}" srcOrd="0" destOrd="1" presId="urn:microsoft.com/office/officeart/2005/8/layout/list1"/>
    <dgm:cxn modelId="{34F9A40A-C90E-42CB-9526-726326EF4331}" srcId="{17877491-53D1-46AA-ACA5-B6BA4ED17657}" destId="{1D315E13-48BC-4E74-92F8-2FABEB85927C}" srcOrd="1" destOrd="0" parTransId="{B94352AF-6A4B-47F1-AAA3-FFB913B215B9}" sibTransId="{DD70CB5B-37D9-4BAD-9D53-1E8ABE599353}"/>
    <dgm:cxn modelId="{15123635-E472-4748-8E79-1A1E4D7BFF70}" type="presOf" srcId="{0AC0443B-2211-43E1-A4F4-9B534554E34C}" destId="{B7B12571-31E9-4A5B-AA95-CC9BB923B574}" srcOrd="0" destOrd="0" presId="urn:microsoft.com/office/officeart/2005/8/layout/list1"/>
    <dgm:cxn modelId="{2B7D385C-3D1D-4D5E-B739-C95BE1A7942A}" type="presOf" srcId="{1D315E13-48BC-4E74-92F8-2FABEB85927C}" destId="{AA77E164-D6B0-40FD-9DEA-88FD7DDE92CE}" srcOrd="0" destOrd="1" presId="urn:microsoft.com/office/officeart/2005/8/layout/list1"/>
    <dgm:cxn modelId="{462C5164-E35D-4DEB-B494-8C6E7F479063}" type="presOf" srcId="{5F591EDC-FD38-4645-9844-1175CE939DD2}" destId="{AA77E164-D6B0-40FD-9DEA-88FD7DDE92CE}" srcOrd="0" destOrd="0" presId="urn:microsoft.com/office/officeart/2005/8/layout/list1"/>
    <dgm:cxn modelId="{EAF62845-0AB5-4737-A868-C60628DA84EA}" type="presOf" srcId="{D3B603AF-31F7-4F52-8CCF-6168DE430B20}" destId="{98439747-9013-4E94-9976-A2DF767F49DD}" srcOrd="1" destOrd="0" presId="urn:microsoft.com/office/officeart/2005/8/layout/list1"/>
    <dgm:cxn modelId="{CEEAB44A-5B97-4B72-875F-D33EC8EDE477}" srcId="{99187F6C-3C2B-4D0C-9666-5FB8BCC79D79}" destId="{52FF3CD0-B530-47F3-8807-04C620FB34EC}" srcOrd="1" destOrd="0" parTransId="{60F8D46F-E6C3-4B78-825F-6A3AD48B54BC}" sibTransId="{CB231087-DBC8-47A8-81A2-CAFA1CB904D2}"/>
    <dgm:cxn modelId="{53833E4B-43CF-4B23-9ED0-225FC3FD7A2E}" srcId="{D3B603AF-31F7-4F52-8CCF-6168DE430B20}" destId="{52EE5271-14C5-447B-A1E2-ACFDD319D650}" srcOrd="0" destOrd="0" parTransId="{55C41FB9-9DD4-4C03-A211-F037A5CA0D4F}" sibTransId="{447B77D3-1D2B-406C-A9CB-C8763541AA67}"/>
    <dgm:cxn modelId="{C7843355-8E9C-46BB-95CC-CACF1FBF07C4}" type="presOf" srcId="{52EE5271-14C5-447B-A1E2-ACFDD319D650}" destId="{B598BDC7-E80C-449D-9432-B73EBC45D31F}" srcOrd="0" destOrd="0" presId="urn:microsoft.com/office/officeart/2005/8/layout/list1"/>
    <dgm:cxn modelId="{817F6F85-67EE-4CCA-81F9-B73AA17D528F}" srcId="{0A698707-B1F7-435B-946F-A2BF9F9112B7}" destId="{D3B603AF-31F7-4F52-8CCF-6168DE430B20}" srcOrd="1" destOrd="0" parTransId="{C4374C6C-88F4-4E8F-9CFB-2FADBA4EF2AD}" sibTransId="{1B14FCA6-7055-4E9C-9372-608C452464EB}"/>
    <dgm:cxn modelId="{2C4EC398-C387-43C4-BAC7-6E63F3529ACA}" type="presOf" srcId="{99187F6C-3C2B-4D0C-9666-5FB8BCC79D79}" destId="{CD6EA4F2-F8F0-4551-8C8F-191EF49C666D}" srcOrd="1" destOrd="0" presId="urn:microsoft.com/office/officeart/2005/8/layout/list1"/>
    <dgm:cxn modelId="{A8FF1EBC-1BC3-4B71-965F-60767A991CE1}" type="presOf" srcId="{D3B603AF-31F7-4F52-8CCF-6168DE430B20}" destId="{BC7E6DAB-472A-4357-9FFD-80272A1671D2}" srcOrd="0" destOrd="0" presId="urn:microsoft.com/office/officeart/2005/8/layout/list1"/>
    <dgm:cxn modelId="{C21E28BD-1C34-4B76-ACC0-8486825A6836}" srcId="{0A698707-B1F7-435B-946F-A2BF9F9112B7}" destId="{99187F6C-3C2B-4D0C-9666-5FB8BCC79D79}" srcOrd="0" destOrd="0" parTransId="{7E4C78D0-A8D5-4AD3-A7F7-6E240D74ECC6}" sibTransId="{8AB0635D-E765-4320-9B13-80815D47D37B}"/>
    <dgm:cxn modelId="{231F0DC0-4CC6-4A3C-903F-62BA65FDD6CD}" srcId="{99187F6C-3C2B-4D0C-9666-5FB8BCC79D79}" destId="{0AC0443B-2211-43E1-A4F4-9B534554E34C}" srcOrd="0" destOrd="0" parTransId="{518D62C2-2D69-480A-9FB4-2373E948BF39}" sibTransId="{B3C2A79D-D995-4ADA-8A0F-9989D655FD62}"/>
    <dgm:cxn modelId="{2E6069C5-2546-422B-AE05-5769C8129392}" type="presOf" srcId="{17877491-53D1-46AA-ACA5-B6BA4ED17657}" destId="{1C15E4F1-58A0-4B5E-8F05-AACB27317734}" srcOrd="0" destOrd="0" presId="urn:microsoft.com/office/officeart/2005/8/layout/list1"/>
    <dgm:cxn modelId="{6B37FDD7-C6E5-4039-B4B0-DEC808DC0B1C}" type="presOf" srcId="{17877491-53D1-46AA-ACA5-B6BA4ED17657}" destId="{09EBD78A-2991-4C9F-87C3-2D5F231B7CB1}" srcOrd="1" destOrd="0" presId="urn:microsoft.com/office/officeart/2005/8/layout/list1"/>
    <dgm:cxn modelId="{C0A41DD8-D66F-405F-AA4C-C75AA1606D14}" srcId="{17877491-53D1-46AA-ACA5-B6BA4ED17657}" destId="{5F591EDC-FD38-4645-9844-1175CE939DD2}" srcOrd="0" destOrd="0" parTransId="{BB0A570E-AFF1-47A4-9341-1818E00E98EF}" sibTransId="{FB9DF397-5F21-45A5-9CED-C5923E62701D}"/>
    <dgm:cxn modelId="{BDA2BE4F-BCE0-40EE-8361-86A16C10FF7A}" type="presParOf" srcId="{BA992EC4-37FA-4A86-83D0-AEA112FA47FE}" destId="{C7A1B855-40A7-4DFC-A157-EC3F92148AE9}" srcOrd="0" destOrd="0" presId="urn:microsoft.com/office/officeart/2005/8/layout/list1"/>
    <dgm:cxn modelId="{51AE6DD1-8774-478B-90BC-F6A55D5204FF}" type="presParOf" srcId="{C7A1B855-40A7-4DFC-A157-EC3F92148AE9}" destId="{B030D38C-ADDF-4E38-B0BC-3691A6E67756}" srcOrd="0" destOrd="0" presId="urn:microsoft.com/office/officeart/2005/8/layout/list1"/>
    <dgm:cxn modelId="{C253F384-5A99-416D-8DF1-D32A79B9642B}" type="presParOf" srcId="{C7A1B855-40A7-4DFC-A157-EC3F92148AE9}" destId="{CD6EA4F2-F8F0-4551-8C8F-191EF49C666D}" srcOrd="1" destOrd="0" presId="urn:microsoft.com/office/officeart/2005/8/layout/list1"/>
    <dgm:cxn modelId="{84496528-0CEC-442C-A1BA-4149F39ACC72}" type="presParOf" srcId="{BA992EC4-37FA-4A86-83D0-AEA112FA47FE}" destId="{B182C9E5-7FB5-48A0-8BDA-F6478459ADBE}" srcOrd="1" destOrd="0" presId="urn:microsoft.com/office/officeart/2005/8/layout/list1"/>
    <dgm:cxn modelId="{B67AE870-AB79-4A78-9F16-F7B173E01066}" type="presParOf" srcId="{BA992EC4-37FA-4A86-83D0-AEA112FA47FE}" destId="{B7B12571-31E9-4A5B-AA95-CC9BB923B574}" srcOrd="2" destOrd="0" presId="urn:microsoft.com/office/officeart/2005/8/layout/list1"/>
    <dgm:cxn modelId="{115441B8-49A8-46A5-A78F-6785C6BE1ECA}" type="presParOf" srcId="{BA992EC4-37FA-4A86-83D0-AEA112FA47FE}" destId="{585DDDB2-FF2E-42B7-A084-65601BF3F064}" srcOrd="3" destOrd="0" presId="urn:microsoft.com/office/officeart/2005/8/layout/list1"/>
    <dgm:cxn modelId="{729AD437-6212-4E0F-AFAF-766E47049F79}" type="presParOf" srcId="{BA992EC4-37FA-4A86-83D0-AEA112FA47FE}" destId="{C683E4E7-F2C0-4C1C-B024-762561AFF33F}" srcOrd="4" destOrd="0" presId="urn:microsoft.com/office/officeart/2005/8/layout/list1"/>
    <dgm:cxn modelId="{94F5A022-DDD4-4381-90C9-9B653113410D}" type="presParOf" srcId="{C683E4E7-F2C0-4C1C-B024-762561AFF33F}" destId="{BC7E6DAB-472A-4357-9FFD-80272A1671D2}" srcOrd="0" destOrd="0" presId="urn:microsoft.com/office/officeart/2005/8/layout/list1"/>
    <dgm:cxn modelId="{C64E6695-24EC-48BD-BFBF-0DA7891D4FE4}" type="presParOf" srcId="{C683E4E7-F2C0-4C1C-B024-762561AFF33F}" destId="{98439747-9013-4E94-9976-A2DF767F49DD}" srcOrd="1" destOrd="0" presId="urn:microsoft.com/office/officeart/2005/8/layout/list1"/>
    <dgm:cxn modelId="{068CDF3E-292B-475F-810B-44A42741B907}" type="presParOf" srcId="{BA992EC4-37FA-4A86-83D0-AEA112FA47FE}" destId="{EC2DBCB3-2D73-4C92-9F55-A5D9DD5E8D16}" srcOrd="5" destOrd="0" presId="urn:microsoft.com/office/officeart/2005/8/layout/list1"/>
    <dgm:cxn modelId="{4C93FA84-5CA4-4631-9411-B3E742DFF216}" type="presParOf" srcId="{BA992EC4-37FA-4A86-83D0-AEA112FA47FE}" destId="{B598BDC7-E80C-449D-9432-B73EBC45D31F}" srcOrd="6" destOrd="0" presId="urn:microsoft.com/office/officeart/2005/8/layout/list1"/>
    <dgm:cxn modelId="{6CA2E2E3-DD64-4046-B9A8-7F8EFC89D587}" type="presParOf" srcId="{BA992EC4-37FA-4A86-83D0-AEA112FA47FE}" destId="{E418AA58-DA7F-484D-8A21-28CE81AE4187}" srcOrd="7" destOrd="0" presId="urn:microsoft.com/office/officeart/2005/8/layout/list1"/>
    <dgm:cxn modelId="{B6563676-25F0-4428-B1B6-3B3BC64B35FE}" type="presParOf" srcId="{BA992EC4-37FA-4A86-83D0-AEA112FA47FE}" destId="{3A0F21BC-5C22-4981-B104-E1EEAA8835EC}" srcOrd="8" destOrd="0" presId="urn:microsoft.com/office/officeart/2005/8/layout/list1"/>
    <dgm:cxn modelId="{031F2C60-141D-4F82-AA07-F70BEEDCADE0}" type="presParOf" srcId="{3A0F21BC-5C22-4981-B104-E1EEAA8835EC}" destId="{1C15E4F1-58A0-4B5E-8F05-AACB27317734}" srcOrd="0" destOrd="0" presId="urn:microsoft.com/office/officeart/2005/8/layout/list1"/>
    <dgm:cxn modelId="{FF8C96CA-7FEA-4485-9968-DC6434A98597}" type="presParOf" srcId="{3A0F21BC-5C22-4981-B104-E1EEAA8835EC}" destId="{09EBD78A-2991-4C9F-87C3-2D5F231B7CB1}" srcOrd="1" destOrd="0" presId="urn:microsoft.com/office/officeart/2005/8/layout/list1"/>
    <dgm:cxn modelId="{B4D20380-AC28-4E73-8998-8CD87C2DEBF8}" type="presParOf" srcId="{BA992EC4-37FA-4A86-83D0-AEA112FA47FE}" destId="{FD57C878-7FD5-4AEC-8CF3-6AFB0E8F8DEE}" srcOrd="9" destOrd="0" presId="urn:microsoft.com/office/officeart/2005/8/layout/list1"/>
    <dgm:cxn modelId="{4E593F6A-8191-445D-941C-9042F3051E52}" type="presParOf" srcId="{BA992EC4-37FA-4A86-83D0-AEA112FA47FE}" destId="{AA77E164-D6B0-40FD-9DEA-88FD7DDE92CE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6865E93D-EDF2-4B18-AFE5-E00ABEFC7D1F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49325F8C-72B5-41E7-91A8-11DED2A5EA48}">
      <dgm:prSet phldrT="[文本]"/>
      <dgm:spPr/>
      <dgm:t>
        <a:bodyPr/>
        <a:lstStyle/>
        <a:p>
          <a:r>
            <a:rPr lang="zh-CN" altLang="en-US"/>
            <a:t>有一些表之间存在联系，在添加数据时需要考虑先后次序，在修改、删除数据时需要考虑相互影响</a:t>
          </a:r>
        </a:p>
      </dgm:t>
    </dgm:pt>
    <dgm:pt modelId="{C593A296-2B9F-4061-BA70-FFA0A5996625}" type="parTrans" cxnId="{BC90FA38-174E-4EEE-95C7-2C9BC3BFDF4A}">
      <dgm:prSet/>
      <dgm:spPr/>
      <dgm:t>
        <a:bodyPr/>
        <a:lstStyle/>
        <a:p>
          <a:endParaRPr lang="zh-CN" altLang="en-US"/>
        </a:p>
      </dgm:t>
    </dgm:pt>
    <dgm:pt modelId="{F65C5923-331A-4915-89B2-B95306164EE7}" type="sibTrans" cxnId="{BC90FA38-174E-4EEE-95C7-2C9BC3BFDF4A}">
      <dgm:prSet/>
      <dgm:spPr/>
      <dgm:t>
        <a:bodyPr/>
        <a:lstStyle/>
        <a:p>
          <a:endParaRPr lang="zh-CN" altLang="en-US"/>
        </a:p>
      </dgm:t>
    </dgm:pt>
    <dgm:pt modelId="{CEDBCAAF-1AEA-4954-B934-DFC0831E7232}" type="pres">
      <dgm:prSet presAssocID="{6865E93D-EDF2-4B18-AFE5-E00ABEFC7D1F}" presName="outerComposite" presStyleCnt="0">
        <dgm:presLayoutVars>
          <dgm:chMax val="5"/>
          <dgm:dir/>
          <dgm:resizeHandles val="exact"/>
        </dgm:presLayoutVars>
      </dgm:prSet>
      <dgm:spPr/>
    </dgm:pt>
    <dgm:pt modelId="{0A56AB2E-C938-4EE9-ABB6-33F4E1FAA15B}" type="pres">
      <dgm:prSet presAssocID="{6865E93D-EDF2-4B18-AFE5-E00ABEFC7D1F}" presName="dummyMaxCanvas" presStyleCnt="0">
        <dgm:presLayoutVars/>
      </dgm:prSet>
      <dgm:spPr/>
    </dgm:pt>
    <dgm:pt modelId="{CCDAD118-1701-46BA-ABCF-3E370C6B8533}" type="pres">
      <dgm:prSet presAssocID="{6865E93D-EDF2-4B18-AFE5-E00ABEFC7D1F}" presName="OneNode_1" presStyleLbl="node1" presStyleIdx="0" presStyleCnt="1" custLinFactNeighborX="-316" custLinFactNeighborY="-4971">
        <dgm:presLayoutVars>
          <dgm:bulletEnabled val="1"/>
        </dgm:presLayoutVars>
      </dgm:prSet>
      <dgm:spPr/>
    </dgm:pt>
  </dgm:ptLst>
  <dgm:cxnLst>
    <dgm:cxn modelId="{40CBED13-31F9-4C8E-B706-C0F145DD4616}" type="presOf" srcId="{6865E93D-EDF2-4B18-AFE5-E00ABEFC7D1F}" destId="{CEDBCAAF-1AEA-4954-B934-DFC0831E7232}" srcOrd="0" destOrd="0" presId="urn:microsoft.com/office/officeart/2005/8/layout/vProcess5"/>
    <dgm:cxn modelId="{BC90FA38-174E-4EEE-95C7-2C9BC3BFDF4A}" srcId="{6865E93D-EDF2-4B18-AFE5-E00ABEFC7D1F}" destId="{49325F8C-72B5-41E7-91A8-11DED2A5EA48}" srcOrd="0" destOrd="0" parTransId="{C593A296-2B9F-4061-BA70-FFA0A5996625}" sibTransId="{F65C5923-331A-4915-89B2-B95306164EE7}"/>
    <dgm:cxn modelId="{853F9D8F-B732-424A-9C67-08FF2039CE70}" type="presOf" srcId="{49325F8C-72B5-41E7-91A8-11DED2A5EA48}" destId="{CCDAD118-1701-46BA-ABCF-3E370C6B8533}" srcOrd="0" destOrd="0" presId="urn:microsoft.com/office/officeart/2005/8/layout/vProcess5"/>
    <dgm:cxn modelId="{87656FE3-7C63-4A40-AB89-31A5BC57455A}" type="presParOf" srcId="{CEDBCAAF-1AEA-4954-B934-DFC0831E7232}" destId="{0A56AB2E-C938-4EE9-ABB6-33F4E1FAA15B}" srcOrd="0" destOrd="0" presId="urn:microsoft.com/office/officeart/2005/8/layout/vProcess5"/>
    <dgm:cxn modelId="{01528552-4A6B-4D4E-84E0-59BD9525FAF8}" type="presParOf" srcId="{CEDBCAAF-1AEA-4954-B934-DFC0831E7232}" destId="{CCDAD118-1701-46BA-ABCF-3E370C6B8533}" srcOrd="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8B9477A2-E77D-4185-B521-C1C2387BACAC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34A56A80-DC39-4C85-8827-867C701A0D1A}">
      <dgm:prSet phldrT="[文本]"/>
      <dgm:spPr/>
      <dgm:t>
        <a:bodyPr/>
        <a:lstStyle/>
        <a:p>
          <a:r>
            <a:rPr lang="zh-CN" altLang="en-US" dirty="0"/>
            <a:t>何为外键约束</a:t>
          </a:r>
        </a:p>
      </dgm:t>
    </dgm:pt>
    <dgm:pt modelId="{EDEDB242-7653-4370-AB0F-38D53B23579F}" type="parTrans" cxnId="{46E7D58D-87FE-46FE-BFAE-AE20EAEF3CB0}">
      <dgm:prSet/>
      <dgm:spPr/>
      <dgm:t>
        <a:bodyPr/>
        <a:lstStyle/>
        <a:p>
          <a:endParaRPr lang="zh-CN" altLang="en-US"/>
        </a:p>
      </dgm:t>
    </dgm:pt>
    <dgm:pt modelId="{347C225E-F501-42DC-BD92-02AB563309F3}" type="sibTrans" cxnId="{46E7D58D-87FE-46FE-BFAE-AE20EAEF3CB0}">
      <dgm:prSet/>
      <dgm:spPr/>
      <dgm:t>
        <a:bodyPr/>
        <a:lstStyle/>
        <a:p>
          <a:endParaRPr lang="zh-CN" altLang="en-US"/>
        </a:p>
      </dgm:t>
    </dgm:pt>
    <dgm:pt modelId="{603A7F5F-0165-4455-ADFE-0E9B2E1940B3}">
      <dgm:prSet phldrT="[文本]"/>
      <dgm:spPr/>
      <dgm:t>
        <a:bodyPr/>
        <a:lstStyle/>
        <a:p>
          <a:r>
            <a:rPr lang="zh-CN" altLang="en-US" dirty="0">
              <a:solidFill>
                <a:schemeClr val="bg1"/>
              </a:solidFill>
            </a:rPr>
            <a:t>作用：</a:t>
          </a:r>
        </a:p>
      </dgm:t>
    </dgm:pt>
    <dgm:pt modelId="{1E16033B-9A54-4ED9-81AF-AF503B5E23D1}" type="parTrans" cxnId="{E6F16DCA-AD11-4769-B06C-F49C68066575}">
      <dgm:prSet/>
      <dgm:spPr/>
      <dgm:t>
        <a:bodyPr/>
        <a:lstStyle/>
        <a:p>
          <a:endParaRPr lang="zh-CN" altLang="en-US"/>
        </a:p>
      </dgm:t>
    </dgm:pt>
    <dgm:pt modelId="{1E06FAAC-00AF-4954-8B2D-FA4974DE7424}" type="sibTrans" cxnId="{E6F16DCA-AD11-4769-B06C-F49C68066575}">
      <dgm:prSet/>
      <dgm:spPr/>
      <dgm:t>
        <a:bodyPr/>
        <a:lstStyle/>
        <a:p>
          <a:endParaRPr lang="zh-CN" altLang="en-US"/>
        </a:p>
      </dgm:t>
    </dgm:pt>
    <dgm:pt modelId="{42FEA228-59B6-408B-A08C-829C541E1F55}">
      <dgm:prSet phldrT="[文本]"/>
      <dgm:spPr/>
      <dgm:t>
        <a:bodyPr/>
        <a:lstStyle/>
        <a:p>
          <a:r>
            <a:rPr lang="zh-CN" altLang="en-US" dirty="0"/>
            <a:t>举例</a:t>
          </a:r>
        </a:p>
      </dgm:t>
    </dgm:pt>
    <dgm:pt modelId="{3DB21FAA-5AA6-444F-A403-A1F40A3ACF1F}" type="parTrans" cxnId="{43A385FE-B5BF-4A93-8C57-B7CC4146800D}">
      <dgm:prSet/>
      <dgm:spPr/>
      <dgm:t>
        <a:bodyPr/>
        <a:lstStyle/>
        <a:p>
          <a:endParaRPr lang="zh-CN" altLang="en-US"/>
        </a:p>
      </dgm:t>
    </dgm:pt>
    <dgm:pt modelId="{F60B72FD-AD89-45D2-80DF-AF372D745EBC}" type="sibTrans" cxnId="{43A385FE-B5BF-4A93-8C57-B7CC4146800D}">
      <dgm:prSet/>
      <dgm:spPr/>
      <dgm:t>
        <a:bodyPr/>
        <a:lstStyle/>
        <a:p>
          <a:endParaRPr lang="zh-CN" altLang="en-US"/>
        </a:p>
      </dgm:t>
    </dgm:pt>
    <dgm:pt modelId="{D7A70146-8FCC-4E5A-AF67-F49F3809B082}">
      <dgm:prSet phldrT="[文本]"/>
      <dgm:spPr/>
      <dgm:t>
        <a:bodyPr/>
        <a:lstStyle/>
        <a:p>
          <a:r>
            <a:rPr lang="zh-CN" dirty="0">
              <a:solidFill>
                <a:schemeClr val="bg1"/>
              </a:solidFill>
            </a:rPr>
            <a:t>也能防止非法数据插入外键列</a:t>
          </a:r>
          <a:r>
            <a:rPr lang="zh-CN" altLang="en-US" dirty="0">
              <a:solidFill>
                <a:schemeClr val="bg1"/>
              </a:solidFill>
            </a:rPr>
            <a:t>（添加时）</a:t>
          </a:r>
        </a:p>
      </dgm:t>
    </dgm:pt>
    <dgm:pt modelId="{89FD7E65-7458-4029-B6F5-FFAF192EEADF}" type="parTrans" cxnId="{D92CCD13-29D1-4E5C-8464-ED1BA0018ED5}">
      <dgm:prSet/>
      <dgm:spPr/>
      <dgm:t>
        <a:bodyPr/>
        <a:lstStyle/>
        <a:p>
          <a:endParaRPr lang="zh-CN" altLang="en-US"/>
        </a:p>
      </dgm:t>
    </dgm:pt>
    <dgm:pt modelId="{E7872A83-0306-46E1-A9E9-3081BAA8719F}" type="sibTrans" cxnId="{D92CCD13-29D1-4E5C-8464-ED1BA0018ED5}">
      <dgm:prSet/>
      <dgm:spPr/>
      <dgm:t>
        <a:bodyPr/>
        <a:lstStyle/>
        <a:p>
          <a:endParaRPr lang="zh-CN" altLang="en-US"/>
        </a:p>
      </dgm:t>
    </dgm:pt>
    <dgm:pt modelId="{68ECDB2C-D305-450B-BDD8-8C9D62F4E952}">
      <dgm:prSet phldrT="[文本]"/>
      <dgm:spPr/>
      <dgm:t>
        <a:bodyPr/>
        <a:lstStyle/>
        <a:p>
          <a:r>
            <a:rPr lang="zh-CN" altLang="en-US" dirty="0">
              <a:solidFill>
                <a:schemeClr val="bg1"/>
              </a:solidFill>
            </a:rPr>
            <a:t>教师</a:t>
          </a:r>
          <a:r>
            <a:rPr lang="zh-CN" dirty="0">
              <a:solidFill>
                <a:schemeClr val="bg1"/>
              </a:solidFill>
            </a:rPr>
            <a:t>表有一个指向系部表的外键约束，即字段</a:t>
          </a:r>
          <a:r>
            <a:rPr lang="zh-CN" altLang="en-US" dirty="0">
              <a:solidFill>
                <a:schemeClr val="bg1"/>
              </a:solidFill>
            </a:rPr>
            <a:t>“</a:t>
          </a:r>
          <a:r>
            <a:rPr lang="zh-CN" dirty="0">
              <a:solidFill>
                <a:schemeClr val="bg1"/>
              </a:solidFill>
            </a:rPr>
            <a:t>系部名称</a:t>
          </a:r>
          <a:r>
            <a:rPr lang="zh-CN" altLang="en-US" dirty="0">
              <a:solidFill>
                <a:schemeClr val="bg1"/>
              </a:solidFill>
            </a:rPr>
            <a:t>”</a:t>
          </a:r>
          <a:r>
            <a:rPr lang="zh-CN" dirty="0">
              <a:solidFill>
                <a:schemeClr val="bg1"/>
              </a:solidFill>
            </a:rPr>
            <a:t> </a:t>
          </a:r>
          <a:r>
            <a:rPr lang="zh-CN">
              <a:solidFill>
                <a:schemeClr val="bg1"/>
              </a:solidFill>
            </a:rPr>
            <a:t>，故</a:t>
          </a:r>
          <a:r>
            <a:rPr lang="zh-CN" altLang="en-US">
              <a:solidFill>
                <a:schemeClr val="bg1"/>
              </a:solidFill>
            </a:rPr>
            <a:t>父表</a:t>
          </a:r>
          <a:r>
            <a:rPr lang="zh-CN">
              <a:solidFill>
                <a:schemeClr val="bg1"/>
              </a:solidFill>
            </a:rPr>
            <a:t>为</a:t>
          </a:r>
          <a:r>
            <a:rPr lang="zh-CN" dirty="0">
              <a:solidFill>
                <a:schemeClr val="bg1"/>
              </a:solidFill>
            </a:rPr>
            <a:t>系部</a:t>
          </a:r>
          <a:r>
            <a:rPr lang="zh-CN">
              <a:solidFill>
                <a:schemeClr val="bg1"/>
              </a:solidFill>
            </a:rPr>
            <a:t>表，</a:t>
          </a:r>
          <a:r>
            <a:rPr lang="zh-CN" altLang="en-US">
              <a:solidFill>
                <a:schemeClr val="bg1"/>
              </a:solidFill>
            </a:rPr>
            <a:t>子表</a:t>
          </a:r>
          <a:r>
            <a:rPr lang="zh-CN">
              <a:solidFill>
                <a:schemeClr val="bg1"/>
              </a:solidFill>
            </a:rPr>
            <a:t>为</a:t>
          </a:r>
          <a:r>
            <a:rPr lang="zh-CN" altLang="en-US" dirty="0">
              <a:solidFill>
                <a:schemeClr val="bg1"/>
              </a:solidFill>
            </a:rPr>
            <a:t>教师</a:t>
          </a:r>
          <a:r>
            <a:rPr lang="zh-CN" dirty="0">
              <a:solidFill>
                <a:schemeClr val="bg1"/>
              </a:solidFill>
            </a:rPr>
            <a:t>表，两者的约束效果如</a:t>
          </a:r>
          <a:r>
            <a:rPr lang="zh-CN" altLang="en-US" dirty="0">
              <a:solidFill>
                <a:schemeClr val="bg1"/>
              </a:solidFill>
            </a:rPr>
            <a:t>教程</a:t>
          </a:r>
          <a:r>
            <a:rPr lang="en-US" altLang="zh-CN" dirty="0">
              <a:solidFill>
                <a:schemeClr val="bg1"/>
              </a:solidFill>
            </a:rPr>
            <a:t>P54</a:t>
          </a:r>
          <a:r>
            <a:rPr lang="zh-CN" altLang="en-US" dirty="0">
              <a:solidFill>
                <a:schemeClr val="bg1"/>
              </a:solidFill>
            </a:rPr>
            <a:t>所示。</a:t>
          </a:r>
        </a:p>
      </dgm:t>
    </dgm:pt>
    <dgm:pt modelId="{8A83EFDB-EC3E-4965-A805-05D4C3DF0A95}" type="parTrans" cxnId="{43E9533B-A315-4BB6-9F8C-DF4F022CDD3D}">
      <dgm:prSet/>
      <dgm:spPr/>
      <dgm:t>
        <a:bodyPr/>
        <a:lstStyle/>
        <a:p>
          <a:endParaRPr lang="zh-CN" altLang="en-US"/>
        </a:p>
      </dgm:t>
    </dgm:pt>
    <dgm:pt modelId="{3320777A-FA5F-4F9F-8485-F1FFD74BEBCC}" type="sibTrans" cxnId="{43E9533B-A315-4BB6-9F8C-DF4F022CDD3D}">
      <dgm:prSet/>
      <dgm:spPr/>
      <dgm:t>
        <a:bodyPr/>
        <a:lstStyle/>
        <a:p>
          <a:endParaRPr lang="zh-CN" altLang="en-US"/>
        </a:p>
      </dgm:t>
    </dgm:pt>
    <dgm:pt modelId="{CC860F1E-AE90-4DE8-977E-ED5D124F3A3C}">
      <dgm:prSet phldrT="[文本]"/>
      <dgm:spPr/>
      <dgm:t>
        <a:bodyPr/>
        <a:lstStyle/>
        <a:p>
          <a:r>
            <a:rPr lang="en-US" b="0" i="0" dirty="0">
              <a:solidFill>
                <a:schemeClr val="bg1"/>
              </a:solidFill>
            </a:rPr>
            <a:t>FOREIGN KEY</a:t>
          </a:r>
          <a:r>
            <a:rPr lang="zh-CN" altLang="en-US" b="0" i="0" dirty="0">
              <a:solidFill>
                <a:schemeClr val="bg1"/>
              </a:solidFill>
            </a:rPr>
            <a:t>，</a:t>
          </a:r>
          <a:r>
            <a:rPr lang="zh-CN" altLang="en-US" dirty="0">
              <a:solidFill>
                <a:schemeClr val="bg1"/>
              </a:solidFill>
            </a:rPr>
            <a:t>是在一个表中定义的字段，用于</a:t>
          </a:r>
          <a:r>
            <a:rPr lang="zh-CN" altLang="en-US" b="0" i="0" dirty="0">
              <a:solidFill>
                <a:schemeClr val="bg1"/>
              </a:solidFill>
            </a:rPr>
            <a:t>在两个表之间建立关系</a:t>
          </a:r>
          <a:endParaRPr lang="zh-CN" altLang="en-US" dirty="0">
            <a:solidFill>
              <a:schemeClr val="bg1"/>
            </a:solidFill>
          </a:endParaRPr>
        </a:p>
      </dgm:t>
    </dgm:pt>
    <dgm:pt modelId="{DA4DA3CC-BA98-452B-B406-E30701931D46}" type="parTrans" cxnId="{F640987E-BB4D-4FDB-AAFC-6C66E8883A19}">
      <dgm:prSet/>
      <dgm:spPr/>
      <dgm:t>
        <a:bodyPr/>
        <a:lstStyle/>
        <a:p>
          <a:endParaRPr lang="zh-CN" altLang="en-US"/>
        </a:p>
      </dgm:t>
    </dgm:pt>
    <dgm:pt modelId="{4AF7C82E-1DEC-4263-85BA-D4E0A526D2EF}" type="sibTrans" cxnId="{F640987E-BB4D-4FDB-AAFC-6C66E8883A19}">
      <dgm:prSet/>
      <dgm:spPr/>
      <dgm:t>
        <a:bodyPr/>
        <a:lstStyle/>
        <a:p>
          <a:endParaRPr lang="zh-CN" altLang="en-US"/>
        </a:p>
      </dgm:t>
    </dgm:pt>
    <dgm:pt modelId="{E5078032-EA95-4592-A3DC-26A9455CD581}">
      <dgm:prSet phldrT="[文本]"/>
      <dgm:spPr/>
      <dgm:t>
        <a:bodyPr/>
        <a:lstStyle/>
        <a:p>
          <a:r>
            <a:rPr lang="zh-CN" altLang="en-US" b="0" i="0" dirty="0">
              <a:solidFill>
                <a:schemeClr val="bg1"/>
              </a:solidFill>
            </a:rPr>
            <a:t>即：一个表中的 </a:t>
          </a:r>
          <a:r>
            <a:rPr lang="en-US" b="0" i="0" dirty="0">
              <a:solidFill>
                <a:schemeClr val="bg1"/>
              </a:solidFill>
            </a:rPr>
            <a:t>FOREIGN KEY </a:t>
          </a:r>
          <a:r>
            <a:rPr lang="zh-CN" altLang="en-US" b="0" i="0" dirty="0">
              <a:solidFill>
                <a:schemeClr val="bg1"/>
              </a:solidFill>
            </a:rPr>
            <a:t>指向另一个表中的 </a:t>
          </a:r>
          <a:r>
            <a:rPr lang="en-US" b="0" i="0" dirty="0">
              <a:solidFill>
                <a:schemeClr val="bg1"/>
              </a:solidFill>
            </a:rPr>
            <a:t>PRIMARY KEY</a:t>
          </a:r>
          <a:endParaRPr lang="zh-CN" altLang="en-US" dirty="0">
            <a:solidFill>
              <a:schemeClr val="bg1"/>
            </a:solidFill>
          </a:endParaRPr>
        </a:p>
      </dgm:t>
    </dgm:pt>
    <dgm:pt modelId="{01696235-F991-4482-A16E-1AB734960F62}" type="parTrans" cxnId="{4597EE22-B8DF-43BE-9B0A-C36B499E7330}">
      <dgm:prSet/>
      <dgm:spPr/>
      <dgm:t>
        <a:bodyPr/>
        <a:lstStyle/>
        <a:p>
          <a:endParaRPr lang="zh-CN" altLang="en-US"/>
        </a:p>
      </dgm:t>
    </dgm:pt>
    <dgm:pt modelId="{CFAF507A-FDB6-42E6-9347-06C5368978CF}" type="sibTrans" cxnId="{4597EE22-B8DF-43BE-9B0A-C36B499E7330}">
      <dgm:prSet/>
      <dgm:spPr/>
      <dgm:t>
        <a:bodyPr/>
        <a:lstStyle/>
        <a:p>
          <a:endParaRPr lang="zh-CN" altLang="en-US"/>
        </a:p>
      </dgm:t>
    </dgm:pt>
    <dgm:pt modelId="{68CEDF72-CA6A-44C4-B6F5-1FBB97F8F8E5}">
      <dgm:prSet phldrT="[文本]"/>
      <dgm:spPr/>
      <dgm:t>
        <a:bodyPr/>
        <a:lstStyle/>
        <a:p>
          <a:r>
            <a:rPr lang="zh-CN" dirty="0">
              <a:solidFill>
                <a:schemeClr val="bg1"/>
              </a:solidFill>
            </a:rPr>
            <a:t>可以用于预防破坏表之间连接的动作</a:t>
          </a:r>
          <a:r>
            <a:rPr lang="zh-CN" altLang="en-US" dirty="0">
              <a:solidFill>
                <a:schemeClr val="bg1"/>
              </a:solidFill>
            </a:rPr>
            <a:t>（删除时）</a:t>
          </a:r>
        </a:p>
      </dgm:t>
    </dgm:pt>
    <dgm:pt modelId="{81F37FA5-BBD2-4CAC-9C57-5D241A0EE258}" type="parTrans" cxnId="{008A3955-2ED3-44F2-9FA3-C432A85BA568}">
      <dgm:prSet/>
      <dgm:spPr/>
      <dgm:t>
        <a:bodyPr/>
        <a:lstStyle/>
        <a:p>
          <a:endParaRPr lang="zh-CN" altLang="en-US"/>
        </a:p>
      </dgm:t>
    </dgm:pt>
    <dgm:pt modelId="{F11E61C7-7152-45AF-A0EC-EB4C305D5C33}" type="sibTrans" cxnId="{008A3955-2ED3-44F2-9FA3-C432A85BA568}">
      <dgm:prSet/>
      <dgm:spPr/>
      <dgm:t>
        <a:bodyPr/>
        <a:lstStyle/>
        <a:p>
          <a:endParaRPr lang="zh-CN" altLang="en-US"/>
        </a:p>
      </dgm:t>
    </dgm:pt>
    <dgm:pt modelId="{60FB5835-8684-40AC-BC06-8CAF0BB019D1}" type="pres">
      <dgm:prSet presAssocID="{8B9477A2-E77D-4185-B521-C1C2387BACAC}" presName="linear" presStyleCnt="0">
        <dgm:presLayoutVars>
          <dgm:dir/>
          <dgm:animLvl val="lvl"/>
          <dgm:resizeHandles val="exact"/>
        </dgm:presLayoutVars>
      </dgm:prSet>
      <dgm:spPr/>
    </dgm:pt>
    <dgm:pt modelId="{8C71E6D3-00E6-442F-9202-DCAE41E1E662}" type="pres">
      <dgm:prSet presAssocID="{34A56A80-DC39-4C85-8827-867C701A0D1A}" presName="parentLin" presStyleCnt="0"/>
      <dgm:spPr/>
    </dgm:pt>
    <dgm:pt modelId="{25419DE7-EE7C-4B17-A888-1D3430D8061D}" type="pres">
      <dgm:prSet presAssocID="{34A56A80-DC39-4C85-8827-867C701A0D1A}" presName="parentLeftMargin" presStyleLbl="node1" presStyleIdx="0" presStyleCnt="2"/>
      <dgm:spPr/>
    </dgm:pt>
    <dgm:pt modelId="{4FBA477C-FCDC-444F-A94A-DF62AE36BE25}" type="pres">
      <dgm:prSet presAssocID="{34A56A80-DC39-4C85-8827-867C701A0D1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23B9C89-8197-49EC-9243-7DB9FD9E92F0}" type="pres">
      <dgm:prSet presAssocID="{34A56A80-DC39-4C85-8827-867C701A0D1A}" presName="negativeSpace" presStyleCnt="0"/>
      <dgm:spPr/>
    </dgm:pt>
    <dgm:pt modelId="{6E8731C1-F517-4C11-8945-6C177710C240}" type="pres">
      <dgm:prSet presAssocID="{34A56A80-DC39-4C85-8827-867C701A0D1A}" presName="childText" presStyleLbl="conFgAcc1" presStyleIdx="0" presStyleCnt="2">
        <dgm:presLayoutVars>
          <dgm:bulletEnabled val="1"/>
        </dgm:presLayoutVars>
      </dgm:prSet>
      <dgm:spPr/>
    </dgm:pt>
    <dgm:pt modelId="{48C97E4C-065D-4571-A698-90A276586477}" type="pres">
      <dgm:prSet presAssocID="{347C225E-F501-42DC-BD92-02AB563309F3}" presName="spaceBetweenRectangles" presStyleCnt="0"/>
      <dgm:spPr/>
    </dgm:pt>
    <dgm:pt modelId="{AD11EBA6-86F4-4BEF-A3D8-3932D815B784}" type="pres">
      <dgm:prSet presAssocID="{42FEA228-59B6-408B-A08C-829C541E1F55}" presName="parentLin" presStyleCnt="0"/>
      <dgm:spPr/>
    </dgm:pt>
    <dgm:pt modelId="{33C9F5B3-4594-40F3-8A7D-3A011EF45E79}" type="pres">
      <dgm:prSet presAssocID="{42FEA228-59B6-408B-A08C-829C541E1F55}" presName="parentLeftMargin" presStyleLbl="node1" presStyleIdx="0" presStyleCnt="2"/>
      <dgm:spPr/>
    </dgm:pt>
    <dgm:pt modelId="{16D6FBE0-2099-476C-9AF6-4AA96EDA971F}" type="pres">
      <dgm:prSet presAssocID="{42FEA228-59B6-408B-A08C-829C541E1F5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FEDADCAF-170B-4BB1-9B68-A301A4C4C8AE}" type="pres">
      <dgm:prSet presAssocID="{42FEA228-59B6-408B-A08C-829C541E1F55}" presName="negativeSpace" presStyleCnt="0"/>
      <dgm:spPr/>
    </dgm:pt>
    <dgm:pt modelId="{3157AEDB-EDE7-4B89-858D-33665269304C}" type="pres">
      <dgm:prSet presAssocID="{42FEA228-59B6-408B-A08C-829C541E1F55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D92CCD13-29D1-4E5C-8464-ED1BA0018ED5}" srcId="{603A7F5F-0165-4455-ADFE-0E9B2E1940B3}" destId="{D7A70146-8FCC-4E5A-AF67-F49F3809B082}" srcOrd="1" destOrd="0" parTransId="{89FD7E65-7458-4029-B6F5-FFAF192EEADF}" sibTransId="{E7872A83-0306-46E1-A9E9-3081BAA8719F}"/>
    <dgm:cxn modelId="{6F072B1B-1DC1-42FF-8A5F-FD3F67EA444E}" type="presOf" srcId="{68CEDF72-CA6A-44C4-B6F5-1FBB97F8F8E5}" destId="{6E8731C1-F517-4C11-8945-6C177710C240}" srcOrd="0" destOrd="3" presId="urn:microsoft.com/office/officeart/2005/8/layout/list1"/>
    <dgm:cxn modelId="{6EBB9921-D2E3-4A70-88B2-ECDBFB647D15}" type="presOf" srcId="{603A7F5F-0165-4455-ADFE-0E9B2E1940B3}" destId="{6E8731C1-F517-4C11-8945-6C177710C240}" srcOrd="0" destOrd="2" presId="urn:microsoft.com/office/officeart/2005/8/layout/list1"/>
    <dgm:cxn modelId="{4597EE22-B8DF-43BE-9B0A-C36B499E7330}" srcId="{34A56A80-DC39-4C85-8827-867C701A0D1A}" destId="{E5078032-EA95-4592-A3DC-26A9455CD581}" srcOrd="1" destOrd="0" parTransId="{01696235-F991-4482-A16E-1AB734960F62}" sibTransId="{CFAF507A-FDB6-42E6-9347-06C5368978CF}"/>
    <dgm:cxn modelId="{323CD635-6B26-4522-9C8A-896630C026D0}" type="presOf" srcId="{42FEA228-59B6-408B-A08C-829C541E1F55}" destId="{33C9F5B3-4594-40F3-8A7D-3A011EF45E79}" srcOrd="0" destOrd="0" presId="urn:microsoft.com/office/officeart/2005/8/layout/list1"/>
    <dgm:cxn modelId="{43E9533B-A315-4BB6-9F8C-DF4F022CDD3D}" srcId="{42FEA228-59B6-408B-A08C-829C541E1F55}" destId="{68ECDB2C-D305-450B-BDD8-8C9D62F4E952}" srcOrd="0" destOrd="0" parTransId="{8A83EFDB-EC3E-4965-A805-05D4C3DF0A95}" sibTransId="{3320777A-FA5F-4F9F-8485-F1FFD74BEBCC}"/>
    <dgm:cxn modelId="{6185F764-94C5-4963-A117-11206A16E6FE}" type="presOf" srcId="{CC860F1E-AE90-4DE8-977E-ED5D124F3A3C}" destId="{6E8731C1-F517-4C11-8945-6C177710C240}" srcOrd="0" destOrd="0" presId="urn:microsoft.com/office/officeart/2005/8/layout/list1"/>
    <dgm:cxn modelId="{008A3955-2ED3-44F2-9FA3-C432A85BA568}" srcId="{603A7F5F-0165-4455-ADFE-0E9B2E1940B3}" destId="{68CEDF72-CA6A-44C4-B6F5-1FBB97F8F8E5}" srcOrd="0" destOrd="0" parTransId="{81F37FA5-BBD2-4CAC-9C57-5D241A0EE258}" sibTransId="{F11E61C7-7152-45AF-A0EC-EB4C305D5C33}"/>
    <dgm:cxn modelId="{F640987E-BB4D-4FDB-AAFC-6C66E8883A19}" srcId="{34A56A80-DC39-4C85-8827-867C701A0D1A}" destId="{CC860F1E-AE90-4DE8-977E-ED5D124F3A3C}" srcOrd="0" destOrd="0" parTransId="{DA4DA3CC-BA98-452B-B406-E30701931D46}" sibTransId="{4AF7C82E-1DEC-4263-85BA-D4E0A526D2EF}"/>
    <dgm:cxn modelId="{82CDC987-A6CB-4281-88D0-75A47DA5199C}" type="presOf" srcId="{42FEA228-59B6-408B-A08C-829C541E1F55}" destId="{16D6FBE0-2099-476C-9AF6-4AA96EDA971F}" srcOrd="1" destOrd="0" presId="urn:microsoft.com/office/officeart/2005/8/layout/list1"/>
    <dgm:cxn modelId="{CDF8878D-CB22-443F-8244-33BBC5FECC97}" type="presOf" srcId="{68ECDB2C-D305-450B-BDD8-8C9D62F4E952}" destId="{3157AEDB-EDE7-4B89-858D-33665269304C}" srcOrd="0" destOrd="0" presId="urn:microsoft.com/office/officeart/2005/8/layout/list1"/>
    <dgm:cxn modelId="{46E7D58D-87FE-46FE-BFAE-AE20EAEF3CB0}" srcId="{8B9477A2-E77D-4185-B521-C1C2387BACAC}" destId="{34A56A80-DC39-4C85-8827-867C701A0D1A}" srcOrd="0" destOrd="0" parTransId="{EDEDB242-7653-4370-AB0F-38D53B23579F}" sibTransId="{347C225E-F501-42DC-BD92-02AB563309F3}"/>
    <dgm:cxn modelId="{5416FA94-8D3E-4427-990F-75AC7D47B3BC}" type="presOf" srcId="{34A56A80-DC39-4C85-8827-867C701A0D1A}" destId="{4FBA477C-FCDC-444F-A94A-DF62AE36BE25}" srcOrd="1" destOrd="0" presId="urn:microsoft.com/office/officeart/2005/8/layout/list1"/>
    <dgm:cxn modelId="{60E100AB-0FDA-47AE-B0E9-9D338331BF3C}" type="presOf" srcId="{D7A70146-8FCC-4E5A-AF67-F49F3809B082}" destId="{6E8731C1-F517-4C11-8945-6C177710C240}" srcOrd="0" destOrd="4" presId="urn:microsoft.com/office/officeart/2005/8/layout/list1"/>
    <dgm:cxn modelId="{75A027B6-DE82-45E9-80D4-05B9AB481454}" type="presOf" srcId="{E5078032-EA95-4592-A3DC-26A9455CD581}" destId="{6E8731C1-F517-4C11-8945-6C177710C240}" srcOrd="0" destOrd="1" presId="urn:microsoft.com/office/officeart/2005/8/layout/list1"/>
    <dgm:cxn modelId="{BABA4AC1-E256-44B2-94AD-CE158CBA7C92}" type="presOf" srcId="{8B9477A2-E77D-4185-B521-C1C2387BACAC}" destId="{60FB5835-8684-40AC-BC06-8CAF0BB019D1}" srcOrd="0" destOrd="0" presId="urn:microsoft.com/office/officeart/2005/8/layout/list1"/>
    <dgm:cxn modelId="{E6F16DCA-AD11-4769-B06C-F49C68066575}" srcId="{34A56A80-DC39-4C85-8827-867C701A0D1A}" destId="{603A7F5F-0165-4455-ADFE-0E9B2E1940B3}" srcOrd="2" destOrd="0" parTransId="{1E16033B-9A54-4ED9-81AF-AF503B5E23D1}" sibTransId="{1E06FAAC-00AF-4954-8B2D-FA4974DE7424}"/>
    <dgm:cxn modelId="{5F0F57E5-7527-4265-BC3A-3E4912FD70D0}" type="presOf" srcId="{34A56A80-DC39-4C85-8827-867C701A0D1A}" destId="{25419DE7-EE7C-4B17-A888-1D3430D8061D}" srcOrd="0" destOrd="0" presId="urn:microsoft.com/office/officeart/2005/8/layout/list1"/>
    <dgm:cxn modelId="{43A385FE-B5BF-4A93-8C57-B7CC4146800D}" srcId="{8B9477A2-E77D-4185-B521-C1C2387BACAC}" destId="{42FEA228-59B6-408B-A08C-829C541E1F55}" srcOrd="1" destOrd="0" parTransId="{3DB21FAA-5AA6-444F-A403-A1F40A3ACF1F}" sibTransId="{F60B72FD-AD89-45D2-80DF-AF372D745EBC}"/>
    <dgm:cxn modelId="{2C79E9B3-F34C-46D6-801E-F7A9BF02E673}" type="presParOf" srcId="{60FB5835-8684-40AC-BC06-8CAF0BB019D1}" destId="{8C71E6D3-00E6-442F-9202-DCAE41E1E662}" srcOrd="0" destOrd="0" presId="urn:microsoft.com/office/officeart/2005/8/layout/list1"/>
    <dgm:cxn modelId="{225847E3-9626-46E5-AF18-A6F9AE99F53C}" type="presParOf" srcId="{8C71E6D3-00E6-442F-9202-DCAE41E1E662}" destId="{25419DE7-EE7C-4B17-A888-1D3430D8061D}" srcOrd="0" destOrd="0" presId="urn:microsoft.com/office/officeart/2005/8/layout/list1"/>
    <dgm:cxn modelId="{BCD5A5FB-F2D8-4EEC-AE43-ADC3BC72C2B2}" type="presParOf" srcId="{8C71E6D3-00E6-442F-9202-DCAE41E1E662}" destId="{4FBA477C-FCDC-444F-A94A-DF62AE36BE25}" srcOrd="1" destOrd="0" presId="urn:microsoft.com/office/officeart/2005/8/layout/list1"/>
    <dgm:cxn modelId="{90DD71A4-9526-43E5-901A-B9EBE8EF0FDD}" type="presParOf" srcId="{60FB5835-8684-40AC-BC06-8CAF0BB019D1}" destId="{023B9C89-8197-49EC-9243-7DB9FD9E92F0}" srcOrd="1" destOrd="0" presId="urn:microsoft.com/office/officeart/2005/8/layout/list1"/>
    <dgm:cxn modelId="{F5229FF1-9085-4AD5-829C-5DFD279637F3}" type="presParOf" srcId="{60FB5835-8684-40AC-BC06-8CAF0BB019D1}" destId="{6E8731C1-F517-4C11-8945-6C177710C240}" srcOrd="2" destOrd="0" presId="urn:microsoft.com/office/officeart/2005/8/layout/list1"/>
    <dgm:cxn modelId="{FC2A3722-E9C7-4D8F-A375-7277BCBF793F}" type="presParOf" srcId="{60FB5835-8684-40AC-BC06-8CAF0BB019D1}" destId="{48C97E4C-065D-4571-A698-90A276586477}" srcOrd="3" destOrd="0" presId="urn:microsoft.com/office/officeart/2005/8/layout/list1"/>
    <dgm:cxn modelId="{0827CD2C-6A2B-43EA-88D9-9FAE8411FFBC}" type="presParOf" srcId="{60FB5835-8684-40AC-BC06-8CAF0BB019D1}" destId="{AD11EBA6-86F4-4BEF-A3D8-3932D815B784}" srcOrd="4" destOrd="0" presId="urn:microsoft.com/office/officeart/2005/8/layout/list1"/>
    <dgm:cxn modelId="{A3304399-D3C9-42B1-8ECF-7EE5721B1331}" type="presParOf" srcId="{AD11EBA6-86F4-4BEF-A3D8-3932D815B784}" destId="{33C9F5B3-4594-40F3-8A7D-3A011EF45E79}" srcOrd="0" destOrd="0" presId="urn:microsoft.com/office/officeart/2005/8/layout/list1"/>
    <dgm:cxn modelId="{A1B9FB13-3DF7-484F-BA0C-8BBA6FE2F47D}" type="presParOf" srcId="{AD11EBA6-86F4-4BEF-A3D8-3932D815B784}" destId="{16D6FBE0-2099-476C-9AF6-4AA96EDA971F}" srcOrd="1" destOrd="0" presId="urn:microsoft.com/office/officeart/2005/8/layout/list1"/>
    <dgm:cxn modelId="{2538C5A1-B6BB-4C0A-AF8F-E0CC12234AAD}" type="presParOf" srcId="{60FB5835-8684-40AC-BC06-8CAF0BB019D1}" destId="{FEDADCAF-170B-4BB1-9B68-A301A4C4C8AE}" srcOrd="5" destOrd="0" presId="urn:microsoft.com/office/officeart/2005/8/layout/list1"/>
    <dgm:cxn modelId="{BF880FBF-B46B-4B5E-9B85-8F299D73B828}" type="presParOf" srcId="{60FB5835-8684-40AC-BC06-8CAF0BB019D1}" destId="{3157AEDB-EDE7-4B89-858D-33665269304C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C041AFDC-B8F5-4CC2-A014-302C19311178}" type="doc">
      <dgm:prSet loTypeId="urn:microsoft.com/office/officeart/2005/8/layout/cycle4" loCatId="relationship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1B57BE4E-B86A-44AD-9F00-2666D2ACFA5E}">
      <dgm:prSet phldrT="[文本]"/>
      <dgm:spPr/>
      <dgm:t>
        <a:bodyPr/>
        <a:lstStyle/>
        <a:p>
          <a:r>
            <a:rPr lang="en-US" altLang="zh-CN" dirty="0"/>
            <a:t>1</a:t>
          </a:r>
          <a:r>
            <a:rPr lang="en-US" altLang="zh-CN"/>
            <a:t>. 25</a:t>
          </a:r>
          <a:r>
            <a:rPr lang="zh-CN" altLang="en-US"/>
            <a:t>计算机应用</a:t>
          </a:r>
          <a:r>
            <a:rPr lang="en-US" altLang="zh-CN"/>
            <a:t>3-1</a:t>
          </a:r>
          <a:r>
            <a:rPr lang="zh-CN" altLang="en-US"/>
            <a:t>班</a:t>
          </a:r>
          <a:br>
            <a:rPr lang="en-US" altLang="zh-CN" dirty="0"/>
          </a:br>
          <a:r>
            <a:rPr lang="zh-CN" altLang="en-US" dirty="0"/>
            <a:t>存在</a:t>
          </a:r>
        </a:p>
      </dgm:t>
    </dgm:pt>
    <dgm:pt modelId="{5D7D1E60-87BE-414E-89C9-FE3FE9EC445D}" type="parTrans" cxnId="{E05F0AF3-B5F9-4347-91C5-DC0DB40B22DB}">
      <dgm:prSet/>
      <dgm:spPr/>
      <dgm:t>
        <a:bodyPr/>
        <a:lstStyle/>
        <a:p>
          <a:endParaRPr lang="zh-CN" altLang="en-US"/>
        </a:p>
      </dgm:t>
    </dgm:pt>
    <dgm:pt modelId="{91F97DBB-D29A-4FDA-BB1F-6B1957BB41B3}" type="sibTrans" cxnId="{E05F0AF3-B5F9-4347-91C5-DC0DB40B22DB}">
      <dgm:prSet/>
      <dgm:spPr/>
      <dgm:t>
        <a:bodyPr/>
        <a:lstStyle/>
        <a:p>
          <a:endParaRPr lang="zh-CN" altLang="en-US"/>
        </a:p>
      </dgm:t>
    </dgm:pt>
    <dgm:pt modelId="{4487321A-94BF-44FD-8868-1C322C5AD59B}">
      <dgm:prSet phldrT="[文本]"/>
      <dgm:spPr/>
      <dgm:t>
        <a:bodyPr/>
        <a:lstStyle/>
        <a:p>
          <a:r>
            <a:rPr lang="zh-CN" altLang="en-US"/>
            <a:t>添加学生成功</a:t>
          </a:r>
          <a:endParaRPr lang="zh-CN" altLang="en-US" dirty="0"/>
        </a:p>
      </dgm:t>
    </dgm:pt>
    <dgm:pt modelId="{5556C044-1A87-42B0-9443-C9A5105215FC}" type="parTrans" cxnId="{EE728383-95FE-4994-86C9-D24A1BB59E2C}">
      <dgm:prSet/>
      <dgm:spPr/>
      <dgm:t>
        <a:bodyPr/>
        <a:lstStyle/>
        <a:p>
          <a:endParaRPr lang="zh-CN" altLang="en-US"/>
        </a:p>
      </dgm:t>
    </dgm:pt>
    <dgm:pt modelId="{62CA19C5-7E31-43BF-8A20-BD6C4FBCFCCB}" type="sibTrans" cxnId="{EE728383-95FE-4994-86C9-D24A1BB59E2C}">
      <dgm:prSet/>
      <dgm:spPr/>
      <dgm:t>
        <a:bodyPr/>
        <a:lstStyle/>
        <a:p>
          <a:endParaRPr lang="zh-CN" altLang="en-US"/>
        </a:p>
      </dgm:t>
    </dgm:pt>
    <dgm:pt modelId="{1127AB2C-0105-46E2-9254-F638687020E7}">
      <dgm:prSet phldrT="[文本]"/>
      <dgm:spPr/>
      <dgm:t>
        <a:bodyPr/>
        <a:lstStyle/>
        <a:p>
          <a:r>
            <a:rPr lang="en-US" altLang="zh-CN" dirty="0"/>
            <a:t>2</a:t>
          </a:r>
          <a:r>
            <a:rPr lang="en-US" altLang="zh-CN"/>
            <a:t>. 25</a:t>
          </a:r>
          <a:r>
            <a:rPr lang="zh-CN" altLang="en-US"/>
            <a:t>计算机应用</a:t>
          </a:r>
          <a:r>
            <a:rPr lang="en-US" altLang="zh-CN"/>
            <a:t>3-1</a:t>
          </a:r>
          <a:r>
            <a:rPr lang="zh-CN" altLang="en-US"/>
            <a:t>班</a:t>
          </a:r>
          <a:br>
            <a:rPr lang="en-US" altLang="zh-CN" dirty="0"/>
          </a:br>
          <a:r>
            <a:rPr lang="zh-CN" altLang="en-US" dirty="0"/>
            <a:t>不存在</a:t>
          </a:r>
        </a:p>
      </dgm:t>
    </dgm:pt>
    <dgm:pt modelId="{FCF1855A-5D2D-4151-A5BA-3B74A0E764AB}" type="parTrans" cxnId="{647B935E-9252-4387-904C-8BF73C84C6E8}">
      <dgm:prSet/>
      <dgm:spPr/>
      <dgm:t>
        <a:bodyPr/>
        <a:lstStyle/>
        <a:p>
          <a:endParaRPr lang="zh-CN" altLang="en-US"/>
        </a:p>
      </dgm:t>
    </dgm:pt>
    <dgm:pt modelId="{1EDC9022-2AC0-4949-A495-159EB55B42FB}" type="sibTrans" cxnId="{647B935E-9252-4387-904C-8BF73C84C6E8}">
      <dgm:prSet/>
      <dgm:spPr/>
      <dgm:t>
        <a:bodyPr/>
        <a:lstStyle/>
        <a:p>
          <a:endParaRPr lang="zh-CN" altLang="en-US"/>
        </a:p>
      </dgm:t>
    </dgm:pt>
    <dgm:pt modelId="{EF94655F-2084-41A4-ACE6-32D6F2C1229D}">
      <dgm:prSet phldrT="[文本]"/>
      <dgm:spPr/>
      <dgm:t>
        <a:bodyPr/>
        <a:lstStyle/>
        <a:p>
          <a:r>
            <a:rPr lang="zh-CN" altLang="en-US"/>
            <a:t>添加学生失败</a:t>
          </a:r>
          <a:endParaRPr lang="zh-CN" altLang="en-US" dirty="0"/>
        </a:p>
      </dgm:t>
    </dgm:pt>
    <dgm:pt modelId="{A0AA238F-733D-492B-9B9A-005B20BDC1BB}" type="parTrans" cxnId="{BC53A182-B8C0-44A4-9571-C390EBC30EB5}">
      <dgm:prSet/>
      <dgm:spPr/>
      <dgm:t>
        <a:bodyPr/>
        <a:lstStyle/>
        <a:p>
          <a:endParaRPr lang="zh-CN" altLang="en-US"/>
        </a:p>
      </dgm:t>
    </dgm:pt>
    <dgm:pt modelId="{12462033-9F15-4282-8B0B-86CE259BCEA7}" type="sibTrans" cxnId="{BC53A182-B8C0-44A4-9571-C390EBC30EB5}">
      <dgm:prSet/>
      <dgm:spPr/>
      <dgm:t>
        <a:bodyPr/>
        <a:lstStyle/>
        <a:p>
          <a:endParaRPr lang="zh-CN" altLang="en-US"/>
        </a:p>
      </dgm:t>
    </dgm:pt>
    <dgm:pt modelId="{F7969B56-FF25-4012-98E2-3775B2E731F9}">
      <dgm:prSet phldrT="[文本]"/>
      <dgm:spPr/>
      <dgm:t>
        <a:bodyPr/>
        <a:lstStyle/>
        <a:p>
          <a:r>
            <a:rPr lang="en-US" altLang="zh-CN" dirty="0"/>
            <a:t>3</a:t>
          </a:r>
          <a:r>
            <a:rPr lang="en-US" altLang="zh-CN"/>
            <a:t>. </a:t>
          </a:r>
          <a:r>
            <a:rPr lang="zh-CN" altLang="en-US"/>
            <a:t>修改</a:t>
          </a:r>
          <a:r>
            <a:rPr lang="en-US" altLang="zh-CN"/>
            <a:t>25</a:t>
          </a:r>
          <a:r>
            <a:rPr lang="zh-CN" altLang="en-US"/>
            <a:t>计算机应用</a:t>
          </a:r>
          <a:r>
            <a:rPr lang="en-US" altLang="zh-CN"/>
            <a:t>3-1</a:t>
          </a:r>
          <a:r>
            <a:rPr lang="zh-CN" altLang="en-US"/>
            <a:t>班的自动编号</a:t>
          </a:r>
          <a:endParaRPr lang="zh-CN" altLang="en-US" dirty="0"/>
        </a:p>
      </dgm:t>
    </dgm:pt>
    <dgm:pt modelId="{A378D660-A30D-4E53-B725-65D235D96ACE}" type="parTrans" cxnId="{0C79F895-CFDD-491E-A561-BE8F86BAA4D7}">
      <dgm:prSet/>
      <dgm:spPr/>
      <dgm:t>
        <a:bodyPr/>
        <a:lstStyle/>
        <a:p>
          <a:endParaRPr lang="zh-CN" altLang="en-US"/>
        </a:p>
      </dgm:t>
    </dgm:pt>
    <dgm:pt modelId="{81CB5EE4-0213-4CF9-B207-2484AA365295}" type="sibTrans" cxnId="{0C79F895-CFDD-491E-A561-BE8F86BAA4D7}">
      <dgm:prSet/>
      <dgm:spPr/>
      <dgm:t>
        <a:bodyPr/>
        <a:lstStyle/>
        <a:p>
          <a:endParaRPr lang="zh-CN" altLang="en-US"/>
        </a:p>
      </dgm:t>
    </dgm:pt>
    <dgm:pt modelId="{79769876-BEFB-42BB-970B-B44480823A0B}">
      <dgm:prSet phldrT="[文本]"/>
      <dgm:spPr/>
      <dgm:t>
        <a:bodyPr/>
        <a:lstStyle/>
        <a:p>
          <a:r>
            <a:rPr lang="zh-CN" altLang="en-US"/>
            <a:t>其班所有学生的</a:t>
          </a:r>
          <a:r>
            <a:rPr lang="en-US" altLang="zh-CN"/>
            <a:t>stu_class</a:t>
          </a:r>
          <a:r>
            <a:rPr lang="zh-CN" altLang="en-US"/>
            <a:t>字段跟着一起被修改</a:t>
          </a:r>
          <a:endParaRPr lang="zh-CN" altLang="en-US" dirty="0"/>
        </a:p>
      </dgm:t>
    </dgm:pt>
    <dgm:pt modelId="{437B634F-80BA-4807-BA00-A72C22D20AFA}" type="parTrans" cxnId="{951F7C30-A0E5-4811-B6FB-0D673C452D35}">
      <dgm:prSet/>
      <dgm:spPr/>
      <dgm:t>
        <a:bodyPr/>
        <a:lstStyle/>
        <a:p>
          <a:endParaRPr lang="zh-CN" altLang="en-US"/>
        </a:p>
      </dgm:t>
    </dgm:pt>
    <dgm:pt modelId="{AC6A6581-97C5-4040-B1A4-A3004F3ED965}" type="sibTrans" cxnId="{951F7C30-A0E5-4811-B6FB-0D673C452D35}">
      <dgm:prSet/>
      <dgm:spPr/>
      <dgm:t>
        <a:bodyPr/>
        <a:lstStyle/>
        <a:p>
          <a:endParaRPr lang="zh-CN" altLang="en-US"/>
        </a:p>
      </dgm:t>
    </dgm:pt>
    <dgm:pt modelId="{FD03C3FF-C89D-4292-85DA-E4874CC22932}">
      <dgm:prSet phldrT="[文本]"/>
      <dgm:spPr/>
      <dgm:t>
        <a:bodyPr/>
        <a:lstStyle/>
        <a:p>
          <a:r>
            <a:rPr lang="en-US" altLang="zh-CN" dirty="0"/>
            <a:t>4</a:t>
          </a:r>
          <a:r>
            <a:rPr lang="en-US" altLang="zh-CN"/>
            <a:t>. </a:t>
          </a:r>
          <a:r>
            <a:rPr lang="zh-CN" altLang="en-US"/>
            <a:t>删除</a:t>
          </a:r>
          <a:r>
            <a:rPr lang="en-US" altLang="zh-CN"/>
            <a:t>25</a:t>
          </a:r>
          <a:r>
            <a:rPr lang="zh-CN" altLang="en-US"/>
            <a:t>计算机应用</a:t>
          </a:r>
          <a:r>
            <a:rPr lang="en-US" altLang="zh-CN"/>
            <a:t>3-1</a:t>
          </a:r>
          <a:r>
            <a:rPr lang="zh-CN" altLang="en-US"/>
            <a:t>班</a:t>
          </a:r>
          <a:endParaRPr lang="zh-CN" altLang="en-US" dirty="0"/>
        </a:p>
      </dgm:t>
    </dgm:pt>
    <dgm:pt modelId="{09B3285A-935C-44E9-9DFE-B994D9335C84}" type="parTrans" cxnId="{576A6F3D-2921-4A85-A3FA-E316AF1CBB54}">
      <dgm:prSet/>
      <dgm:spPr/>
      <dgm:t>
        <a:bodyPr/>
        <a:lstStyle/>
        <a:p>
          <a:endParaRPr lang="zh-CN" altLang="en-US"/>
        </a:p>
      </dgm:t>
    </dgm:pt>
    <dgm:pt modelId="{E9ED4534-D599-44B2-B6CD-7233956ADECD}" type="sibTrans" cxnId="{576A6F3D-2921-4A85-A3FA-E316AF1CBB54}">
      <dgm:prSet/>
      <dgm:spPr/>
      <dgm:t>
        <a:bodyPr/>
        <a:lstStyle/>
        <a:p>
          <a:endParaRPr lang="zh-CN" altLang="en-US"/>
        </a:p>
      </dgm:t>
    </dgm:pt>
    <dgm:pt modelId="{936013EF-C057-44F3-9734-49C03DB78CEE}">
      <dgm:prSet phldrT="[文本]"/>
      <dgm:spPr/>
      <dgm:t>
        <a:bodyPr/>
        <a:lstStyle/>
        <a:p>
          <a:r>
            <a:rPr lang="zh-CN" altLang="en-US"/>
            <a:t>其班级所有学生也</a:t>
          </a:r>
          <a:r>
            <a:rPr lang="zh-CN" altLang="en-US" dirty="0"/>
            <a:t>可以一起被删除</a:t>
          </a:r>
        </a:p>
      </dgm:t>
    </dgm:pt>
    <dgm:pt modelId="{2A41A8ED-6060-4D40-A99E-D4D30AEC8276}" type="parTrans" cxnId="{FD8F3C5D-A38E-4555-96DA-5511DC2E0F31}">
      <dgm:prSet/>
      <dgm:spPr/>
      <dgm:t>
        <a:bodyPr/>
        <a:lstStyle/>
        <a:p>
          <a:endParaRPr lang="zh-CN" altLang="en-US"/>
        </a:p>
      </dgm:t>
    </dgm:pt>
    <dgm:pt modelId="{4FA410BE-DB32-424E-A073-1979149E702C}" type="sibTrans" cxnId="{FD8F3C5D-A38E-4555-96DA-5511DC2E0F31}">
      <dgm:prSet/>
      <dgm:spPr/>
      <dgm:t>
        <a:bodyPr/>
        <a:lstStyle/>
        <a:p>
          <a:endParaRPr lang="zh-CN" altLang="en-US"/>
        </a:p>
      </dgm:t>
    </dgm:pt>
    <dgm:pt modelId="{A83B6E6C-2F3F-4C89-9556-8DE46F789537}" type="pres">
      <dgm:prSet presAssocID="{C041AFDC-B8F5-4CC2-A014-302C19311178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9C3D7329-870E-45B4-A704-B8CE5BEC6950}" type="pres">
      <dgm:prSet presAssocID="{C041AFDC-B8F5-4CC2-A014-302C19311178}" presName="children" presStyleCnt="0"/>
      <dgm:spPr/>
    </dgm:pt>
    <dgm:pt modelId="{E7ED7452-A811-4207-9336-0EBEF8C64883}" type="pres">
      <dgm:prSet presAssocID="{C041AFDC-B8F5-4CC2-A014-302C19311178}" presName="child1group" presStyleCnt="0"/>
      <dgm:spPr/>
    </dgm:pt>
    <dgm:pt modelId="{960C1F1F-05F0-4CD4-95B8-1B4D7F48BAB5}" type="pres">
      <dgm:prSet presAssocID="{C041AFDC-B8F5-4CC2-A014-302C19311178}" presName="child1" presStyleLbl="bgAcc1" presStyleIdx="0" presStyleCnt="4"/>
      <dgm:spPr/>
    </dgm:pt>
    <dgm:pt modelId="{92EAEBB9-A639-4664-BEC9-F754D2F31411}" type="pres">
      <dgm:prSet presAssocID="{C041AFDC-B8F5-4CC2-A014-302C19311178}" presName="child1Text" presStyleLbl="bgAcc1" presStyleIdx="0" presStyleCnt="4">
        <dgm:presLayoutVars>
          <dgm:bulletEnabled val="1"/>
        </dgm:presLayoutVars>
      </dgm:prSet>
      <dgm:spPr/>
    </dgm:pt>
    <dgm:pt modelId="{BE83B891-B198-4121-9DB9-765B1E789A65}" type="pres">
      <dgm:prSet presAssocID="{C041AFDC-B8F5-4CC2-A014-302C19311178}" presName="child2group" presStyleCnt="0"/>
      <dgm:spPr/>
    </dgm:pt>
    <dgm:pt modelId="{1723BE2F-6594-48D9-B078-D327F5295386}" type="pres">
      <dgm:prSet presAssocID="{C041AFDC-B8F5-4CC2-A014-302C19311178}" presName="child2" presStyleLbl="bgAcc1" presStyleIdx="1" presStyleCnt="4"/>
      <dgm:spPr/>
    </dgm:pt>
    <dgm:pt modelId="{CE2AC2D4-8AA5-428A-A9C4-D3C746742FF9}" type="pres">
      <dgm:prSet presAssocID="{C041AFDC-B8F5-4CC2-A014-302C19311178}" presName="child2Text" presStyleLbl="bgAcc1" presStyleIdx="1" presStyleCnt="4">
        <dgm:presLayoutVars>
          <dgm:bulletEnabled val="1"/>
        </dgm:presLayoutVars>
      </dgm:prSet>
      <dgm:spPr/>
    </dgm:pt>
    <dgm:pt modelId="{D84584EC-6CF1-445F-AD58-C8A8D6EB408D}" type="pres">
      <dgm:prSet presAssocID="{C041AFDC-B8F5-4CC2-A014-302C19311178}" presName="child3group" presStyleCnt="0"/>
      <dgm:spPr/>
    </dgm:pt>
    <dgm:pt modelId="{78F0F18F-959F-4D1A-9A9E-C222219B3BA0}" type="pres">
      <dgm:prSet presAssocID="{C041AFDC-B8F5-4CC2-A014-302C19311178}" presName="child3" presStyleLbl="bgAcc1" presStyleIdx="2" presStyleCnt="4"/>
      <dgm:spPr/>
    </dgm:pt>
    <dgm:pt modelId="{5A4E7E4E-2A7E-4C40-B978-5BA1C054DD5B}" type="pres">
      <dgm:prSet presAssocID="{C041AFDC-B8F5-4CC2-A014-302C19311178}" presName="child3Text" presStyleLbl="bgAcc1" presStyleIdx="2" presStyleCnt="4">
        <dgm:presLayoutVars>
          <dgm:bulletEnabled val="1"/>
        </dgm:presLayoutVars>
      </dgm:prSet>
      <dgm:spPr/>
    </dgm:pt>
    <dgm:pt modelId="{2F6E403C-1CFD-415A-8E31-0850BB9CC204}" type="pres">
      <dgm:prSet presAssocID="{C041AFDC-B8F5-4CC2-A014-302C19311178}" presName="child4group" presStyleCnt="0"/>
      <dgm:spPr/>
    </dgm:pt>
    <dgm:pt modelId="{73329DC9-6A2F-4892-B645-2F51CEEEF0EB}" type="pres">
      <dgm:prSet presAssocID="{C041AFDC-B8F5-4CC2-A014-302C19311178}" presName="child4" presStyleLbl="bgAcc1" presStyleIdx="3" presStyleCnt="4"/>
      <dgm:spPr/>
    </dgm:pt>
    <dgm:pt modelId="{68F90EBB-27C3-4D96-B5EF-ADAA014DBB7B}" type="pres">
      <dgm:prSet presAssocID="{C041AFDC-B8F5-4CC2-A014-302C19311178}" presName="child4Text" presStyleLbl="bgAcc1" presStyleIdx="3" presStyleCnt="4">
        <dgm:presLayoutVars>
          <dgm:bulletEnabled val="1"/>
        </dgm:presLayoutVars>
      </dgm:prSet>
      <dgm:spPr/>
    </dgm:pt>
    <dgm:pt modelId="{6EFCA265-8D1F-481D-8908-BED4CC6C93C2}" type="pres">
      <dgm:prSet presAssocID="{C041AFDC-B8F5-4CC2-A014-302C19311178}" presName="childPlaceholder" presStyleCnt="0"/>
      <dgm:spPr/>
    </dgm:pt>
    <dgm:pt modelId="{96CE5A6F-AAA1-43E3-8A67-06C69435FD31}" type="pres">
      <dgm:prSet presAssocID="{C041AFDC-B8F5-4CC2-A014-302C19311178}" presName="circle" presStyleCnt="0"/>
      <dgm:spPr/>
    </dgm:pt>
    <dgm:pt modelId="{5ABE862B-5DD8-4C75-855A-B4821A63731D}" type="pres">
      <dgm:prSet presAssocID="{C041AFDC-B8F5-4CC2-A014-302C19311178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F59D82D1-37FA-459F-9B39-350E257B0994}" type="pres">
      <dgm:prSet presAssocID="{C041AFDC-B8F5-4CC2-A014-302C19311178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A2EE624B-6420-4120-9CE6-084D45A9475C}" type="pres">
      <dgm:prSet presAssocID="{C041AFDC-B8F5-4CC2-A014-302C19311178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ACE821B0-A402-4E93-B1B8-F7B68B9CFD5C}" type="pres">
      <dgm:prSet presAssocID="{C041AFDC-B8F5-4CC2-A014-302C19311178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0E4DFD96-B602-45B0-A793-0F8BAE166FAA}" type="pres">
      <dgm:prSet presAssocID="{C041AFDC-B8F5-4CC2-A014-302C19311178}" presName="quadrantPlaceholder" presStyleCnt="0"/>
      <dgm:spPr/>
    </dgm:pt>
    <dgm:pt modelId="{DF2229BD-FB30-48E8-9E76-75FB0BAB585E}" type="pres">
      <dgm:prSet presAssocID="{C041AFDC-B8F5-4CC2-A014-302C19311178}" presName="center1" presStyleLbl="fgShp" presStyleIdx="0" presStyleCnt="2"/>
      <dgm:spPr/>
    </dgm:pt>
    <dgm:pt modelId="{BC51890D-EA3A-4BCD-93E0-7DF5B4F3D5AD}" type="pres">
      <dgm:prSet presAssocID="{C041AFDC-B8F5-4CC2-A014-302C19311178}" presName="center2" presStyleLbl="fgShp" presStyleIdx="1" presStyleCnt="2"/>
      <dgm:spPr/>
    </dgm:pt>
  </dgm:ptLst>
  <dgm:cxnLst>
    <dgm:cxn modelId="{43A0B408-27DF-4F02-87D2-EA2F5919FAEE}" type="presOf" srcId="{936013EF-C057-44F3-9734-49C03DB78CEE}" destId="{73329DC9-6A2F-4892-B645-2F51CEEEF0EB}" srcOrd="0" destOrd="0" presId="urn:microsoft.com/office/officeart/2005/8/layout/cycle4"/>
    <dgm:cxn modelId="{48F58717-8FF4-4550-A9E3-7F4C4EEF5560}" type="presOf" srcId="{C041AFDC-B8F5-4CC2-A014-302C19311178}" destId="{A83B6E6C-2F3F-4C89-9556-8DE46F789537}" srcOrd="0" destOrd="0" presId="urn:microsoft.com/office/officeart/2005/8/layout/cycle4"/>
    <dgm:cxn modelId="{951F7C30-A0E5-4811-B6FB-0D673C452D35}" srcId="{F7969B56-FF25-4012-98E2-3775B2E731F9}" destId="{79769876-BEFB-42BB-970B-B44480823A0B}" srcOrd="0" destOrd="0" parTransId="{437B634F-80BA-4807-BA00-A72C22D20AFA}" sibTransId="{AC6A6581-97C5-4040-B1A4-A3004F3ED965}"/>
    <dgm:cxn modelId="{D5E1AE3B-1513-4F20-AD8C-8EF3E3E17CAA}" type="presOf" srcId="{1B57BE4E-B86A-44AD-9F00-2666D2ACFA5E}" destId="{5ABE862B-5DD8-4C75-855A-B4821A63731D}" srcOrd="0" destOrd="0" presId="urn:microsoft.com/office/officeart/2005/8/layout/cycle4"/>
    <dgm:cxn modelId="{576A6F3D-2921-4A85-A3FA-E316AF1CBB54}" srcId="{C041AFDC-B8F5-4CC2-A014-302C19311178}" destId="{FD03C3FF-C89D-4292-85DA-E4874CC22932}" srcOrd="3" destOrd="0" parTransId="{09B3285A-935C-44E9-9DFE-B994D9335C84}" sibTransId="{E9ED4534-D599-44B2-B6CD-7233956ADECD}"/>
    <dgm:cxn modelId="{FD8F3C5D-A38E-4555-96DA-5511DC2E0F31}" srcId="{FD03C3FF-C89D-4292-85DA-E4874CC22932}" destId="{936013EF-C057-44F3-9734-49C03DB78CEE}" srcOrd="0" destOrd="0" parTransId="{2A41A8ED-6060-4D40-A99E-D4D30AEC8276}" sibTransId="{4FA410BE-DB32-424E-A073-1979149E702C}"/>
    <dgm:cxn modelId="{11E63A5E-82AE-4D67-8395-41075F4884FA}" type="presOf" srcId="{4487321A-94BF-44FD-8868-1C322C5AD59B}" destId="{960C1F1F-05F0-4CD4-95B8-1B4D7F48BAB5}" srcOrd="0" destOrd="0" presId="urn:microsoft.com/office/officeart/2005/8/layout/cycle4"/>
    <dgm:cxn modelId="{647B935E-9252-4387-904C-8BF73C84C6E8}" srcId="{C041AFDC-B8F5-4CC2-A014-302C19311178}" destId="{1127AB2C-0105-46E2-9254-F638687020E7}" srcOrd="1" destOrd="0" parTransId="{FCF1855A-5D2D-4151-A5BA-3B74A0E764AB}" sibTransId="{1EDC9022-2AC0-4949-A495-159EB55B42FB}"/>
    <dgm:cxn modelId="{C0B79562-B988-44A9-BA5F-BC224C776A9C}" type="presOf" srcId="{4487321A-94BF-44FD-8868-1C322C5AD59B}" destId="{92EAEBB9-A639-4664-BEC9-F754D2F31411}" srcOrd="1" destOrd="0" presId="urn:microsoft.com/office/officeart/2005/8/layout/cycle4"/>
    <dgm:cxn modelId="{67B3E576-65F7-4094-A848-E740FEBE11FC}" type="presOf" srcId="{EF94655F-2084-41A4-ACE6-32D6F2C1229D}" destId="{1723BE2F-6594-48D9-B078-D327F5295386}" srcOrd="0" destOrd="0" presId="urn:microsoft.com/office/officeart/2005/8/layout/cycle4"/>
    <dgm:cxn modelId="{2467057B-04CA-4C9D-8132-50976BF05625}" type="presOf" srcId="{936013EF-C057-44F3-9734-49C03DB78CEE}" destId="{68F90EBB-27C3-4D96-B5EF-ADAA014DBB7B}" srcOrd="1" destOrd="0" presId="urn:microsoft.com/office/officeart/2005/8/layout/cycle4"/>
    <dgm:cxn modelId="{E0F1E97C-176B-42EF-A230-3B80EEB1812E}" type="presOf" srcId="{79769876-BEFB-42BB-970B-B44480823A0B}" destId="{5A4E7E4E-2A7E-4C40-B978-5BA1C054DD5B}" srcOrd="1" destOrd="0" presId="urn:microsoft.com/office/officeart/2005/8/layout/cycle4"/>
    <dgm:cxn modelId="{BC53A182-B8C0-44A4-9571-C390EBC30EB5}" srcId="{1127AB2C-0105-46E2-9254-F638687020E7}" destId="{EF94655F-2084-41A4-ACE6-32D6F2C1229D}" srcOrd="0" destOrd="0" parTransId="{A0AA238F-733D-492B-9B9A-005B20BDC1BB}" sibTransId="{12462033-9F15-4282-8B0B-86CE259BCEA7}"/>
    <dgm:cxn modelId="{EE728383-95FE-4994-86C9-D24A1BB59E2C}" srcId="{1B57BE4E-B86A-44AD-9F00-2666D2ACFA5E}" destId="{4487321A-94BF-44FD-8868-1C322C5AD59B}" srcOrd="0" destOrd="0" parTransId="{5556C044-1A87-42B0-9443-C9A5105215FC}" sibTransId="{62CA19C5-7E31-43BF-8A20-BD6C4FBCFCCB}"/>
    <dgm:cxn modelId="{1DCEAB8A-8F30-464F-B36E-7229F1B217D6}" type="presOf" srcId="{EF94655F-2084-41A4-ACE6-32D6F2C1229D}" destId="{CE2AC2D4-8AA5-428A-A9C4-D3C746742FF9}" srcOrd="1" destOrd="0" presId="urn:microsoft.com/office/officeart/2005/8/layout/cycle4"/>
    <dgm:cxn modelId="{DE78858C-F867-46A1-B1C7-0D0A5D395AEB}" type="presOf" srcId="{79769876-BEFB-42BB-970B-B44480823A0B}" destId="{78F0F18F-959F-4D1A-9A9E-C222219B3BA0}" srcOrd="0" destOrd="0" presId="urn:microsoft.com/office/officeart/2005/8/layout/cycle4"/>
    <dgm:cxn modelId="{0C79F895-CFDD-491E-A561-BE8F86BAA4D7}" srcId="{C041AFDC-B8F5-4CC2-A014-302C19311178}" destId="{F7969B56-FF25-4012-98E2-3775B2E731F9}" srcOrd="2" destOrd="0" parTransId="{A378D660-A30D-4E53-B725-65D235D96ACE}" sibTransId="{81CB5EE4-0213-4CF9-B207-2484AA365295}"/>
    <dgm:cxn modelId="{39357A9B-DBF3-4DDB-9CB6-E833E7AA13E9}" type="presOf" srcId="{1127AB2C-0105-46E2-9254-F638687020E7}" destId="{F59D82D1-37FA-459F-9B39-350E257B0994}" srcOrd="0" destOrd="0" presId="urn:microsoft.com/office/officeart/2005/8/layout/cycle4"/>
    <dgm:cxn modelId="{42460AC1-5EA6-4A54-9826-4382E17104B9}" type="presOf" srcId="{FD03C3FF-C89D-4292-85DA-E4874CC22932}" destId="{ACE821B0-A402-4E93-B1B8-F7B68B9CFD5C}" srcOrd="0" destOrd="0" presId="urn:microsoft.com/office/officeart/2005/8/layout/cycle4"/>
    <dgm:cxn modelId="{E05F0AF3-B5F9-4347-91C5-DC0DB40B22DB}" srcId="{C041AFDC-B8F5-4CC2-A014-302C19311178}" destId="{1B57BE4E-B86A-44AD-9F00-2666D2ACFA5E}" srcOrd="0" destOrd="0" parTransId="{5D7D1E60-87BE-414E-89C9-FE3FE9EC445D}" sibTransId="{91F97DBB-D29A-4FDA-BB1F-6B1957BB41B3}"/>
    <dgm:cxn modelId="{BDCCF5F4-9EA3-414C-9F9B-511CD3662015}" type="presOf" srcId="{F7969B56-FF25-4012-98E2-3775B2E731F9}" destId="{A2EE624B-6420-4120-9CE6-084D45A9475C}" srcOrd="0" destOrd="0" presId="urn:microsoft.com/office/officeart/2005/8/layout/cycle4"/>
    <dgm:cxn modelId="{E9C41F83-28DF-43EA-ADBB-C306863D9553}" type="presParOf" srcId="{A83B6E6C-2F3F-4C89-9556-8DE46F789537}" destId="{9C3D7329-870E-45B4-A704-B8CE5BEC6950}" srcOrd="0" destOrd="0" presId="urn:microsoft.com/office/officeart/2005/8/layout/cycle4"/>
    <dgm:cxn modelId="{B29F346E-08E5-42ED-B922-4449C9B141C2}" type="presParOf" srcId="{9C3D7329-870E-45B4-A704-B8CE5BEC6950}" destId="{E7ED7452-A811-4207-9336-0EBEF8C64883}" srcOrd="0" destOrd="0" presId="urn:microsoft.com/office/officeart/2005/8/layout/cycle4"/>
    <dgm:cxn modelId="{82FA21AF-31CC-451A-BAF1-877F362AA7FD}" type="presParOf" srcId="{E7ED7452-A811-4207-9336-0EBEF8C64883}" destId="{960C1F1F-05F0-4CD4-95B8-1B4D7F48BAB5}" srcOrd="0" destOrd="0" presId="urn:microsoft.com/office/officeart/2005/8/layout/cycle4"/>
    <dgm:cxn modelId="{347B1C8D-3CF4-4326-B0B7-EA1EC43D3AC2}" type="presParOf" srcId="{E7ED7452-A811-4207-9336-0EBEF8C64883}" destId="{92EAEBB9-A639-4664-BEC9-F754D2F31411}" srcOrd="1" destOrd="0" presId="urn:microsoft.com/office/officeart/2005/8/layout/cycle4"/>
    <dgm:cxn modelId="{50CAD9D4-1CE3-43DF-A0A9-D82F85D20A6D}" type="presParOf" srcId="{9C3D7329-870E-45B4-A704-B8CE5BEC6950}" destId="{BE83B891-B198-4121-9DB9-765B1E789A65}" srcOrd="1" destOrd="0" presId="urn:microsoft.com/office/officeart/2005/8/layout/cycle4"/>
    <dgm:cxn modelId="{E32E9492-8BE2-4CDD-A870-58AD319BB18F}" type="presParOf" srcId="{BE83B891-B198-4121-9DB9-765B1E789A65}" destId="{1723BE2F-6594-48D9-B078-D327F5295386}" srcOrd="0" destOrd="0" presId="urn:microsoft.com/office/officeart/2005/8/layout/cycle4"/>
    <dgm:cxn modelId="{02F795CA-C59B-4849-B428-54469FEBA161}" type="presParOf" srcId="{BE83B891-B198-4121-9DB9-765B1E789A65}" destId="{CE2AC2D4-8AA5-428A-A9C4-D3C746742FF9}" srcOrd="1" destOrd="0" presId="urn:microsoft.com/office/officeart/2005/8/layout/cycle4"/>
    <dgm:cxn modelId="{FFDA761B-0E3F-406C-9AEB-75044EF5A06F}" type="presParOf" srcId="{9C3D7329-870E-45B4-A704-B8CE5BEC6950}" destId="{D84584EC-6CF1-445F-AD58-C8A8D6EB408D}" srcOrd="2" destOrd="0" presId="urn:microsoft.com/office/officeart/2005/8/layout/cycle4"/>
    <dgm:cxn modelId="{44AD4FBC-CC3D-417E-A10B-B6FFA7D3DA4F}" type="presParOf" srcId="{D84584EC-6CF1-445F-AD58-C8A8D6EB408D}" destId="{78F0F18F-959F-4D1A-9A9E-C222219B3BA0}" srcOrd="0" destOrd="0" presId="urn:microsoft.com/office/officeart/2005/8/layout/cycle4"/>
    <dgm:cxn modelId="{B390AF7A-F248-4E3D-92B7-7D297305EC83}" type="presParOf" srcId="{D84584EC-6CF1-445F-AD58-C8A8D6EB408D}" destId="{5A4E7E4E-2A7E-4C40-B978-5BA1C054DD5B}" srcOrd="1" destOrd="0" presId="urn:microsoft.com/office/officeart/2005/8/layout/cycle4"/>
    <dgm:cxn modelId="{3BAD746D-9FCA-422D-A72F-58471512B000}" type="presParOf" srcId="{9C3D7329-870E-45B4-A704-B8CE5BEC6950}" destId="{2F6E403C-1CFD-415A-8E31-0850BB9CC204}" srcOrd="3" destOrd="0" presId="urn:microsoft.com/office/officeart/2005/8/layout/cycle4"/>
    <dgm:cxn modelId="{49705BB8-B937-421C-8BD8-FD42BD1653BB}" type="presParOf" srcId="{2F6E403C-1CFD-415A-8E31-0850BB9CC204}" destId="{73329DC9-6A2F-4892-B645-2F51CEEEF0EB}" srcOrd="0" destOrd="0" presId="urn:microsoft.com/office/officeart/2005/8/layout/cycle4"/>
    <dgm:cxn modelId="{FCF66820-C71F-4CA2-97B2-5B182BC22232}" type="presParOf" srcId="{2F6E403C-1CFD-415A-8E31-0850BB9CC204}" destId="{68F90EBB-27C3-4D96-B5EF-ADAA014DBB7B}" srcOrd="1" destOrd="0" presId="urn:microsoft.com/office/officeart/2005/8/layout/cycle4"/>
    <dgm:cxn modelId="{0E4E33BC-E55D-425A-8EDE-73802CE00254}" type="presParOf" srcId="{9C3D7329-870E-45B4-A704-B8CE5BEC6950}" destId="{6EFCA265-8D1F-481D-8908-BED4CC6C93C2}" srcOrd="4" destOrd="0" presId="urn:microsoft.com/office/officeart/2005/8/layout/cycle4"/>
    <dgm:cxn modelId="{914B2DF5-AE9B-4A01-9BDF-A6C8A0D0CA0C}" type="presParOf" srcId="{A83B6E6C-2F3F-4C89-9556-8DE46F789537}" destId="{96CE5A6F-AAA1-43E3-8A67-06C69435FD31}" srcOrd="1" destOrd="0" presId="urn:microsoft.com/office/officeart/2005/8/layout/cycle4"/>
    <dgm:cxn modelId="{6DF060E9-A6B6-4178-911B-AF6CA615B260}" type="presParOf" srcId="{96CE5A6F-AAA1-43E3-8A67-06C69435FD31}" destId="{5ABE862B-5DD8-4C75-855A-B4821A63731D}" srcOrd="0" destOrd="0" presId="urn:microsoft.com/office/officeart/2005/8/layout/cycle4"/>
    <dgm:cxn modelId="{8B9E1AB2-CA58-4C6A-A9A1-C89C437512E6}" type="presParOf" srcId="{96CE5A6F-AAA1-43E3-8A67-06C69435FD31}" destId="{F59D82D1-37FA-459F-9B39-350E257B0994}" srcOrd="1" destOrd="0" presId="urn:microsoft.com/office/officeart/2005/8/layout/cycle4"/>
    <dgm:cxn modelId="{B26FC857-37D2-455C-ACE3-33560CDD8B9C}" type="presParOf" srcId="{96CE5A6F-AAA1-43E3-8A67-06C69435FD31}" destId="{A2EE624B-6420-4120-9CE6-084D45A9475C}" srcOrd="2" destOrd="0" presId="urn:microsoft.com/office/officeart/2005/8/layout/cycle4"/>
    <dgm:cxn modelId="{BE977229-4C47-4E2D-AAB6-02C660401CB6}" type="presParOf" srcId="{96CE5A6F-AAA1-43E3-8A67-06C69435FD31}" destId="{ACE821B0-A402-4E93-B1B8-F7B68B9CFD5C}" srcOrd="3" destOrd="0" presId="urn:microsoft.com/office/officeart/2005/8/layout/cycle4"/>
    <dgm:cxn modelId="{4279EDC1-434A-4802-A553-A9BA3E1C5347}" type="presParOf" srcId="{96CE5A6F-AAA1-43E3-8A67-06C69435FD31}" destId="{0E4DFD96-B602-45B0-A793-0F8BAE166FAA}" srcOrd="4" destOrd="0" presId="urn:microsoft.com/office/officeart/2005/8/layout/cycle4"/>
    <dgm:cxn modelId="{65CD62D9-2A8C-4D55-AC7B-021954EFC1D9}" type="presParOf" srcId="{A83B6E6C-2F3F-4C89-9556-8DE46F789537}" destId="{DF2229BD-FB30-48E8-9E76-75FB0BAB585E}" srcOrd="2" destOrd="0" presId="urn:microsoft.com/office/officeart/2005/8/layout/cycle4"/>
    <dgm:cxn modelId="{6240C687-FC8A-4C83-B631-BB7C1911D02E}" type="presParOf" srcId="{A83B6E6C-2F3F-4C89-9556-8DE46F789537}" destId="{BC51890D-EA3A-4BCD-93E0-7DF5B4F3D5AD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495B3ACE-089E-454C-823A-457C9A091ED6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6D612935-4ECF-4EA3-BAAD-9FBC17570A32}">
      <dgm:prSet phldrT="[文本]"/>
      <dgm:spPr/>
      <dgm:t>
        <a:bodyPr/>
        <a:lstStyle/>
        <a:p>
          <a:r>
            <a:rPr lang="zh-CN" altLang="en-US"/>
            <a:t>父表和子表</a:t>
          </a:r>
        </a:p>
      </dgm:t>
    </dgm:pt>
    <dgm:pt modelId="{5F3B6C90-2375-4B87-99C5-082B69E2A077}" type="parTrans" cxnId="{33FD1D6F-3BA2-4F74-92B6-0EEB33A6BB5F}">
      <dgm:prSet/>
      <dgm:spPr/>
      <dgm:t>
        <a:bodyPr/>
        <a:lstStyle/>
        <a:p>
          <a:endParaRPr lang="zh-CN" altLang="en-US"/>
        </a:p>
      </dgm:t>
    </dgm:pt>
    <dgm:pt modelId="{362B4025-8633-4AAC-92AB-5B6E2C300771}" type="sibTrans" cxnId="{33FD1D6F-3BA2-4F74-92B6-0EEB33A6BB5F}">
      <dgm:prSet/>
      <dgm:spPr/>
      <dgm:t>
        <a:bodyPr/>
        <a:lstStyle/>
        <a:p>
          <a:endParaRPr lang="zh-CN" altLang="en-US"/>
        </a:p>
      </dgm:t>
    </dgm:pt>
    <dgm:pt modelId="{28A85FE1-83CD-4CCC-AE44-C6F2B89170BC}">
      <dgm:prSet phldrT="[文本]"/>
      <dgm:spPr/>
      <dgm:t>
        <a:bodyPr/>
        <a:lstStyle/>
        <a:p>
          <a:r>
            <a:rPr lang="zh-CN" altLang="en-US"/>
            <a:t>如何在子表定义外键约束</a:t>
          </a:r>
        </a:p>
      </dgm:t>
    </dgm:pt>
    <dgm:pt modelId="{4D7E03AD-CE99-4F86-8D6D-6512F879082B}" type="parTrans" cxnId="{2C2AA522-85B1-42C6-8D77-472C3DAAC5E7}">
      <dgm:prSet/>
      <dgm:spPr/>
      <dgm:t>
        <a:bodyPr/>
        <a:lstStyle/>
        <a:p>
          <a:endParaRPr lang="zh-CN" altLang="en-US"/>
        </a:p>
      </dgm:t>
    </dgm:pt>
    <dgm:pt modelId="{DB9B5158-6C6C-4E70-B0CB-840B6E6F2D8D}" type="sibTrans" cxnId="{2C2AA522-85B1-42C6-8D77-472C3DAAC5E7}">
      <dgm:prSet/>
      <dgm:spPr/>
      <dgm:t>
        <a:bodyPr/>
        <a:lstStyle/>
        <a:p>
          <a:endParaRPr lang="zh-CN" altLang="en-US"/>
        </a:p>
      </dgm:t>
    </dgm:pt>
    <dgm:pt modelId="{075E6029-A624-4218-9DBD-DC7CF7F583E8}">
      <dgm:prSet phldrT="[文本]"/>
      <dgm:spPr/>
      <dgm:t>
        <a:bodyPr/>
        <a:lstStyle/>
        <a:p>
          <a:r>
            <a:rPr lang="zh-CN" altLang="en-US"/>
            <a:t>参照动作（</a:t>
          </a:r>
          <a:r>
            <a:rPr lang="zh-CN" altLang="en-US">
              <a:solidFill>
                <a:srgbClr val="FF0000"/>
              </a:solidFill>
            </a:rPr>
            <a:t>建议</a:t>
          </a:r>
          <a:r>
            <a:rPr lang="zh-CN" altLang="en-US"/>
            <a:t>）</a:t>
          </a:r>
        </a:p>
      </dgm:t>
    </dgm:pt>
    <dgm:pt modelId="{8599729E-1401-4401-8093-78AF00BE18E9}" type="parTrans" cxnId="{B6898079-256C-4A56-83B4-BD39BD8908A2}">
      <dgm:prSet/>
      <dgm:spPr/>
      <dgm:t>
        <a:bodyPr/>
        <a:lstStyle/>
        <a:p>
          <a:endParaRPr lang="zh-CN" altLang="en-US"/>
        </a:p>
      </dgm:t>
    </dgm:pt>
    <dgm:pt modelId="{BDE2FB36-79E7-4A4A-BC28-1C73D7AF5582}" type="sibTrans" cxnId="{B6898079-256C-4A56-83B4-BD39BD8908A2}">
      <dgm:prSet/>
      <dgm:spPr/>
      <dgm:t>
        <a:bodyPr/>
        <a:lstStyle/>
        <a:p>
          <a:endParaRPr lang="zh-CN" altLang="en-US"/>
        </a:p>
      </dgm:t>
    </dgm:pt>
    <dgm:pt modelId="{336E4FFA-8749-430B-96F4-91E382E2A76C}">
      <dgm:prSet phldrT="[文本]"/>
      <dgm:spPr/>
      <dgm:t>
        <a:bodyPr/>
        <a:lstStyle/>
        <a:p>
          <a:r>
            <a:rPr lang="zh-CN" altLang="en-US"/>
            <a:t>父表：班级表</a:t>
          </a:r>
        </a:p>
      </dgm:t>
    </dgm:pt>
    <dgm:pt modelId="{E2225AE4-F338-48A7-BCC3-09CE450C07CA}" type="parTrans" cxnId="{1360B67E-39B7-4623-9C01-7AFE9F443A01}">
      <dgm:prSet/>
      <dgm:spPr/>
      <dgm:t>
        <a:bodyPr/>
        <a:lstStyle/>
        <a:p>
          <a:endParaRPr lang="zh-CN" altLang="en-US"/>
        </a:p>
      </dgm:t>
    </dgm:pt>
    <dgm:pt modelId="{AFD5D510-D6A6-4BA1-9A0B-2DEF1535FC8D}" type="sibTrans" cxnId="{1360B67E-39B7-4623-9C01-7AFE9F443A01}">
      <dgm:prSet/>
      <dgm:spPr/>
      <dgm:t>
        <a:bodyPr/>
        <a:lstStyle/>
        <a:p>
          <a:endParaRPr lang="zh-CN" altLang="en-US"/>
        </a:p>
      </dgm:t>
    </dgm:pt>
    <dgm:pt modelId="{020C1F25-0E2C-488A-8A16-D7C97C6D8845}">
      <dgm:prSet phldrT="[文本]"/>
      <dgm:spPr/>
      <dgm:t>
        <a:bodyPr/>
        <a:lstStyle/>
        <a:p>
          <a:r>
            <a:rPr lang="zh-CN" altLang="en-US"/>
            <a:t>子表：学生表（</a:t>
          </a:r>
          <a:r>
            <a:rPr lang="zh-CN" altLang="en-US">
              <a:solidFill>
                <a:srgbClr val="FF0000"/>
              </a:solidFill>
            </a:rPr>
            <a:t>外键约束的定义位置</a:t>
          </a:r>
          <a:r>
            <a:rPr lang="zh-CN" altLang="en-US"/>
            <a:t>）</a:t>
          </a:r>
        </a:p>
      </dgm:t>
    </dgm:pt>
    <dgm:pt modelId="{807ABF07-D104-46B7-A639-3B2B5AE10C3B}" type="parTrans" cxnId="{EBF929CD-0ABE-4C4F-831A-55C0A67320E1}">
      <dgm:prSet/>
      <dgm:spPr/>
      <dgm:t>
        <a:bodyPr/>
        <a:lstStyle/>
        <a:p>
          <a:endParaRPr lang="zh-CN" altLang="en-US"/>
        </a:p>
      </dgm:t>
    </dgm:pt>
    <dgm:pt modelId="{55C3995D-E514-42EE-A4DA-F086ACD36D4E}" type="sibTrans" cxnId="{EBF929CD-0ABE-4C4F-831A-55C0A67320E1}">
      <dgm:prSet/>
      <dgm:spPr/>
      <dgm:t>
        <a:bodyPr/>
        <a:lstStyle/>
        <a:p>
          <a:endParaRPr lang="zh-CN" altLang="en-US"/>
        </a:p>
      </dgm:t>
    </dgm:pt>
    <dgm:pt modelId="{601B04EE-1386-453D-97A5-79BE2C6B40A4}">
      <dgm:prSet phldrT="[文本]"/>
      <dgm:spPr/>
      <dgm:t>
        <a:bodyPr/>
        <a:lstStyle/>
        <a:p>
          <a:r>
            <a:rPr lang="zh-CN" altLang="en-US"/>
            <a:t>父表字段：必须是</a:t>
          </a:r>
          <a:r>
            <a:rPr lang="zh-CN" altLang="en-US">
              <a:solidFill>
                <a:srgbClr val="FF0000"/>
              </a:solidFill>
            </a:rPr>
            <a:t>主键或唯一索引</a:t>
          </a:r>
        </a:p>
      </dgm:t>
    </dgm:pt>
    <dgm:pt modelId="{A24C2D9D-F2E2-40A0-9848-E31535867B12}" type="parTrans" cxnId="{5C6483BE-59E2-4845-83BE-22E4D34906BC}">
      <dgm:prSet/>
      <dgm:spPr/>
      <dgm:t>
        <a:bodyPr/>
        <a:lstStyle/>
        <a:p>
          <a:endParaRPr lang="zh-CN" altLang="en-US"/>
        </a:p>
      </dgm:t>
    </dgm:pt>
    <dgm:pt modelId="{5F2BE4E2-C2FC-439D-BD15-C599D26017A0}" type="sibTrans" cxnId="{5C6483BE-59E2-4845-83BE-22E4D34906BC}">
      <dgm:prSet/>
      <dgm:spPr/>
      <dgm:t>
        <a:bodyPr/>
        <a:lstStyle/>
        <a:p>
          <a:endParaRPr lang="zh-CN" altLang="en-US"/>
        </a:p>
      </dgm:t>
    </dgm:pt>
    <dgm:pt modelId="{16BA43F4-29E5-4709-BF6E-E7B88098AB66}">
      <dgm:prSet phldrT="[文本]"/>
      <dgm:spPr/>
      <dgm:t>
        <a:bodyPr/>
        <a:lstStyle/>
        <a:p>
          <a:r>
            <a:rPr lang="zh-CN" altLang="en-US"/>
            <a:t>子表字段：跟父表字段必须</a:t>
          </a:r>
          <a:r>
            <a:rPr lang="zh-CN" altLang="en-US">
              <a:solidFill>
                <a:srgbClr val="FF0000"/>
              </a:solidFill>
            </a:rPr>
            <a:t>类型一致</a:t>
          </a:r>
        </a:p>
      </dgm:t>
    </dgm:pt>
    <dgm:pt modelId="{41B779DC-74F5-4E73-8AE3-5BC34215795D}" type="parTrans" cxnId="{54312908-3E18-4B1A-B81D-84698EC6E791}">
      <dgm:prSet/>
      <dgm:spPr/>
      <dgm:t>
        <a:bodyPr/>
        <a:lstStyle/>
        <a:p>
          <a:endParaRPr lang="zh-CN" altLang="en-US"/>
        </a:p>
      </dgm:t>
    </dgm:pt>
    <dgm:pt modelId="{86B7DE4B-4BA0-4B76-BA22-064C79770F3E}" type="sibTrans" cxnId="{54312908-3E18-4B1A-B81D-84698EC6E791}">
      <dgm:prSet/>
      <dgm:spPr/>
      <dgm:t>
        <a:bodyPr/>
        <a:lstStyle/>
        <a:p>
          <a:endParaRPr lang="zh-CN" altLang="en-US"/>
        </a:p>
      </dgm:t>
    </dgm:pt>
    <dgm:pt modelId="{964ABC50-EFDD-4462-9434-7A437E8588FE}">
      <dgm:prSet phldrT="[文本]"/>
      <dgm:spPr/>
      <dgm:t>
        <a:bodyPr/>
        <a:lstStyle/>
        <a:p>
          <a:r>
            <a:rPr lang="en-US" altLang="zh-CN"/>
            <a:t>on update cascade</a:t>
          </a:r>
          <a:endParaRPr lang="zh-CN" altLang="en-US"/>
        </a:p>
      </dgm:t>
    </dgm:pt>
    <dgm:pt modelId="{7DCCA183-4F33-40B8-A2E4-52EF45F88775}" type="parTrans" cxnId="{1F5D57BA-0436-44B4-8530-64F1C64BA27E}">
      <dgm:prSet/>
      <dgm:spPr/>
      <dgm:t>
        <a:bodyPr/>
        <a:lstStyle/>
        <a:p>
          <a:endParaRPr lang="zh-CN" altLang="en-US"/>
        </a:p>
      </dgm:t>
    </dgm:pt>
    <dgm:pt modelId="{3579DECA-4D5A-43A4-B698-F3F0FBFDE616}" type="sibTrans" cxnId="{1F5D57BA-0436-44B4-8530-64F1C64BA27E}">
      <dgm:prSet/>
      <dgm:spPr/>
      <dgm:t>
        <a:bodyPr/>
        <a:lstStyle/>
        <a:p>
          <a:endParaRPr lang="zh-CN" altLang="en-US"/>
        </a:p>
      </dgm:t>
    </dgm:pt>
    <dgm:pt modelId="{09D754BD-03A0-49AB-9297-55C55FB42571}" type="pres">
      <dgm:prSet presAssocID="{495B3ACE-089E-454C-823A-457C9A091ED6}" presName="linear" presStyleCnt="0">
        <dgm:presLayoutVars>
          <dgm:dir/>
          <dgm:animLvl val="lvl"/>
          <dgm:resizeHandles val="exact"/>
        </dgm:presLayoutVars>
      </dgm:prSet>
      <dgm:spPr/>
    </dgm:pt>
    <dgm:pt modelId="{7D2D34BF-A70C-43CA-8DA5-88B7EE562A5C}" type="pres">
      <dgm:prSet presAssocID="{6D612935-4ECF-4EA3-BAAD-9FBC17570A32}" presName="parentLin" presStyleCnt="0"/>
      <dgm:spPr/>
    </dgm:pt>
    <dgm:pt modelId="{2EB8FA24-1DF9-46ED-86EA-4A57906C3482}" type="pres">
      <dgm:prSet presAssocID="{6D612935-4ECF-4EA3-BAAD-9FBC17570A32}" presName="parentLeftMargin" presStyleLbl="node1" presStyleIdx="0" presStyleCnt="3"/>
      <dgm:spPr/>
    </dgm:pt>
    <dgm:pt modelId="{68A4745F-D23D-45BB-AA6A-9834B7E43FDB}" type="pres">
      <dgm:prSet presAssocID="{6D612935-4ECF-4EA3-BAAD-9FBC17570A3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6D8BF66-F1CE-4FD5-95A2-D4CF0D57523D}" type="pres">
      <dgm:prSet presAssocID="{6D612935-4ECF-4EA3-BAAD-9FBC17570A32}" presName="negativeSpace" presStyleCnt="0"/>
      <dgm:spPr/>
    </dgm:pt>
    <dgm:pt modelId="{EC897FFE-BF67-4681-AE55-D3C7316FF527}" type="pres">
      <dgm:prSet presAssocID="{6D612935-4ECF-4EA3-BAAD-9FBC17570A32}" presName="childText" presStyleLbl="conFgAcc1" presStyleIdx="0" presStyleCnt="3">
        <dgm:presLayoutVars>
          <dgm:bulletEnabled val="1"/>
        </dgm:presLayoutVars>
      </dgm:prSet>
      <dgm:spPr/>
    </dgm:pt>
    <dgm:pt modelId="{33F561CD-576B-49D6-BC2F-F18D33C8B96E}" type="pres">
      <dgm:prSet presAssocID="{362B4025-8633-4AAC-92AB-5B6E2C300771}" presName="spaceBetweenRectangles" presStyleCnt="0"/>
      <dgm:spPr/>
    </dgm:pt>
    <dgm:pt modelId="{971C9491-3B96-475F-9070-787705C5BE74}" type="pres">
      <dgm:prSet presAssocID="{28A85FE1-83CD-4CCC-AE44-C6F2B89170BC}" presName="parentLin" presStyleCnt="0"/>
      <dgm:spPr/>
    </dgm:pt>
    <dgm:pt modelId="{CFFA24EF-67DA-4D8C-8444-4469520B6E76}" type="pres">
      <dgm:prSet presAssocID="{28A85FE1-83CD-4CCC-AE44-C6F2B89170BC}" presName="parentLeftMargin" presStyleLbl="node1" presStyleIdx="0" presStyleCnt="3"/>
      <dgm:spPr/>
    </dgm:pt>
    <dgm:pt modelId="{C339BAB3-3038-46B4-9F4F-41499BC24FB6}" type="pres">
      <dgm:prSet presAssocID="{28A85FE1-83CD-4CCC-AE44-C6F2B89170B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07F4A2F-55D9-4DAD-91F3-6412616EA81F}" type="pres">
      <dgm:prSet presAssocID="{28A85FE1-83CD-4CCC-AE44-C6F2B89170BC}" presName="negativeSpace" presStyleCnt="0"/>
      <dgm:spPr/>
    </dgm:pt>
    <dgm:pt modelId="{14C5CA7D-6BFD-470A-8ED1-D95F535C3FD4}" type="pres">
      <dgm:prSet presAssocID="{28A85FE1-83CD-4CCC-AE44-C6F2B89170BC}" presName="childText" presStyleLbl="conFgAcc1" presStyleIdx="1" presStyleCnt="3">
        <dgm:presLayoutVars>
          <dgm:bulletEnabled val="1"/>
        </dgm:presLayoutVars>
      </dgm:prSet>
      <dgm:spPr/>
    </dgm:pt>
    <dgm:pt modelId="{B5121B99-A20F-41E0-9F0F-0E6612568665}" type="pres">
      <dgm:prSet presAssocID="{DB9B5158-6C6C-4E70-B0CB-840B6E6F2D8D}" presName="spaceBetweenRectangles" presStyleCnt="0"/>
      <dgm:spPr/>
    </dgm:pt>
    <dgm:pt modelId="{29C8E0BF-BA22-4EB4-993D-1952CF197AD8}" type="pres">
      <dgm:prSet presAssocID="{075E6029-A624-4218-9DBD-DC7CF7F583E8}" presName="parentLin" presStyleCnt="0"/>
      <dgm:spPr/>
    </dgm:pt>
    <dgm:pt modelId="{624C7464-F05A-4EB1-BB37-13341059E87C}" type="pres">
      <dgm:prSet presAssocID="{075E6029-A624-4218-9DBD-DC7CF7F583E8}" presName="parentLeftMargin" presStyleLbl="node1" presStyleIdx="1" presStyleCnt="3"/>
      <dgm:spPr/>
    </dgm:pt>
    <dgm:pt modelId="{38CB921B-8447-4B59-B9B7-1AFBC0F90181}" type="pres">
      <dgm:prSet presAssocID="{075E6029-A624-4218-9DBD-DC7CF7F583E8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9F2BB499-E11C-4F87-9B84-2BFC080B1AA7}" type="pres">
      <dgm:prSet presAssocID="{075E6029-A624-4218-9DBD-DC7CF7F583E8}" presName="negativeSpace" presStyleCnt="0"/>
      <dgm:spPr/>
    </dgm:pt>
    <dgm:pt modelId="{962F6779-CE0D-4FF1-95EA-A56779411177}" type="pres">
      <dgm:prSet presAssocID="{075E6029-A624-4218-9DBD-DC7CF7F583E8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A6993706-503E-498F-9F89-1D3ABF27D649}" type="presOf" srcId="{6D612935-4ECF-4EA3-BAAD-9FBC17570A32}" destId="{2EB8FA24-1DF9-46ED-86EA-4A57906C3482}" srcOrd="0" destOrd="0" presId="urn:microsoft.com/office/officeart/2005/8/layout/list1"/>
    <dgm:cxn modelId="{54312908-3E18-4B1A-B81D-84698EC6E791}" srcId="{28A85FE1-83CD-4CCC-AE44-C6F2B89170BC}" destId="{16BA43F4-29E5-4709-BF6E-E7B88098AB66}" srcOrd="1" destOrd="0" parTransId="{41B779DC-74F5-4E73-8AE3-5BC34215795D}" sibTransId="{86B7DE4B-4BA0-4B76-BA22-064C79770F3E}"/>
    <dgm:cxn modelId="{7AC5DC0C-A778-483D-91FE-AE7765C595AB}" type="presOf" srcId="{601B04EE-1386-453D-97A5-79BE2C6B40A4}" destId="{14C5CA7D-6BFD-470A-8ED1-D95F535C3FD4}" srcOrd="0" destOrd="0" presId="urn:microsoft.com/office/officeart/2005/8/layout/list1"/>
    <dgm:cxn modelId="{2C2AA522-85B1-42C6-8D77-472C3DAAC5E7}" srcId="{495B3ACE-089E-454C-823A-457C9A091ED6}" destId="{28A85FE1-83CD-4CCC-AE44-C6F2B89170BC}" srcOrd="1" destOrd="0" parTransId="{4D7E03AD-CE99-4F86-8D6D-6512F879082B}" sibTransId="{DB9B5158-6C6C-4E70-B0CB-840B6E6F2D8D}"/>
    <dgm:cxn modelId="{D39B4030-2C9F-4BB7-96C7-149F37130E29}" type="presOf" srcId="{964ABC50-EFDD-4462-9434-7A437E8588FE}" destId="{962F6779-CE0D-4FF1-95EA-A56779411177}" srcOrd="0" destOrd="0" presId="urn:microsoft.com/office/officeart/2005/8/layout/list1"/>
    <dgm:cxn modelId="{33FD1D6F-3BA2-4F74-92B6-0EEB33A6BB5F}" srcId="{495B3ACE-089E-454C-823A-457C9A091ED6}" destId="{6D612935-4ECF-4EA3-BAAD-9FBC17570A32}" srcOrd="0" destOrd="0" parTransId="{5F3B6C90-2375-4B87-99C5-082B69E2A077}" sibTransId="{362B4025-8633-4AAC-92AB-5B6E2C300771}"/>
    <dgm:cxn modelId="{1757F075-6D6D-4A65-A1CE-59C5554708BE}" type="presOf" srcId="{16BA43F4-29E5-4709-BF6E-E7B88098AB66}" destId="{14C5CA7D-6BFD-470A-8ED1-D95F535C3FD4}" srcOrd="0" destOrd="1" presId="urn:microsoft.com/office/officeart/2005/8/layout/list1"/>
    <dgm:cxn modelId="{B6898079-256C-4A56-83B4-BD39BD8908A2}" srcId="{495B3ACE-089E-454C-823A-457C9A091ED6}" destId="{075E6029-A624-4218-9DBD-DC7CF7F583E8}" srcOrd="2" destOrd="0" parTransId="{8599729E-1401-4401-8093-78AF00BE18E9}" sibTransId="{BDE2FB36-79E7-4A4A-BC28-1C73D7AF5582}"/>
    <dgm:cxn modelId="{F0F2A87E-AC17-449D-BA36-1E0A5218F1A6}" type="presOf" srcId="{336E4FFA-8749-430B-96F4-91E382E2A76C}" destId="{EC897FFE-BF67-4681-AE55-D3C7316FF527}" srcOrd="0" destOrd="0" presId="urn:microsoft.com/office/officeart/2005/8/layout/list1"/>
    <dgm:cxn modelId="{1360B67E-39B7-4623-9C01-7AFE9F443A01}" srcId="{6D612935-4ECF-4EA3-BAAD-9FBC17570A32}" destId="{336E4FFA-8749-430B-96F4-91E382E2A76C}" srcOrd="0" destOrd="0" parTransId="{E2225AE4-F338-48A7-BCC3-09CE450C07CA}" sibTransId="{AFD5D510-D6A6-4BA1-9A0B-2DEF1535FC8D}"/>
    <dgm:cxn modelId="{5D249FAE-0A77-4FAB-BBF4-D240B52D8107}" type="presOf" srcId="{075E6029-A624-4218-9DBD-DC7CF7F583E8}" destId="{624C7464-F05A-4EB1-BB37-13341059E87C}" srcOrd="0" destOrd="0" presId="urn:microsoft.com/office/officeart/2005/8/layout/list1"/>
    <dgm:cxn modelId="{CBAD1BB2-1477-4377-AFDA-559587D82751}" type="presOf" srcId="{020C1F25-0E2C-488A-8A16-D7C97C6D8845}" destId="{EC897FFE-BF67-4681-AE55-D3C7316FF527}" srcOrd="0" destOrd="1" presId="urn:microsoft.com/office/officeart/2005/8/layout/list1"/>
    <dgm:cxn modelId="{3A418EB4-29DF-4839-9D20-51674CD8A316}" type="presOf" srcId="{075E6029-A624-4218-9DBD-DC7CF7F583E8}" destId="{38CB921B-8447-4B59-B9B7-1AFBC0F90181}" srcOrd="1" destOrd="0" presId="urn:microsoft.com/office/officeart/2005/8/layout/list1"/>
    <dgm:cxn modelId="{1F5D57BA-0436-44B4-8530-64F1C64BA27E}" srcId="{075E6029-A624-4218-9DBD-DC7CF7F583E8}" destId="{964ABC50-EFDD-4462-9434-7A437E8588FE}" srcOrd="0" destOrd="0" parTransId="{7DCCA183-4F33-40B8-A2E4-52EF45F88775}" sibTransId="{3579DECA-4D5A-43A4-B698-F3F0FBFDE616}"/>
    <dgm:cxn modelId="{5C6483BE-59E2-4845-83BE-22E4D34906BC}" srcId="{28A85FE1-83CD-4CCC-AE44-C6F2B89170BC}" destId="{601B04EE-1386-453D-97A5-79BE2C6B40A4}" srcOrd="0" destOrd="0" parTransId="{A24C2D9D-F2E2-40A0-9848-E31535867B12}" sibTransId="{5F2BE4E2-C2FC-439D-BD15-C599D26017A0}"/>
    <dgm:cxn modelId="{EBF929CD-0ABE-4C4F-831A-55C0A67320E1}" srcId="{6D612935-4ECF-4EA3-BAAD-9FBC17570A32}" destId="{020C1F25-0E2C-488A-8A16-D7C97C6D8845}" srcOrd="1" destOrd="0" parTransId="{807ABF07-D104-46B7-A639-3B2B5AE10C3B}" sibTransId="{55C3995D-E514-42EE-A4DA-F086ACD36D4E}"/>
    <dgm:cxn modelId="{1D3295EE-A554-4FB8-97E9-34985D81F75F}" type="presOf" srcId="{28A85FE1-83CD-4CCC-AE44-C6F2B89170BC}" destId="{C339BAB3-3038-46B4-9F4F-41499BC24FB6}" srcOrd="1" destOrd="0" presId="urn:microsoft.com/office/officeart/2005/8/layout/list1"/>
    <dgm:cxn modelId="{8FDEF8F4-FCAE-48CD-BDEE-A1DF943ECDBD}" type="presOf" srcId="{495B3ACE-089E-454C-823A-457C9A091ED6}" destId="{09D754BD-03A0-49AB-9297-55C55FB42571}" srcOrd="0" destOrd="0" presId="urn:microsoft.com/office/officeart/2005/8/layout/list1"/>
    <dgm:cxn modelId="{454E34F6-2A58-4A91-80D5-760133B78498}" type="presOf" srcId="{28A85FE1-83CD-4CCC-AE44-C6F2B89170BC}" destId="{CFFA24EF-67DA-4D8C-8444-4469520B6E76}" srcOrd="0" destOrd="0" presId="urn:microsoft.com/office/officeart/2005/8/layout/list1"/>
    <dgm:cxn modelId="{0177E3F8-8221-4FC1-B9DF-725FF0EEC683}" type="presOf" srcId="{6D612935-4ECF-4EA3-BAAD-9FBC17570A32}" destId="{68A4745F-D23D-45BB-AA6A-9834B7E43FDB}" srcOrd="1" destOrd="0" presId="urn:microsoft.com/office/officeart/2005/8/layout/list1"/>
    <dgm:cxn modelId="{656FFF57-4C41-4228-8BA0-2E708AF0AFCA}" type="presParOf" srcId="{09D754BD-03A0-49AB-9297-55C55FB42571}" destId="{7D2D34BF-A70C-43CA-8DA5-88B7EE562A5C}" srcOrd="0" destOrd="0" presId="urn:microsoft.com/office/officeart/2005/8/layout/list1"/>
    <dgm:cxn modelId="{5DFC26EE-E0C7-4E17-BFF9-8CE92AF50DAB}" type="presParOf" srcId="{7D2D34BF-A70C-43CA-8DA5-88B7EE562A5C}" destId="{2EB8FA24-1DF9-46ED-86EA-4A57906C3482}" srcOrd="0" destOrd="0" presId="urn:microsoft.com/office/officeart/2005/8/layout/list1"/>
    <dgm:cxn modelId="{FBC78AFD-03BE-46A4-9E84-5144D77443B8}" type="presParOf" srcId="{7D2D34BF-A70C-43CA-8DA5-88B7EE562A5C}" destId="{68A4745F-D23D-45BB-AA6A-9834B7E43FDB}" srcOrd="1" destOrd="0" presId="urn:microsoft.com/office/officeart/2005/8/layout/list1"/>
    <dgm:cxn modelId="{6BCF3B06-82DE-4A35-8BE0-B31641EE51BE}" type="presParOf" srcId="{09D754BD-03A0-49AB-9297-55C55FB42571}" destId="{76D8BF66-F1CE-4FD5-95A2-D4CF0D57523D}" srcOrd="1" destOrd="0" presId="urn:microsoft.com/office/officeart/2005/8/layout/list1"/>
    <dgm:cxn modelId="{CD27F215-4582-4EE1-93B4-5730DE06572E}" type="presParOf" srcId="{09D754BD-03A0-49AB-9297-55C55FB42571}" destId="{EC897FFE-BF67-4681-AE55-D3C7316FF527}" srcOrd="2" destOrd="0" presId="urn:microsoft.com/office/officeart/2005/8/layout/list1"/>
    <dgm:cxn modelId="{31389077-1001-4B32-9AC1-7FE6FA3F2718}" type="presParOf" srcId="{09D754BD-03A0-49AB-9297-55C55FB42571}" destId="{33F561CD-576B-49D6-BC2F-F18D33C8B96E}" srcOrd="3" destOrd="0" presId="urn:microsoft.com/office/officeart/2005/8/layout/list1"/>
    <dgm:cxn modelId="{9E300225-DC54-4382-9E51-99E6FF5D8529}" type="presParOf" srcId="{09D754BD-03A0-49AB-9297-55C55FB42571}" destId="{971C9491-3B96-475F-9070-787705C5BE74}" srcOrd="4" destOrd="0" presId="urn:microsoft.com/office/officeart/2005/8/layout/list1"/>
    <dgm:cxn modelId="{F8ADFF26-251D-4700-B6C3-56E6AD09A149}" type="presParOf" srcId="{971C9491-3B96-475F-9070-787705C5BE74}" destId="{CFFA24EF-67DA-4D8C-8444-4469520B6E76}" srcOrd="0" destOrd="0" presId="urn:microsoft.com/office/officeart/2005/8/layout/list1"/>
    <dgm:cxn modelId="{709E7142-32D1-4A4E-8C88-16A6215F6B07}" type="presParOf" srcId="{971C9491-3B96-475F-9070-787705C5BE74}" destId="{C339BAB3-3038-46B4-9F4F-41499BC24FB6}" srcOrd="1" destOrd="0" presId="urn:microsoft.com/office/officeart/2005/8/layout/list1"/>
    <dgm:cxn modelId="{B6EDFB72-B5BF-4B35-8352-1226C0EAA759}" type="presParOf" srcId="{09D754BD-03A0-49AB-9297-55C55FB42571}" destId="{007F4A2F-55D9-4DAD-91F3-6412616EA81F}" srcOrd="5" destOrd="0" presId="urn:microsoft.com/office/officeart/2005/8/layout/list1"/>
    <dgm:cxn modelId="{D8437E67-771F-44ED-A8D0-8F56CF8046B7}" type="presParOf" srcId="{09D754BD-03A0-49AB-9297-55C55FB42571}" destId="{14C5CA7D-6BFD-470A-8ED1-D95F535C3FD4}" srcOrd="6" destOrd="0" presId="urn:microsoft.com/office/officeart/2005/8/layout/list1"/>
    <dgm:cxn modelId="{1F1A445F-FCA7-48FA-8B9F-01619D24AFB8}" type="presParOf" srcId="{09D754BD-03A0-49AB-9297-55C55FB42571}" destId="{B5121B99-A20F-41E0-9F0F-0E6612568665}" srcOrd="7" destOrd="0" presId="urn:microsoft.com/office/officeart/2005/8/layout/list1"/>
    <dgm:cxn modelId="{3CEF933E-B665-46C2-B313-A936A5581E1D}" type="presParOf" srcId="{09D754BD-03A0-49AB-9297-55C55FB42571}" destId="{29C8E0BF-BA22-4EB4-993D-1952CF197AD8}" srcOrd="8" destOrd="0" presId="urn:microsoft.com/office/officeart/2005/8/layout/list1"/>
    <dgm:cxn modelId="{1B9DBE00-9263-46DE-A37A-2282E2BB74AD}" type="presParOf" srcId="{29C8E0BF-BA22-4EB4-993D-1952CF197AD8}" destId="{624C7464-F05A-4EB1-BB37-13341059E87C}" srcOrd="0" destOrd="0" presId="urn:microsoft.com/office/officeart/2005/8/layout/list1"/>
    <dgm:cxn modelId="{36FD58A6-F921-4A44-A8F4-944893C53875}" type="presParOf" srcId="{29C8E0BF-BA22-4EB4-993D-1952CF197AD8}" destId="{38CB921B-8447-4B59-B9B7-1AFBC0F90181}" srcOrd="1" destOrd="0" presId="urn:microsoft.com/office/officeart/2005/8/layout/list1"/>
    <dgm:cxn modelId="{79F61FC5-FE6E-4005-A220-09F6ED4BEA68}" type="presParOf" srcId="{09D754BD-03A0-49AB-9297-55C55FB42571}" destId="{9F2BB499-E11C-4F87-9B84-2BFC080B1AA7}" srcOrd="9" destOrd="0" presId="urn:microsoft.com/office/officeart/2005/8/layout/list1"/>
    <dgm:cxn modelId="{69F9698C-5A64-466C-BED6-667DAFE3AEFF}" type="presParOf" srcId="{09D754BD-03A0-49AB-9297-55C55FB42571}" destId="{962F6779-CE0D-4FF1-95EA-A56779411177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1D12241A-D07F-4C81-A057-D91B7B11D4E6}" type="doc">
      <dgm:prSet loTypeId="urn:microsoft.com/office/officeart/2005/8/layout/process1" loCatId="process" qsTypeId="urn:microsoft.com/office/officeart/2005/8/quickstyle/simple1" qsCatId="simple" csTypeId="urn:microsoft.com/office/officeart/2005/8/colors/colorful1" csCatId="colorful" phldr="1"/>
      <dgm:spPr/>
    </dgm:pt>
    <dgm:pt modelId="{44CE08BA-C5EA-4D89-B70D-DD1949686A62}">
      <dgm:prSet phldrT="[文本]"/>
      <dgm:spPr/>
      <dgm:t>
        <a:bodyPr/>
        <a:lstStyle/>
        <a:p>
          <a:r>
            <a:rPr lang="zh-CN" dirty="0"/>
            <a:t>系部表</a:t>
          </a:r>
          <a:endParaRPr lang="zh-CN" altLang="en-US" dirty="0"/>
        </a:p>
      </dgm:t>
    </dgm:pt>
    <dgm:pt modelId="{49B09FFC-7281-4ED9-A2D6-BA9C11818336}" type="parTrans" cxnId="{726C4F0C-976C-4BBB-9F48-4C633FBD27D6}">
      <dgm:prSet/>
      <dgm:spPr/>
      <dgm:t>
        <a:bodyPr/>
        <a:lstStyle/>
        <a:p>
          <a:endParaRPr lang="zh-CN" altLang="en-US"/>
        </a:p>
      </dgm:t>
    </dgm:pt>
    <dgm:pt modelId="{CDA890C7-61F2-445D-8DFE-E489F9C5FB84}" type="sibTrans" cxnId="{726C4F0C-976C-4BBB-9F48-4C633FBD27D6}">
      <dgm:prSet/>
      <dgm:spPr/>
      <dgm:t>
        <a:bodyPr/>
        <a:lstStyle/>
        <a:p>
          <a:endParaRPr lang="zh-CN" altLang="en-US"/>
        </a:p>
      </dgm:t>
    </dgm:pt>
    <dgm:pt modelId="{E767F291-8E29-4CB9-9166-50D05FF7656D}">
      <dgm:prSet phldrT="[文本]"/>
      <dgm:spPr/>
      <dgm:t>
        <a:bodyPr/>
        <a:lstStyle/>
        <a:p>
          <a:r>
            <a:rPr lang="zh-CN" dirty="0"/>
            <a:t>专业表</a:t>
          </a:r>
          <a:endParaRPr lang="zh-CN" altLang="en-US" dirty="0"/>
        </a:p>
      </dgm:t>
    </dgm:pt>
    <dgm:pt modelId="{DC7FC53D-7D21-4141-8C5B-CE0373B81DBE}" type="parTrans" cxnId="{642814D7-353B-46EA-A9AD-9EE2BAAFADAD}">
      <dgm:prSet/>
      <dgm:spPr/>
      <dgm:t>
        <a:bodyPr/>
        <a:lstStyle/>
        <a:p>
          <a:endParaRPr lang="zh-CN" altLang="en-US"/>
        </a:p>
      </dgm:t>
    </dgm:pt>
    <dgm:pt modelId="{60AF61F4-8704-40E2-96DF-B0E86618C617}" type="sibTrans" cxnId="{642814D7-353B-46EA-A9AD-9EE2BAAFADAD}">
      <dgm:prSet/>
      <dgm:spPr/>
      <dgm:t>
        <a:bodyPr/>
        <a:lstStyle/>
        <a:p>
          <a:endParaRPr lang="zh-CN" altLang="en-US"/>
        </a:p>
      </dgm:t>
    </dgm:pt>
    <dgm:pt modelId="{575372B3-ABD2-4B85-B9DC-264442BA4D57}">
      <dgm:prSet phldrT="[文本]"/>
      <dgm:spPr/>
      <dgm:t>
        <a:bodyPr/>
        <a:lstStyle/>
        <a:p>
          <a:r>
            <a:rPr lang="zh-CN" dirty="0"/>
            <a:t>班级表</a:t>
          </a:r>
          <a:endParaRPr lang="zh-CN" altLang="en-US" dirty="0"/>
        </a:p>
      </dgm:t>
    </dgm:pt>
    <dgm:pt modelId="{A5196798-DEEC-4A2D-9A9C-0D742F03F1C5}" type="parTrans" cxnId="{CAAEA020-3CA5-462E-BE3A-AB26215E8B5F}">
      <dgm:prSet/>
      <dgm:spPr/>
      <dgm:t>
        <a:bodyPr/>
        <a:lstStyle/>
        <a:p>
          <a:endParaRPr lang="zh-CN" altLang="en-US"/>
        </a:p>
      </dgm:t>
    </dgm:pt>
    <dgm:pt modelId="{03A0F182-96A3-4AA9-9E01-568AA7E88C1F}" type="sibTrans" cxnId="{CAAEA020-3CA5-462E-BE3A-AB26215E8B5F}">
      <dgm:prSet/>
      <dgm:spPr/>
      <dgm:t>
        <a:bodyPr/>
        <a:lstStyle/>
        <a:p>
          <a:endParaRPr lang="zh-CN" altLang="en-US"/>
        </a:p>
      </dgm:t>
    </dgm:pt>
    <dgm:pt modelId="{D9847E13-3CFB-455B-BDE3-F36593C29795}">
      <dgm:prSet phldrT="[文本]"/>
      <dgm:spPr/>
      <dgm:t>
        <a:bodyPr/>
        <a:lstStyle/>
        <a:p>
          <a:r>
            <a:rPr lang="zh-CN" dirty="0"/>
            <a:t>学生表</a:t>
          </a:r>
          <a:endParaRPr lang="zh-CN" altLang="en-US" dirty="0"/>
        </a:p>
      </dgm:t>
    </dgm:pt>
    <dgm:pt modelId="{B28AF071-7385-48C4-8ED0-38FB2DABE566}" type="parTrans" cxnId="{02B7B4A5-019F-4747-90C1-2B2C2106F0AF}">
      <dgm:prSet/>
      <dgm:spPr/>
      <dgm:t>
        <a:bodyPr/>
        <a:lstStyle/>
        <a:p>
          <a:endParaRPr lang="zh-CN" altLang="en-US"/>
        </a:p>
      </dgm:t>
    </dgm:pt>
    <dgm:pt modelId="{6305C679-B837-4706-AB9A-A7965A18C5A7}" type="sibTrans" cxnId="{02B7B4A5-019F-4747-90C1-2B2C2106F0AF}">
      <dgm:prSet/>
      <dgm:spPr/>
      <dgm:t>
        <a:bodyPr/>
        <a:lstStyle/>
        <a:p>
          <a:endParaRPr lang="zh-CN" altLang="en-US"/>
        </a:p>
      </dgm:t>
    </dgm:pt>
    <dgm:pt modelId="{D7DCF468-C443-41CE-AB4B-66AF68FA4558}">
      <dgm:prSet phldrT="[文本]"/>
      <dgm:spPr/>
      <dgm:t>
        <a:bodyPr/>
        <a:lstStyle/>
        <a:p>
          <a:r>
            <a:rPr lang="zh-CN" dirty="0"/>
            <a:t>老师表</a:t>
          </a:r>
          <a:endParaRPr lang="zh-CN" altLang="en-US" dirty="0"/>
        </a:p>
      </dgm:t>
    </dgm:pt>
    <dgm:pt modelId="{20C84731-C9DA-40AB-958E-B82A44F8111D}" type="parTrans" cxnId="{49157336-E05C-4FD8-AE3E-AE1D1D87EB1F}">
      <dgm:prSet/>
      <dgm:spPr/>
      <dgm:t>
        <a:bodyPr/>
        <a:lstStyle/>
        <a:p>
          <a:endParaRPr lang="zh-CN" altLang="en-US"/>
        </a:p>
      </dgm:t>
    </dgm:pt>
    <dgm:pt modelId="{A3C74B4A-FF08-44B0-851A-1B65933A2713}" type="sibTrans" cxnId="{49157336-E05C-4FD8-AE3E-AE1D1D87EB1F}">
      <dgm:prSet/>
      <dgm:spPr/>
      <dgm:t>
        <a:bodyPr/>
        <a:lstStyle/>
        <a:p>
          <a:endParaRPr lang="zh-CN" altLang="en-US"/>
        </a:p>
      </dgm:t>
    </dgm:pt>
    <dgm:pt modelId="{769C46F8-2A31-4187-8C52-A12376A0E83C}">
      <dgm:prSet phldrT="[文本]"/>
      <dgm:spPr/>
      <dgm:t>
        <a:bodyPr/>
        <a:lstStyle/>
        <a:p>
          <a:r>
            <a:rPr lang="zh-CN" dirty="0"/>
            <a:t>课程表</a:t>
          </a:r>
          <a:endParaRPr lang="zh-CN" altLang="en-US" dirty="0"/>
        </a:p>
      </dgm:t>
    </dgm:pt>
    <dgm:pt modelId="{03181EB7-2FD3-4B24-B747-1CA58D2F2109}" type="parTrans" cxnId="{4E9E7963-B1E1-4104-A224-1691C028E002}">
      <dgm:prSet/>
      <dgm:spPr/>
      <dgm:t>
        <a:bodyPr/>
        <a:lstStyle/>
        <a:p>
          <a:endParaRPr lang="zh-CN" altLang="en-US"/>
        </a:p>
      </dgm:t>
    </dgm:pt>
    <dgm:pt modelId="{DC04064A-B625-44AE-BA50-599C2DB23632}" type="sibTrans" cxnId="{4E9E7963-B1E1-4104-A224-1691C028E002}">
      <dgm:prSet/>
      <dgm:spPr/>
      <dgm:t>
        <a:bodyPr/>
        <a:lstStyle/>
        <a:p>
          <a:endParaRPr lang="zh-CN" altLang="en-US"/>
        </a:p>
      </dgm:t>
    </dgm:pt>
    <dgm:pt modelId="{C7D536B4-6DDA-4B7E-A53E-273F2966E221}">
      <dgm:prSet phldrT="[文本]"/>
      <dgm:spPr/>
      <dgm:t>
        <a:bodyPr/>
        <a:lstStyle/>
        <a:p>
          <a:r>
            <a:rPr lang="zh-CN" dirty="0"/>
            <a:t>教学任务表</a:t>
          </a:r>
          <a:endParaRPr lang="zh-CN" altLang="en-US" dirty="0"/>
        </a:p>
      </dgm:t>
    </dgm:pt>
    <dgm:pt modelId="{CC7F2332-18B1-44B6-A4E5-CBDA2C79C0FC}" type="parTrans" cxnId="{73C38711-EC9A-41D3-B3A1-A0880BF31777}">
      <dgm:prSet/>
      <dgm:spPr/>
      <dgm:t>
        <a:bodyPr/>
        <a:lstStyle/>
        <a:p>
          <a:endParaRPr lang="zh-CN" altLang="en-US"/>
        </a:p>
      </dgm:t>
    </dgm:pt>
    <dgm:pt modelId="{05053D10-88F3-4060-BF6B-15AF7F641DB5}" type="sibTrans" cxnId="{73C38711-EC9A-41D3-B3A1-A0880BF31777}">
      <dgm:prSet/>
      <dgm:spPr/>
      <dgm:t>
        <a:bodyPr/>
        <a:lstStyle/>
        <a:p>
          <a:endParaRPr lang="zh-CN" altLang="en-US"/>
        </a:p>
      </dgm:t>
    </dgm:pt>
    <dgm:pt modelId="{36871D8B-012C-4DB2-A9C4-B0149EED6AEF}">
      <dgm:prSet phldrT="[文本]"/>
      <dgm:spPr/>
      <dgm:t>
        <a:bodyPr/>
        <a:lstStyle/>
        <a:p>
          <a:r>
            <a:rPr lang="zh-CN" dirty="0"/>
            <a:t>成绩表</a:t>
          </a:r>
          <a:endParaRPr lang="zh-CN" altLang="en-US" dirty="0"/>
        </a:p>
      </dgm:t>
    </dgm:pt>
    <dgm:pt modelId="{D41308EF-4A01-4814-A6A9-3592C534B5F0}" type="parTrans" cxnId="{D9D126C8-E39D-4E75-9593-F698D5416C94}">
      <dgm:prSet/>
      <dgm:spPr/>
      <dgm:t>
        <a:bodyPr/>
        <a:lstStyle/>
        <a:p>
          <a:endParaRPr lang="zh-CN" altLang="en-US"/>
        </a:p>
      </dgm:t>
    </dgm:pt>
    <dgm:pt modelId="{07536BD9-E954-4D41-A5AE-A6A81449A0C8}" type="sibTrans" cxnId="{D9D126C8-E39D-4E75-9593-F698D5416C94}">
      <dgm:prSet/>
      <dgm:spPr/>
      <dgm:t>
        <a:bodyPr/>
        <a:lstStyle/>
        <a:p>
          <a:endParaRPr lang="zh-CN" altLang="en-US"/>
        </a:p>
      </dgm:t>
    </dgm:pt>
    <dgm:pt modelId="{E4CFC184-62DB-4688-B91F-03A332BE5440}" type="pres">
      <dgm:prSet presAssocID="{1D12241A-D07F-4C81-A057-D91B7B11D4E6}" presName="Name0" presStyleCnt="0">
        <dgm:presLayoutVars>
          <dgm:dir/>
          <dgm:resizeHandles val="exact"/>
        </dgm:presLayoutVars>
      </dgm:prSet>
      <dgm:spPr/>
    </dgm:pt>
    <dgm:pt modelId="{EAE02A84-BCC3-4569-8A31-DC87062E1998}" type="pres">
      <dgm:prSet presAssocID="{44CE08BA-C5EA-4D89-B70D-DD1949686A62}" presName="node" presStyleLbl="node1" presStyleIdx="0" presStyleCnt="8">
        <dgm:presLayoutVars>
          <dgm:bulletEnabled val="1"/>
        </dgm:presLayoutVars>
      </dgm:prSet>
      <dgm:spPr/>
    </dgm:pt>
    <dgm:pt modelId="{2A0745CD-8BB8-4295-BF53-6A7C8AD0EBA5}" type="pres">
      <dgm:prSet presAssocID="{CDA890C7-61F2-445D-8DFE-E489F9C5FB84}" presName="sibTrans" presStyleLbl="sibTrans2D1" presStyleIdx="0" presStyleCnt="7"/>
      <dgm:spPr/>
    </dgm:pt>
    <dgm:pt modelId="{334B85E6-2876-47A3-A61B-E81ACD4DC8C8}" type="pres">
      <dgm:prSet presAssocID="{CDA890C7-61F2-445D-8DFE-E489F9C5FB84}" presName="connectorText" presStyleLbl="sibTrans2D1" presStyleIdx="0" presStyleCnt="7"/>
      <dgm:spPr/>
    </dgm:pt>
    <dgm:pt modelId="{A8CA1B0C-5193-453D-9E52-E10DC6EEB274}" type="pres">
      <dgm:prSet presAssocID="{E767F291-8E29-4CB9-9166-50D05FF7656D}" presName="node" presStyleLbl="node1" presStyleIdx="1" presStyleCnt="8">
        <dgm:presLayoutVars>
          <dgm:bulletEnabled val="1"/>
        </dgm:presLayoutVars>
      </dgm:prSet>
      <dgm:spPr/>
    </dgm:pt>
    <dgm:pt modelId="{DFF6F8A4-CC45-4047-9ABA-223FA411664E}" type="pres">
      <dgm:prSet presAssocID="{60AF61F4-8704-40E2-96DF-B0E86618C617}" presName="sibTrans" presStyleLbl="sibTrans2D1" presStyleIdx="1" presStyleCnt="7"/>
      <dgm:spPr/>
    </dgm:pt>
    <dgm:pt modelId="{0DA227C4-096E-41B3-9450-C3FC0B6DE242}" type="pres">
      <dgm:prSet presAssocID="{60AF61F4-8704-40E2-96DF-B0E86618C617}" presName="connectorText" presStyleLbl="sibTrans2D1" presStyleIdx="1" presStyleCnt="7"/>
      <dgm:spPr/>
    </dgm:pt>
    <dgm:pt modelId="{7B69F255-6789-4E68-9C1F-1E16F2520704}" type="pres">
      <dgm:prSet presAssocID="{575372B3-ABD2-4B85-B9DC-264442BA4D57}" presName="node" presStyleLbl="node1" presStyleIdx="2" presStyleCnt="8">
        <dgm:presLayoutVars>
          <dgm:bulletEnabled val="1"/>
        </dgm:presLayoutVars>
      </dgm:prSet>
      <dgm:spPr/>
    </dgm:pt>
    <dgm:pt modelId="{888D90B7-02A4-4F1D-9027-6DDAAB74CEB4}" type="pres">
      <dgm:prSet presAssocID="{03A0F182-96A3-4AA9-9E01-568AA7E88C1F}" presName="sibTrans" presStyleLbl="sibTrans2D1" presStyleIdx="2" presStyleCnt="7"/>
      <dgm:spPr/>
    </dgm:pt>
    <dgm:pt modelId="{250A8404-D222-43EB-91A2-AD1FF462E34A}" type="pres">
      <dgm:prSet presAssocID="{03A0F182-96A3-4AA9-9E01-568AA7E88C1F}" presName="connectorText" presStyleLbl="sibTrans2D1" presStyleIdx="2" presStyleCnt="7"/>
      <dgm:spPr/>
    </dgm:pt>
    <dgm:pt modelId="{2C5E5881-E6A6-4FBB-953E-B8A9C1375C8F}" type="pres">
      <dgm:prSet presAssocID="{D9847E13-3CFB-455B-BDE3-F36593C29795}" presName="node" presStyleLbl="node1" presStyleIdx="3" presStyleCnt="8">
        <dgm:presLayoutVars>
          <dgm:bulletEnabled val="1"/>
        </dgm:presLayoutVars>
      </dgm:prSet>
      <dgm:spPr/>
    </dgm:pt>
    <dgm:pt modelId="{7CEA1368-BE19-4284-A756-CE2E1BF671FF}" type="pres">
      <dgm:prSet presAssocID="{6305C679-B837-4706-AB9A-A7965A18C5A7}" presName="sibTrans" presStyleLbl="sibTrans2D1" presStyleIdx="3" presStyleCnt="7"/>
      <dgm:spPr/>
    </dgm:pt>
    <dgm:pt modelId="{1A239385-927F-4F78-B86A-BE1903F8BA5D}" type="pres">
      <dgm:prSet presAssocID="{6305C679-B837-4706-AB9A-A7965A18C5A7}" presName="connectorText" presStyleLbl="sibTrans2D1" presStyleIdx="3" presStyleCnt="7"/>
      <dgm:spPr/>
    </dgm:pt>
    <dgm:pt modelId="{F91A3585-7E68-4BE1-B557-4CBE4A1D0847}" type="pres">
      <dgm:prSet presAssocID="{D7DCF468-C443-41CE-AB4B-66AF68FA4558}" presName="node" presStyleLbl="node1" presStyleIdx="4" presStyleCnt="8">
        <dgm:presLayoutVars>
          <dgm:bulletEnabled val="1"/>
        </dgm:presLayoutVars>
      </dgm:prSet>
      <dgm:spPr/>
    </dgm:pt>
    <dgm:pt modelId="{FB7341DF-BDC7-410E-8E05-543F6F624071}" type="pres">
      <dgm:prSet presAssocID="{A3C74B4A-FF08-44B0-851A-1B65933A2713}" presName="sibTrans" presStyleLbl="sibTrans2D1" presStyleIdx="4" presStyleCnt="7"/>
      <dgm:spPr/>
    </dgm:pt>
    <dgm:pt modelId="{9B5697BB-7039-4F91-ACBB-E83BE88A24C6}" type="pres">
      <dgm:prSet presAssocID="{A3C74B4A-FF08-44B0-851A-1B65933A2713}" presName="connectorText" presStyleLbl="sibTrans2D1" presStyleIdx="4" presStyleCnt="7"/>
      <dgm:spPr/>
    </dgm:pt>
    <dgm:pt modelId="{9876C816-E72D-40D8-A7C8-C6ED119E3C82}" type="pres">
      <dgm:prSet presAssocID="{769C46F8-2A31-4187-8C52-A12376A0E83C}" presName="node" presStyleLbl="node1" presStyleIdx="5" presStyleCnt="8">
        <dgm:presLayoutVars>
          <dgm:bulletEnabled val="1"/>
        </dgm:presLayoutVars>
      </dgm:prSet>
      <dgm:spPr/>
    </dgm:pt>
    <dgm:pt modelId="{D10992AC-F8BD-4076-9735-89FC0F72D2F1}" type="pres">
      <dgm:prSet presAssocID="{DC04064A-B625-44AE-BA50-599C2DB23632}" presName="sibTrans" presStyleLbl="sibTrans2D1" presStyleIdx="5" presStyleCnt="7"/>
      <dgm:spPr/>
    </dgm:pt>
    <dgm:pt modelId="{660084AF-FA7F-4B85-9017-CB37F0E52DDA}" type="pres">
      <dgm:prSet presAssocID="{DC04064A-B625-44AE-BA50-599C2DB23632}" presName="connectorText" presStyleLbl="sibTrans2D1" presStyleIdx="5" presStyleCnt="7"/>
      <dgm:spPr/>
    </dgm:pt>
    <dgm:pt modelId="{432EA0DE-BDE1-4A40-8C69-BDC3BC9BE65F}" type="pres">
      <dgm:prSet presAssocID="{C7D536B4-6DDA-4B7E-A53E-273F2966E221}" presName="node" presStyleLbl="node1" presStyleIdx="6" presStyleCnt="8">
        <dgm:presLayoutVars>
          <dgm:bulletEnabled val="1"/>
        </dgm:presLayoutVars>
      </dgm:prSet>
      <dgm:spPr/>
    </dgm:pt>
    <dgm:pt modelId="{032ACDE5-5D27-4A4D-BFD9-705B5F80B9B3}" type="pres">
      <dgm:prSet presAssocID="{05053D10-88F3-4060-BF6B-15AF7F641DB5}" presName="sibTrans" presStyleLbl="sibTrans2D1" presStyleIdx="6" presStyleCnt="7"/>
      <dgm:spPr/>
    </dgm:pt>
    <dgm:pt modelId="{FD3454EF-20AD-44B3-9766-25644FCBEBA8}" type="pres">
      <dgm:prSet presAssocID="{05053D10-88F3-4060-BF6B-15AF7F641DB5}" presName="connectorText" presStyleLbl="sibTrans2D1" presStyleIdx="6" presStyleCnt="7"/>
      <dgm:spPr/>
    </dgm:pt>
    <dgm:pt modelId="{13D3C381-5877-445F-A633-4DF9E36B4DB9}" type="pres">
      <dgm:prSet presAssocID="{36871D8B-012C-4DB2-A9C4-B0149EED6AEF}" presName="node" presStyleLbl="node1" presStyleIdx="7" presStyleCnt="8">
        <dgm:presLayoutVars>
          <dgm:bulletEnabled val="1"/>
        </dgm:presLayoutVars>
      </dgm:prSet>
      <dgm:spPr/>
    </dgm:pt>
  </dgm:ptLst>
  <dgm:cxnLst>
    <dgm:cxn modelId="{726C4F0C-976C-4BBB-9F48-4C633FBD27D6}" srcId="{1D12241A-D07F-4C81-A057-D91B7B11D4E6}" destId="{44CE08BA-C5EA-4D89-B70D-DD1949686A62}" srcOrd="0" destOrd="0" parTransId="{49B09FFC-7281-4ED9-A2D6-BA9C11818336}" sibTransId="{CDA890C7-61F2-445D-8DFE-E489F9C5FB84}"/>
    <dgm:cxn modelId="{73C38711-EC9A-41D3-B3A1-A0880BF31777}" srcId="{1D12241A-D07F-4C81-A057-D91B7B11D4E6}" destId="{C7D536B4-6DDA-4B7E-A53E-273F2966E221}" srcOrd="6" destOrd="0" parTransId="{CC7F2332-18B1-44B6-A4E5-CBDA2C79C0FC}" sibTransId="{05053D10-88F3-4060-BF6B-15AF7F641DB5}"/>
    <dgm:cxn modelId="{1BE41813-FFAF-44BE-9700-571F20DF8707}" type="presOf" srcId="{44CE08BA-C5EA-4D89-B70D-DD1949686A62}" destId="{EAE02A84-BCC3-4569-8A31-DC87062E1998}" srcOrd="0" destOrd="0" presId="urn:microsoft.com/office/officeart/2005/8/layout/process1"/>
    <dgm:cxn modelId="{CAAEA020-3CA5-462E-BE3A-AB26215E8B5F}" srcId="{1D12241A-D07F-4C81-A057-D91B7B11D4E6}" destId="{575372B3-ABD2-4B85-B9DC-264442BA4D57}" srcOrd="2" destOrd="0" parTransId="{A5196798-DEEC-4A2D-9A9C-0D742F03F1C5}" sibTransId="{03A0F182-96A3-4AA9-9E01-568AA7E88C1F}"/>
    <dgm:cxn modelId="{1C564221-772D-48EF-AEA9-99C742B7D864}" type="presOf" srcId="{575372B3-ABD2-4B85-B9DC-264442BA4D57}" destId="{7B69F255-6789-4E68-9C1F-1E16F2520704}" srcOrd="0" destOrd="0" presId="urn:microsoft.com/office/officeart/2005/8/layout/process1"/>
    <dgm:cxn modelId="{67DA8730-E748-476D-ADFE-5E4A4BCFC2CE}" type="presOf" srcId="{C7D536B4-6DDA-4B7E-A53E-273F2966E221}" destId="{432EA0DE-BDE1-4A40-8C69-BDC3BC9BE65F}" srcOrd="0" destOrd="0" presId="urn:microsoft.com/office/officeart/2005/8/layout/process1"/>
    <dgm:cxn modelId="{49157336-E05C-4FD8-AE3E-AE1D1D87EB1F}" srcId="{1D12241A-D07F-4C81-A057-D91B7B11D4E6}" destId="{D7DCF468-C443-41CE-AB4B-66AF68FA4558}" srcOrd="4" destOrd="0" parTransId="{20C84731-C9DA-40AB-958E-B82A44F8111D}" sibTransId="{A3C74B4A-FF08-44B0-851A-1B65933A2713}"/>
    <dgm:cxn modelId="{5BC8963A-6C71-4200-93F4-E02F25A789B0}" type="presOf" srcId="{6305C679-B837-4706-AB9A-A7965A18C5A7}" destId="{1A239385-927F-4F78-B86A-BE1903F8BA5D}" srcOrd="1" destOrd="0" presId="urn:microsoft.com/office/officeart/2005/8/layout/process1"/>
    <dgm:cxn modelId="{B604463E-67C5-4819-9A7D-B7EE7F9E935E}" type="presOf" srcId="{05053D10-88F3-4060-BF6B-15AF7F641DB5}" destId="{FD3454EF-20AD-44B3-9766-25644FCBEBA8}" srcOrd="1" destOrd="0" presId="urn:microsoft.com/office/officeart/2005/8/layout/process1"/>
    <dgm:cxn modelId="{B2656E60-DB0D-491A-9C30-86174D3CA1C5}" type="presOf" srcId="{03A0F182-96A3-4AA9-9E01-568AA7E88C1F}" destId="{250A8404-D222-43EB-91A2-AD1FF462E34A}" srcOrd="1" destOrd="0" presId="urn:microsoft.com/office/officeart/2005/8/layout/process1"/>
    <dgm:cxn modelId="{4E9E7963-B1E1-4104-A224-1691C028E002}" srcId="{1D12241A-D07F-4C81-A057-D91B7B11D4E6}" destId="{769C46F8-2A31-4187-8C52-A12376A0E83C}" srcOrd="5" destOrd="0" parTransId="{03181EB7-2FD3-4B24-B747-1CA58D2F2109}" sibTransId="{DC04064A-B625-44AE-BA50-599C2DB23632}"/>
    <dgm:cxn modelId="{E98E3A73-AF94-458E-97B7-6D1ABF302414}" type="presOf" srcId="{CDA890C7-61F2-445D-8DFE-E489F9C5FB84}" destId="{334B85E6-2876-47A3-A61B-E81ACD4DC8C8}" srcOrd="1" destOrd="0" presId="urn:microsoft.com/office/officeart/2005/8/layout/process1"/>
    <dgm:cxn modelId="{5E01D857-44E4-415C-9726-D4F5EF361963}" type="presOf" srcId="{1D12241A-D07F-4C81-A057-D91B7B11D4E6}" destId="{E4CFC184-62DB-4688-B91F-03A332BE5440}" srcOrd="0" destOrd="0" presId="urn:microsoft.com/office/officeart/2005/8/layout/process1"/>
    <dgm:cxn modelId="{4DADFA78-F86A-4BC5-8CEE-53F2721242B3}" type="presOf" srcId="{DC04064A-B625-44AE-BA50-599C2DB23632}" destId="{660084AF-FA7F-4B85-9017-CB37F0E52DDA}" srcOrd="1" destOrd="0" presId="urn:microsoft.com/office/officeart/2005/8/layout/process1"/>
    <dgm:cxn modelId="{D6B95C80-D462-41B3-AA91-138EF3C97F93}" type="presOf" srcId="{6305C679-B837-4706-AB9A-A7965A18C5A7}" destId="{7CEA1368-BE19-4284-A756-CE2E1BF671FF}" srcOrd="0" destOrd="0" presId="urn:microsoft.com/office/officeart/2005/8/layout/process1"/>
    <dgm:cxn modelId="{FB979388-C691-4BEE-BA33-F4082733F997}" type="presOf" srcId="{A3C74B4A-FF08-44B0-851A-1B65933A2713}" destId="{FB7341DF-BDC7-410E-8E05-543F6F624071}" srcOrd="0" destOrd="0" presId="urn:microsoft.com/office/officeart/2005/8/layout/process1"/>
    <dgm:cxn modelId="{5F0F0498-8980-4611-A441-1603A30C2BD1}" type="presOf" srcId="{CDA890C7-61F2-445D-8DFE-E489F9C5FB84}" destId="{2A0745CD-8BB8-4295-BF53-6A7C8AD0EBA5}" srcOrd="0" destOrd="0" presId="urn:microsoft.com/office/officeart/2005/8/layout/process1"/>
    <dgm:cxn modelId="{4DF25898-64D1-4959-8038-773447C9CF7C}" type="presOf" srcId="{D7DCF468-C443-41CE-AB4B-66AF68FA4558}" destId="{F91A3585-7E68-4BE1-B557-4CBE4A1D0847}" srcOrd="0" destOrd="0" presId="urn:microsoft.com/office/officeart/2005/8/layout/process1"/>
    <dgm:cxn modelId="{B451009D-EEE5-4D78-B8C4-9382115589D6}" type="presOf" srcId="{E767F291-8E29-4CB9-9166-50D05FF7656D}" destId="{A8CA1B0C-5193-453D-9E52-E10DC6EEB274}" srcOrd="0" destOrd="0" presId="urn:microsoft.com/office/officeart/2005/8/layout/process1"/>
    <dgm:cxn modelId="{51180FA0-FE03-4F1B-81B2-E5860D69CCBA}" type="presOf" srcId="{03A0F182-96A3-4AA9-9E01-568AA7E88C1F}" destId="{888D90B7-02A4-4F1D-9027-6DDAAB74CEB4}" srcOrd="0" destOrd="0" presId="urn:microsoft.com/office/officeart/2005/8/layout/process1"/>
    <dgm:cxn modelId="{02B7B4A5-019F-4747-90C1-2B2C2106F0AF}" srcId="{1D12241A-D07F-4C81-A057-D91B7B11D4E6}" destId="{D9847E13-3CFB-455B-BDE3-F36593C29795}" srcOrd="3" destOrd="0" parTransId="{B28AF071-7385-48C4-8ED0-38FB2DABE566}" sibTransId="{6305C679-B837-4706-AB9A-A7965A18C5A7}"/>
    <dgm:cxn modelId="{68974CAE-D89F-4EDF-904F-05A7B8C08E72}" type="presOf" srcId="{769C46F8-2A31-4187-8C52-A12376A0E83C}" destId="{9876C816-E72D-40D8-A7C8-C6ED119E3C82}" srcOrd="0" destOrd="0" presId="urn:microsoft.com/office/officeart/2005/8/layout/process1"/>
    <dgm:cxn modelId="{ACEA9CB2-A3A2-4B86-BFD2-241F5D9AB750}" type="presOf" srcId="{DC04064A-B625-44AE-BA50-599C2DB23632}" destId="{D10992AC-F8BD-4076-9735-89FC0F72D2F1}" srcOrd="0" destOrd="0" presId="urn:microsoft.com/office/officeart/2005/8/layout/process1"/>
    <dgm:cxn modelId="{5A3AFDBD-09DE-4D81-9D4B-6F95EF07E57A}" type="presOf" srcId="{05053D10-88F3-4060-BF6B-15AF7F641DB5}" destId="{032ACDE5-5D27-4A4D-BFD9-705B5F80B9B3}" srcOrd="0" destOrd="0" presId="urn:microsoft.com/office/officeart/2005/8/layout/process1"/>
    <dgm:cxn modelId="{68A62BC0-F3A6-4F16-B380-B60FDECD913F}" type="presOf" srcId="{D9847E13-3CFB-455B-BDE3-F36593C29795}" destId="{2C5E5881-E6A6-4FBB-953E-B8A9C1375C8F}" srcOrd="0" destOrd="0" presId="urn:microsoft.com/office/officeart/2005/8/layout/process1"/>
    <dgm:cxn modelId="{D9D126C8-E39D-4E75-9593-F698D5416C94}" srcId="{1D12241A-D07F-4C81-A057-D91B7B11D4E6}" destId="{36871D8B-012C-4DB2-A9C4-B0149EED6AEF}" srcOrd="7" destOrd="0" parTransId="{D41308EF-4A01-4814-A6A9-3592C534B5F0}" sibTransId="{07536BD9-E954-4D41-A5AE-A6A81449A0C8}"/>
    <dgm:cxn modelId="{169B53CF-508A-4289-9D99-4F673BFB7ADA}" type="presOf" srcId="{60AF61F4-8704-40E2-96DF-B0E86618C617}" destId="{DFF6F8A4-CC45-4047-9ABA-223FA411664E}" srcOrd="0" destOrd="0" presId="urn:microsoft.com/office/officeart/2005/8/layout/process1"/>
    <dgm:cxn modelId="{642814D7-353B-46EA-A9AD-9EE2BAAFADAD}" srcId="{1D12241A-D07F-4C81-A057-D91B7B11D4E6}" destId="{E767F291-8E29-4CB9-9166-50D05FF7656D}" srcOrd="1" destOrd="0" parTransId="{DC7FC53D-7D21-4141-8C5B-CE0373B81DBE}" sibTransId="{60AF61F4-8704-40E2-96DF-B0E86618C617}"/>
    <dgm:cxn modelId="{C9FEB4DF-5172-40AF-AA62-4C539CA2DF90}" type="presOf" srcId="{60AF61F4-8704-40E2-96DF-B0E86618C617}" destId="{0DA227C4-096E-41B3-9450-C3FC0B6DE242}" srcOrd="1" destOrd="0" presId="urn:microsoft.com/office/officeart/2005/8/layout/process1"/>
    <dgm:cxn modelId="{A88980E1-8348-4EAF-B413-3A1A65972099}" type="presOf" srcId="{36871D8B-012C-4DB2-A9C4-B0149EED6AEF}" destId="{13D3C381-5877-445F-A633-4DF9E36B4DB9}" srcOrd="0" destOrd="0" presId="urn:microsoft.com/office/officeart/2005/8/layout/process1"/>
    <dgm:cxn modelId="{E897F0E8-EB5A-456D-959B-2DC11EF381A7}" type="presOf" srcId="{A3C74B4A-FF08-44B0-851A-1B65933A2713}" destId="{9B5697BB-7039-4F91-ACBB-E83BE88A24C6}" srcOrd="1" destOrd="0" presId="urn:microsoft.com/office/officeart/2005/8/layout/process1"/>
    <dgm:cxn modelId="{8DA85595-1458-4444-B59F-F2CE5595B35C}" type="presParOf" srcId="{E4CFC184-62DB-4688-B91F-03A332BE5440}" destId="{EAE02A84-BCC3-4569-8A31-DC87062E1998}" srcOrd="0" destOrd="0" presId="urn:microsoft.com/office/officeart/2005/8/layout/process1"/>
    <dgm:cxn modelId="{C30B2560-8799-4CDC-8D8F-11285E24D382}" type="presParOf" srcId="{E4CFC184-62DB-4688-B91F-03A332BE5440}" destId="{2A0745CD-8BB8-4295-BF53-6A7C8AD0EBA5}" srcOrd="1" destOrd="0" presId="urn:microsoft.com/office/officeart/2005/8/layout/process1"/>
    <dgm:cxn modelId="{E5FB32A5-69BB-488B-94A3-3E293B46610E}" type="presParOf" srcId="{2A0745CD-8BB8-4295-BF53-6A7C8AD0EBA5}" destId="{334B85E6-2876-47A3-A61B-E81ACD4DC8C8}" srcOrd="0" destOrd="0" presId="urn:microsoft.com/office/officeart/2005/8/layout/process1"/>
    <dgm:cxn modelId="{C150E685-A678-4F15-B605-0782B8C9949C}" type="presParOf" srcId="{E4CFC184-62DB-4688-B91F-03A332BE5440}" destId="{A8CA1B0C-5193-453D-9E52-E10DC6EEB274}" srcOrd="2" destOrd="0" presId="urn:microsoft.com/office/officeart/2005/8/layout/process1"/>
    <dgm:cxn modelId="{541C48E8-8D3A-4652-B732-952611B2E8CF}" type="presParOf" srcId="{E4CFC184-62DB-4688-B91F-03A332BE5440}" destId="{DFF6F8A4-CC45-4047-9ABA-223FA411664E}" srcOrd="3" destOrd="0" presId="urn:microsoft.com/office/officeart/2005/8/layout/process1"/>
    <dgm:cxn modelId="{AD9B5CD6-878F-4488-BB30-B87677E61DDA}" type="presParOf" srcId="{DFF6F8A4-CC45-4047-9ABA-223FA411664E}" destId="{0DA227C4-096E-41B3-9450-C3FC0B6DE242}" srcOrd="0" destOrd="0" presId="urn:microsoft.com/office/officeart/2005/8/layout/process1"/>
    <dgm:cxn modelId="{87F62075-C9D4-4D83-9F50-6D8B40AE37BD}" type="presParOf" srcId="{E4CFC184-62DB-4688-B91F-03A332BE5440}" destId="{7B69F255-6789-4E68-9C1F-1E16F2520704}" srcOrd="4" destOrd="0" presId="urn:microsoft.com/office/officeart/2005/8/layout/process1"/>
    <dgm:cxn modelId="{92C246C1-6581-48C2-A2CB-3AE685345D42}" type="presParOf" srcId="{E4CFC184-62DB-4688-B91F-03A332BE5440}" destId="{888D90B7-02A4-4F1D-9027-6DDAAB74CEB4}" srcOrd="5" destOrd="0" presId="urn:microsoft.com/office/officeart/2005/8/layout/process1"/>
    <dgm:cxn modelId="{65886575-5042-453F-B720-84812EB14612}" type="presParOf" srcId="{888D90B7-02A4-4F1D-9027-6DDAAB74CEB4}" destId="{250A8404-D222-43EB-91A2-AD1FF462E34A}" srcOrd="0" destOrd="0" presId="urn:microsoft.com/office/officeart/2005/8/layout/process1"/>
    <dgm:cxn modelId="{5524235F-4836-497F-A25F-9BBF9518EBCD}" type="presParOf" srcId="{E4CFC184-62DB-4688-B91F-03A332BE5440}" destId="{2C5E5881-E6A6-4FBB-953E-B8A9C1375C8F}" srcOrd="6" destOrd="0" presId="urn:microsoft.com/office/officeart/2005/8/layout/process1"/>
    <dgm:cxn modelId="{50307916-7483-4224-83A8-15765A584CC1}" type="presParOf" srcId="{E4CFC184-62DB-4688-B91F-03A332BE5440}" destId="{7CEA1368-BE19-4284-A756-CE2E1BF671FF}" srcOrd="7" destOrd="0" presId="urn:microsoft.com/office/officeart/2005/8/layout/process1"/>
    <dgm:cxn modelId="{06E1DC70-FE3F-4857-94A3-BA6CE4149BCD}" type="presParOf" srcId="{7CEA1368-BE19-4284-A756-CE2E1BF671FF}" destId="{1A239385-927F-4F78-B86A-BE1903F8BA5D}" srcOrd="0" destOrd="0" presId="urn:microsoft.com/office/officeart/2005/8/layout/process1"/>
    <dgm:cxn modelId="{C2320FE3-BF24-40AE-A5E4-92D056EB6003}" type="presParOf" srcId="{E4CFC184-62DB-4688-B91F-03A332BE5440}" destId="{F91A3585-7E68-4BE1-B557-4CBE4A1D0847}" srcOrd="8" destOrd="0" presId="urn:microsoft.com/office/officeart/2005/8/layout/process1"/>
    <dgm:cxn modelId="{7615DD9F-8C63-4441-85C5-5E78EA9FD4AA}" type="presParOf" srcId="{E4CFC184-62DB-4688-B91F-03A332BE5440}" destId="{FB7341DF-BDC7-410E-8E05-543F6F624071}" srcOrd="9" destOrd="0" presId="urn:microsoft.com/office/officeart/2005/8/layout/process1"/>
    <dgm:cxn modelId="{8C92CDCD-51DD-4038-8FAB-36DD367275A0}" type="presParOf" srcId="{FB7341DF-BDC7-410E-8E05-543F6F624071}" destId="{9B5697BB-7039-4F91-ACBB-E83BE88A24C6}" srcOrd="0" destOrd="0" presId="urn:microsoft.com/office/officeart/2005/8/layout/process1"/>
    <dgm:cxn modelId="{D942962F-E392-4803-BEE5-7FD8B60A86A9}" type="presParOf" srcId="{E4CFC184-62DB-4688-B91F-03A332BE5440}" destId="{9876C816-E72D-40D8-A7C8-C6ED119E3C82}" srcOrd="10" destOrd="0" presId="urn:microsoft.com/office/officeart/2005/8/layout/process1"/>
    <dgm:cxn modelId="{88CEE074-6BE9-4801-84F3-4BC5842F9DB5}" type="presParOf" srcId="{E4CFC184-62DB-4688-B91F-03A332BE5440}" destId="{D10992AC-F8BD-4076-9735-89FC0F72D2F1}" srcOrd="11" destOrd="0" presId="urn:microsoft.com/office/officeart/2005/8/layout/process1"/>
    <dgm:cxn modelId="{4519E270-CA53-412E-9939-4B3ED4D542D1}" type="presParOf" srcId="{D10992AC-F8BD-4076-9735-89FC0F72D2F1}" destId="{660084AF-FA7F-4B85-9017-CB37F0E52DDA}" srcOrd="0" destOrd="0" presId="urn:microsoft.com/office/officeart/2005/8/layout/process1"/>
    <dgm:cxn modelId="{94DA4504-CE92-4C99-BAF9-8C54B906C9FB}" type="presParOf" srcId="{E4CFC184-62DB-4688-B91F-03A332BE5440}" destId="{432EA0DE-BDE1-4A40-8C69-BDC3BC9BE65F}" srcOrd="12" destOrd="0" presId="urn:microsoft.com/office/officeart/2005/8/layout/process1"/>
    <dgm:cxn modelId="{E5FF7D35-C0DD-46FF-9ECF-F100FADA50CD}" type="presParOf" srcId="{E4CFC184-62DB-4688-B91F-03A332BE5440}" destId="{032ACDE5-5D27-4A4D-BFD9-705B5F80B9B3}" srcOrd="13" destOrd="0" presId="urn:microsoft.com/office/officeart/2005/8/layout/process1"/>
    <dgm:cxn modelId="{C7304487-6207-4398-AB68-652E55C28657}" type="presParOf" srcId="{032ACDE5-5D27-4A4D-BFD9-705B5F80B9B3}" destId="{FD3454EF-20AD-44B3-9766-25644FCBEBA8}" srcOrd="0" destOrd="0" presId="urn:microsoft.com/office/officeart/2005/8/layout/process1"/>
    <dgm:cxn modelId="{D47D13BA-8EBA-47D8-9AC6-F5E91BC381BE}" type="presParOf" srcId="{E4CFC184-62DB-4688-B91F-03A332BE5440}" destId="{13D3C381-5877-445F-A633-4DF9E36B4DB9}" srcOrd="1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C4EE7A1A-1774-417F-8514-09B6D838483C}" type="doc">
      <dgm:prSet loTypeId="urn:microsoft.com/office/officeart/2005/8/layout/list1" loCatId="list" qsTypeId="urn:microsoft.com/office/officeart/2005/8/quickstyle/simple2" qsCatId="simple" csTypeId="urn:microsoft.com/office/officeart/2005/8/colors/accent2_1" csCatId="accent2" phldr="1"/>
      <dgm:spPr/>
      <dgm:t>
        <a:bodyPr/>
        <a:lstStyle/>
        <a:p>
          <a:endParaRPr lang="zh-CN" altLang="en-US"/>
        </a:p>
      </dgm:t>
    </dgm:pt>
    <dgm:pt modelId="{B7A06F5D-D0D5-4C0D-A38A-BD26A7E70D18}">
      <dgm:prSet phldrT="[文本]"/>
      <dgm:spPr/>
      <dgm:t>
        <a:bodyPr/>
        <a:lstStyle/>
        <a:p>
          <a:r>
            <a:rPr lang="zh-CN" altLang="en-US" dirty="0"/>
            <a:t>外键约束的作用</a:t>
          </a:r>
          <a:r>
            <a:rPr lang="zh-CN" altLang="en-US"/>
            <a:t>：保持父表和子表的</a:t>
          </a:r>
          <a:r>
            <a:rPr lang="zh-CN" altLang="en-US" dirty="0"/>
            <a:t>连接，消除</a:t>
          </a:r>
          <a:r>
            <a:rPr lang="zh-CN" altLang="en-US" dirty="0">
              <a:solidFill>
                <a:srgbClr val="FF0000"/>
              </a:solidFill>
            </a:rPr>
            <a:t>非法记录</a:t>
          </a:r>
        </a:p>
      </dgm:t>
    </dgm:pt>
    <dgm:pt modelId="{19109922-C134-4F1B-9326-25BD6BAB85AA}" type="parTrans" cxnId="{60581B65-6BE2-4968-9A42-E5C5A5A17E3E}">
      <dgm:prSet/>
      <dgm:spPr/>
      <dgm:t>
        <a:bodyPr/>
        <a:lstStyle/>
        <a:p>
          <a:endParaRPr lang="zh-CN" altLang="en-US"/>
        </a:p>
      </dgm:t>
    </dgm:pt>
    <dgm:pt modelId="{01C23ED6-A5EB-4A77-87FE-46796E6626D2}" type="sibTrans" cxnId="{60581B65-6BE2-4968-9A42-E5C5A5A17E3E}">
      <dgm:prSet/>
      <dgm:spPr/>
      <dgm:t>
        <a:bodyPr/>
        <a:lstStyle/>
        <a:p>
          <a:endParaRPr lang="zh-CN" altLang="en-US"/>
        </a:p>
      </dgm:t>
    </dgm:pt>
    <dgm:pt modelId="{2EC7D648-23B0-4B51-8C48-F5D7DF6337EA}">
      <dgm:prSet phldrT="[文本]"/>
      <dgm:spPr/>
      <dgm:t>
        <a:bodyPr/>
        <a:lstStyle/>
        <a:p>
          <a:r>
            <a:rPr lang="zh-CN" altLang="en-US"/>
            <a:t>判断操作是否成功的标志</a:t>
          </a:r>
          <a:r>
            <a:rPr lang="en-US" altLang="zh-CN"/>
            <a:t>——</a:t>
          </a:r>
          <a:r>
            <a:rPr lang="zh-CN" altLang="en-US"/>
            <a:t>操作执行后有无非法记录</a:t>
          </a:r>
        </a:p>
      </dgm:t>
    </dgm:pt>
    <dgm:pt modelId="{2649942A-B6B4-49E0-A95A-8C9598ED9FBF}" type="parTrans" cxnId="{FC9856EE-D7B7-4008-80B1-888ED3C9488E}">
      <dgm:prSet/>
      <dgm:spPr/>
      <dgm:t>
        <a:bodyPr/>
        <a:lstStyle/>
        <a:p>
          <a:endParaRPr lang="zh-CN" altLang="en-US"/>
        </a:p>
      </dgm:t>
    </dgm:pt>
    <dgm:pt modelId="{90902A54-9A07-4BAD-BA8E-7F99DF2FFB17}" type="sibTrans" cxnId="{FC9856EE-D7B7-4008-80B1-888ED3C9488E}">
      <dgm:prSet/>
      <dgm:spPr/>
      <dgm:t>
        <a:bodyPr/>
        <a:lstStyle/>
        <a:p>
          <a:endParaRPr lang="zh-CN" altLang="en-US"/>
        </a:p>
      </dgm:t>
    </dgm:pt>
    <dgm:pt modelId="{1C11280D-BF31-4B3E-A341-83E873536CBB}">
      <dgm:prSet phldrT="[文本]"/>
      <dgm:spPr/>
      <dgm:t>
        <a:bodyPr/>
        <a:lstStyle/>
        <a:p>
          <a:r>
            <a:rPr lang="zh-CN" altLang="en-US" dirty="0"/>
            <a:t>配置</a:t>
          </a:r>
          <a:r>
            <a:rPr lang="en-US" altLang="zh-CN" dirty="0"/>
            <a:t>on update cascade</a:t>
          </a:r>
          <a:endParaRPr lang="zh-CN" altLang="en-US" dirty="0"/>
        </a:p>
      </dgm:t>
    </dgm:pt>
    <dgm:pt modelId="{5821921E-A8FF-4EF2-86D5-E11CD96D5C61}" type="parTrans" cxnId="{DFEDED2B-FC0C-4792-A3B4-6580BC1CFDED}">
      <dgm:prSet/>
      <dgm:spPr/>
      <dgm:t>
        <a:bodyPr/>
        <a:lstStyle/>
        <a:p>
          <a:endParaRPr lang="zh-CN" altLang="en-US"/>
        </a:p>
      </dgm:t>
    </dgm:pt>
    <dgm:pt modelId="{1493ECFF-5D2C-47F9-931E-7D0CB83F8592}" type="sibTrans" cxnId="{DFEDED2B-FC0C-4792-A3B4-6580BC1CFDED}">
      <dgm:prSet/>
      <dgm:spPr/>
      <dgm:t>
        <a:bodyPr/>
        <a:lstStyle/>
        <a:p>
          <a:endParaRPr lang="zh-CN" altLang="en-US"/>
        </a:p>
      </dgm:t>
    </dgm:pt>
    <dgm:pt modelId="{2EBAEAFE-64D4-4BA6-B406-222D23AB2DAE}">
      <dgm:prSet phldrT="[文本]"/>
      <dgm:spPr/>
      <dgm:t>
        <a:bodyPr/>
        <a:lstStyle/>
        <a:p>
          <a:r>
            <a:rPr lang="zh-CN" altLang="en-US"/>
            <a:t>配置</a:t>
          </a:r>
          <a:r>
            <a:rPr lang="en-US" altLang="zh-CN"/>
            <a:t>on delete cascade</a:t>
          </a:r>
          <a:endParaRPr lang="zh-CN" altLang="en-US"/>
        </a:p>
      </dgm:t>
    </dgm:pt>
    <dgm:pt modelId="{CEEA61B0-DC6A-403D-8B5E-EAC46C568B4D}" type="parTrans" cxnId="{F4C3E313-3CC8-453F-9C2A-535D16F7AF3F}">
      <dgm:prSet/>
      <dgm:spPr/>
      <dgm:t>
        <a:bodyPr/>
        <a:lstStyle/>
        <a:p>
          <a:endParaRPr lang="zh-CN" altLang="en-US"/>
        </a:p>
      </dgm:t>
    </dgm:pt>
    <dgm:pt modelId="{A06E965B-6E18-4B0B-B821-08E0D11352C1}" type="sibTrans" cxnId="{F4C3E313-3CC8-453F-9C2A-535D16F7AF3F}">
      <dgm:prSet/>
      <dgm:spPr/>
      <dgm:t>
        <a:bodyPr/>
        <a:lstStyle/>
        <a:p>
          <a:endParaRPr lang="zh-CN" altLang="en-US"/>
        </a:p>
      </dgm:t>
    </dgm:pt>
    <dgm:pt modelId="{76BF6C32-D525-4022-B9F6-AE8E620C1068}">
      <dgm:prSet phldrT="[文本]"/>
      <dgm:spPr/>
      <dgm:t>
        <a:bodyPr/>
        <a:lstStyle/>
        <a:p>
          <a:r>
            <a:rPr lang="zh-CN" altLang="en-US"/>
            <a:t>解锁父表的主键更新操作（子表自动跟着更新相关字段）</a:t>
          </a:r>
        </a:p>
      </dgm:t>
    </dgm:pt>
    <dgm:pt modelId="{71DD4F59-2BC2-4163-8202-AA275BE1A605}" type="parTrans" cxnId="{D21F03C2-F3B2-43F1-90FC-10AE0F20E7A7}">
      <dgm:prSet/>
      <dgm:spPr/>
      <dgm:t>
        <a:bodyPr/>
        <a:lstStyle/>
        <a:p>
          <a:endParaRPr lang="zh-CN" altLang="en-US"/>
        </a:p>
      </dgm:t>
    </dgm:pt>
    <dgm:pt modelId="{59700A6A-E4B9-4468-AD0B-90D180B70AC2}" type="sibTrans" cxnId="{D21F03C2-F3B2-43F1-90FC-10AE0F20E7A7}">
      <dgm:prSet/>
      <dgm:spPr/>
      <dgm:t>
        <a:bodyPr/>
        <a:lstStyle/>
        <a:p>
          <a:endParaRPr lang="zh-CN" altLang="en-US"/>
        </a:p>
      </dgm:t>
    </dgm:pt>
    <dgm:pt modelId="{040D19A2-6044-4693-ADFB-C1A28398466A}">
      <dgm:prSet phldrT="[文本]"/>
      <dgm:spPr/>
      <dgm:t>
        <a:bodyPr/>
        <a:lstStyle/>
        <a:p>
          <a:r>
            <a:rPr lang="zh-CN" altLang="en-US"/>
            <a:t>解锁父表的记录删除操作（子表自动跟着删除相关记录）</a:t>
          </a:r>
        </a:p>
      </dgm:t>
    </dgm:pt>
    <dgm:pt modelId="{42CF976B-E47E-4BE7-B04F-EA559B6CC128}" type="parTrans" cxnId="{353EDB1D-F02F-4FB8-B0C3-54F2BE1038B8}">
      <dgm:prSet/>
      <dgm:spPr/>
      <dgm:t>
        <a:bodyPr/>
        <a:lstStyle/>
        <a:p>
          <a:endParaRPr lang="zh-CN" altLang="en-US"/>
        </a:p>
      </dgm:t>
    </dgm:pt>
    <dgm:pt modelId="{EE667F1F-0EE2-4F36-A553-5F8CB3C3A5E9}" type="sibTrans" cxnId="{353EDB1D-F02F-4FB8-B0C3-54F2BE1038B8}">
      <dgm:prSet/>
      <dgm:spPr/>
      <dgm:t>
        <a:bodyPr/>
        <a:lstStyle/>
        <a:p>
          <a:endParaRPr lang="zh-CN" altLang="en-US"/>
        </a:p>
      </dgm:t>
    </dgm:pt>
    <dgm:pt modelId="{C83A6E21-145B-4901-B27B-F1231AAD3EAC}" type="pres">
      <dgm:prSet presAssocID="{C4EE7A1A-1774-417F-8514-09B6D838483C}" presName="linear" presStyleCnt="0">
        <dgm:presLayoutVars>
          <dgm:dir/>
          <dgm:animLvl val="lvl"/>
          <dgm:resizeHandles val="exact"/>
        </dgm:presLayoutVars>
      </dgm:prSet>
      <dgm:spPr/>
    </dgm:pt>
    <dgm:pt modelId="{BC1F6C7F-155E-46A6-8D58-003DAC599B23}" type="pres">
      <dgm:prSet presAssocID="{B7A06F5D-D0D5-4C0D-A38A-BD26A7E70D18}" presName="parentLin" presStyleCnt="0"/>
      <dgm:spPr/>
    </dgm:pt>
    <dgm:pt modelId="{3391E2AB-8BD0-4429-A610-27984910959A}" type="pres">
      <dgm:prSet presAssocID="{B7A06F5D-D0D5-4C0D-A38A-BD26A7E70D18}" presName="parentLeftMargin" presStyleLbl="node1" presStyleIdx="0" presStyleCnt="3"/>
      <dgm:spPr/>
    </dgm:pt>
    <dgm:pt modelId="{E7C37912-A8CB-4046-888B-55C0CF0B780D}" type="pres">
      <dgm:prSet presAssocID="{B7A06F5D-D0D5-4C0D-A38A-BD26A7E70D1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B3BABEA-4395-444A-82C4-D81B65E724B2}" type="pres">
      <dgm:prSet presAssocID="{B7A06F5D-D0D5-4C0D-A38A-BD26A7E70D18}" presName="negativeSpace" presStyleCnt="0"/>
      <dgm:spPr/>
    </dgm:pt>
    <dgm:pt modelId="{88395EA9-1AC2-4FF3-949E-944C09B9436D}" type="pres">
      <dgm:prSet presAssocID="{B7A06F5D-D0D5-4C0D-A38A-BD26A7E70D18}" presName="childText" presStyleLbl="conFgAcc1" presStyleIdx="0" presStyleCnt="3">
        <dgm:presLayoutVars>
          <dgm:bulletEnabled val="1"/>
        </dgm:presLayoutVars>
      </dgm:prSet>
      <dgm:spPr/>
    </dgm:pt>
    <dgm:pt modelId="{DCF961A3-A340-4CEF-B99B-A363A58B3120}" type="pres">
      <dgm:prSet presAssocID="{01C23ED6-A5EB-4A77-87FE-46796E6626D2}" presName="spaceBetweenRectangles" presStyleCnt="0"/>
      <dgm:spPr/>
    </dgm:pt>
    <dgm:pt modelId="{D5B2F80E-0CDA-4662-9463-F6B3D64F9F26}" type="pres">
      <dgm:prSet presAssocID="{1C11280D-BF31-4B3E-A341-83E873536CBB}" presName="parentLin" presStyleCnt="0"/>
      <dgm:spPr/>
    </dgm:pt>
    <dgm:pt modelId="{261A5130-AD7E-405E-927F-A26906B6B332}" type="pres">
      <dgm:prSet presAssocID="{1C11280D-BF31-4B3E-A341-83E873536CBB}" presName="parentLeftMargin" presStyleLbl="node1" presStyleIdx="0" presStyleCnt="3"/>
      <dgm:spPr/>
    </dgm:pt>
    <dgm:pt modelId="{2B9009D7-18D8-48B7-B0FE-0C30399860C0}" type="pres">
      <dgm:prSet presAssocID="{1C11280D-BF31-4B3E-A341-83E873536CB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F652BA9-E0ED-4EC7-B496-06C8045C51FB}" type="pres">
      <dgm:prSet presAssocID="{1C11280D-BF31-4B3E-A341-83E873536CBB}" presName="negativeSpace" presStyleCnt="0"/>
      <dgm:spPr/>
    </dgm:pt>
    <dgm:pt modelId="{49D11A02-3444-411B-BA07-236891A9274B}" type="pres">
      <dgm:prSet presAssocID="{1C11280D-BF31-4B3E-A341-83E873536CBB}" presName="childText" presStyleLbl="conFgAcc1" presStyleIdx="1" presStyleCnt="3">
        <dgm:presLayoutVars>
          <dgm:bulletEnabled val="1"/>
        </dgm:presLayoutVars>
      </dgm:prSet>
      <dgm:spPr/>
    </dgm:pt>
    <dgm:pt modelId="{C2170BAE-A233-4898-B57A-5926A733E683}" type="pres">
      <dgm:prSet presAssocID="{1493ECFF-5D2C-47F9-931E-7D0CB83F8592}" presName="spaceBetweenRectangles" presStyleCnt="0"/>
      <dgm:spPr/>
    </dgm:pt>
    <dgm:pt modelId="{8AD75BD3-FBB7-4011-955F-9AF829853F23}" type="pres">
      <dgm:prSet presAssocID="{2EBAEAFE-64D4-4BA6-B406-222D23AB2DAE}" presName="parentLin" presStyleCnt="0"/>
      <dgm:spPr/>
    </dgm:pt>
    <dgm:pt modelId="{4801C888-B7C9-4F5D-9FBC-A3F79B8289FA}" type="pres">
      <dgm:prSet presAssocID="{2EBAEAFE-64D4-4BA6-B406-222D23AB2DAE}" presName="parentLeftMargin" presStyleLbl="node1" presStyleIdx="1" presStyleCnt="3"/>
      <dgm:spPr/>
    </dgm:pt>
    <dgm:pt modelId="{97870460-FEA8-4124-894D-9FFB66C60C2F}" type="pres">
      <dgm:prSet presAssocID="{2EBAEAFE-64D4-4BA6-B406-222D23AB2DAE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34435ACE-8B06-478A-8417-9A840CA6E505}" type="pres">
      <dgm:prSet presAssocID="{2EBAEAFE-64D4-4BA6-B406-222D23AB2DAE}" presName="negativeSpace" presStyleCnt="0"/>
      <dgm:spPr/>
    </dgm:pt>
    <dgm:pt modelId="{F01A6DFE-866C-41D0-B1F7-F4B37EDA6D6B}" type="pres">
      <dgm:prSet presAssocID="{2EBAEAFE-64D4-4BA6-B406-222D23AB2DAE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C20DE802-37F4-4E6A-9147-5CBE262EDD55}" type="presOf" srcId="{1C11280D-BF31-4B3E-A341-83E873536CBB}" destId="{261A5130-AD7E-405E-927F-A26906B6B332}" srcOrd="0" destOrd="0" presId="urn:microsoft.com/office/officeart/2005/8/layout/list1"/>
    <dgm:cxn modelId="{F4C3E313-3CC8-453F-9C2A-535D16F7AF3F}" srcId="{C4EE7A1A-1774-417F-8514-09B6D838483C}" destId="{2EBAEAFE-64D4-4BA6-B406-222D23AB2DAE}" srcOrd="2" destOrd="0" parTransId="{CEEA61B0-DC6A-403D-8B5E-EAC46C568B4D}" sibTransId="{A06E965B-6E18-4B0B-B821-08E0D11352C1}"/>
    <dgm:cxn modelId="{353EDB1D-F02F-4FB8-B0C3-54F2BE1038B8}" srcId="{2EBAEAFE-64D4-4BA6-B406-222D23AB2DAE}" destId="{040D19A2-6044-4693-ADFB-C1A28398466A}" srcOrd="0" destOrd="0" parTransId="{42CF976B-E47E-4BE7-B04F-EA559B6CC128}" sibTransId="{EE667F1F-0EE2-4F36-A553-5F8CB3C3A5E9}"/>
    <dgm:cxn modelId="{DFEDED2B-FC0C-4792-A3B4-6580BC1CFDED}" srcId="{C4EE7A1A-1774-417F-8514-09B6D838483C}" destId="{1C11280D-BF31-4B3E-A341-83E873536CBB}" srcOrd="1" destOrd="0" parTransId="{5821921E-A8FF-4EF2-86D5-E11CD96D5C61}" sibTransId="{1493ECFF-5D2C-47F9-931E-7D0CB83F8592}"/>
    <dgm:cxn modelId="{2CCC9B39-47EE-4B3E-BD2B-C467A72684E0}" type="presOf" srcId="{76BF6C32-D525-4022-B9F6-AE8E620C1068}" destId="{49D11A02-3444-411B-BA07-236891A9274B}" srcOrd="0" destOrd="0" presId="urn:microsoft.com/office/officeart/2005/8/layout/list1"/>
    <dgm:cxn modelId="{60581B65-6BE2-4968-9A42-E5C5A5A17E3E}" srcId="{C4EE7A1A-1774-417F-8514-09B6D838483C}" destId="{B7A06F5D-D0D5-4C0D-A38A-BD26A7E70D18}" srcOrd="0" destOrd="0" parTransId="{19109922-C134-4F1B-9326-25BD6BAB85AA}" sibTransId="{01C23ED6-A5EB-4A77-87FE-46796E6626D2}"/>
    <dgm:cxn modelId="{5743A847-D63D-42B4-B430-C0F5D053A3CC}" type="presOf" srcId="{2EC7D648-23B0-4B51-8C48-F5D7DF6337EA}" destId="{88395EA9-1AC2-4FF3-949E-944C09B9436D}" srcOrd="0" destOrd="0" presId="urn:microsoft.com/office/officeart/2005/8/layout/list1"/>
    <dgm:cxn modelId="{942F3968-C3C4-458E-9354-B60681AB6A73}" type="presOf" srcId="{040D19A2-6044-4693-ADFB-C1A28398466A}" destId="{F01A6DFE-866C-41D0-B1F7-F4B37EDA6D6B}" srcOrd="0" destOrd="0" presId="urn:microsoft.com/office/officeart/2005/8/layout/list1"/>
    <dgm:cxn modelId="{7D7F104E-8787-44CA-8877-79DABDF81996}" type="presOf" srcId="{C4EE7A1A-1774-417F-8514-09B6D838483C}" destId="{C83A6E21-145B-4901-B27B-F1231AAD3EAC}" srcOrd="0" destOrd="0" presId="urn:microsoft.com/office/officeart/2005/8/layout/list1"/>
    <dgm:cxn modelId="{F1B6165A-6B1A-4DEB-A1DA-89547393EAB7}" type="presOf" srcId="{2EBAEAFE-64D4-4BA6-B406-222D23AB2DAE}" destId="{97870460-FEA8-4124-894D-9FFB66C60C2F}" srcOrd="1" destOrd="0" presId="urn:microsoft.com/office/officeart/2005/8/layout/list1"/>
    <dgm:cxn modelId="{CCB31C8B-49F7-47FE-881A-04B96932E60A}" type="presOf" srcId="{2EBAEAFE-64D4-4BA6-B406-222D23AB2DAE}" destId="{4801C888-B7C9-4F5D-9FBC-A3F79B8289FA}" srcOrd="0" destOrd="0" presId="urn:microsoft.com/office/officeart/2005/8/layout/list1"/>
    <dgm:cxn modelId="{B958B6B4-A15E-461A-978B-3826424D6C43}" type="presOf" srcId="{B7A06F5D-D0D5-4C0D-A38A-BD26A7E70D18}" destId="{E7C37912-A8CB-4046-888B-55C0CF0B780D}" srcOrd="1" destOrd="0" presId="urn:microsoft.com/office/officeart/2005/8/layout/list1"/>
    <dgm:cxn modelId="{D21F03C2-F3B2-43F1-90FC-10AE0F20E7A7}" srcId="{1C11280D-BF31-4B3E-A341-83E873536CBB}" destId="{76BF6C32-D525-4022-B9F6-AE8E620C1068}" srcOrd="0" destOrd="0" parTransId="{71DD4F59-2BC2-4163-8202-AA275BE1A605}" sibTransId="{59700A6A-E4B9-4468-AD0B-90D180B70AC2}"/>
    <dgm:cxn modelId="{B575FAE6-6DD9-4089-808A-62384F2ACCA6}" type="presOf" srcId="{1C11280D-BF31-4B3E-A341-83E873536CBB}" destId="{2B9009D7-18D8-48B7-B0FE-0C30399860C0}" srcOrd="1" destOrd="0" presId="urn:microsoft.com/office/officeart/2005/8/layout/list1"/>
    <dgm:cxn modelId="{E2E3C0E7-7E6F-4370-B967-7E71A5ED5D27}" type="presOf" srcId="{B7A06F5D-D0D5-4C0D-A38A-BD26A7E70D18}" destId="{3391E2AB-8BD0-4429-A610-27984910959A}" srcOrd="0" destOrd="0" presId="urn:microsoft.com/office/officeart/2005/8/layout/list1"/>
    <dgm:cxn modelId="{FC9856EE-D7B7-4008-80B1-888ED3C9488E}" srcId="{B7A06F5D-D0D5-4C0D-A38A-BD26A7E70D18}" destId="{2EC7D648-23B0-4B51-8C48-F5D7DF6337EA}" srcOrd="0" destOrd="0" parTransId="{2649942A-B6B4-49E0-A95A-8C9598ED9FBF}" sibTransId="{90902A54-9A07-4BAD-BA8E-7F99DF2FFB17}"/>
    <dgm:cxn modelId="{85A8CB56-A885-4A54-9F62-CE9F89AD48FA}" type="presParOf" srcId="{C83A6E21-145B-4901-B27B-F1231AAD3EAC}" destId="{BC1F6C7F-155E-46A6-8D58-003DAC599B23}" srcOrd="0" destOrd="0" presId="urn:microsoft.com/office/officeart/2005/8/layout/list1"/>
    <dgm:cxn modelId="{97A467A4-086B-47C3-96F6-CA6D455F67A4}" type="presParOf" srcId="{BC1F6C7F-155E-46A6-8D58-003DAC599B23}" destId="{3391E2AB-8BD0-4429-A610-27984910959A}" srcOrd="0" destOrd="0" presId="urn:microsoft.com/office/officeart/2005/8/layout/list1"/>
    <dgm:cxn modelId="{A3190ACD-76FD-4E07-A096-97A3DFE4A1F5}" type="presParOf" srcId="{BC1F6C7F-155E-46A6-8D58-003DAC599B23}" destId="{E7C37912-A8CB-4046-888B-55C0CF0B780D}" srcOrd="1" destOrd="0" presId="urn:microsoft.com/office/officeart/2005/8/layout/list1"/>
    <dgm:cxn modelId="{37D52DFC-F48A-49B1-AF2F-22FB467125D3}" type="presParOf" srcId="{C83A6E21-145B-4901-B27B-F1231AAD3EAC}" destId="{4B3BABEA-4395-444A-82C4-D81B65E724B2}" srcOrd="1" destOrd="0" presId="urn:microsoft.com/office/officeart/2005/8/layout/list1"/>
    <dgm:cxn modelId="{6CE70948-4C5F-4670-9E8F-8702630AF4D5}" type="presParOf" srcId="{C83A6E21-145B-4901-B27B-F1231AAD3EAC}" destId="{88395EA9-1AC2-4FF3-949E-944C09B9436D}" srcOrd="2" destOrd="0" presId="urn:microsoft.com/office/officeart/2005/8/layout/list1"/>
    <dgm:cxn modelId="{E404F586-C1EA-4D57-99F9-9AEA156CDA43}" type="presParOf" srcId="{C83A6E21-145B-4901-B27B-F1231AAD3EAC}" destId="{DCF961A3-A340-4CEF-B99B-A363A58B3120}" srcOrd="3" destOrd="0" presId="urn:microsoft.com/office/officeart/2005/8/layout/list1"/>
    <dgm:cxn modelId="{3ABE3AED-4E72-4EB4-AF49-A2FBCC1E7567}" type="presParOf" srcId="{C83A6E21-145B-4901-B27B-F1231AAD3EAC}" destId="{D5B2F80E-0CDA-4662-9463-F6B3D64F9F26}" srcOrd="4" destOrd="0" presId="urn:microsoft.com/office/officeart/2005/8/layout/list1"/>
    <dgm:cxn modelId="{FE45D216-F091-4C82-8958-67847BFF04EF}" type="presParOf" srcId="{D5B2F80E-0CDA-4662-9463-F6B3D64F9F26}" destId="{261A5130-AD7E-405E-927F-A26906B6B332}" srcOrd="0" destOrd="0" presId="urn:microsoft.com/office/officeart/2005/8/layout/list1"/>
    <dgm:cxn modelId="{392EA034-0EFB-4DF2-A797-2C217B2BF75F}" type="presParOf" srcId="{D5B2F80E-0CDA-4662-9463-F6B3D64F9F26}" destId="{2B9009D7-18D8-48B7-B0FE-0C30399860C0}" srcOrd="1" destOrd="0" presId="urn:microsoft.com/office/officeart/2005/8/layout/list1"/>
    <dgm:cxn modelId="{ED7B5B65-0020-44DF-BFB5-93C0DB88B087}" type="presParOf" srcId="{C83A6E21-145B-4901-B27B-F1231AAD3EAC}" destId="{BF652BA9-E0ED-4EC7-B496-06C8045C51FB}" srcOrd="5" destOrd="0" presId="urn:microsoft.com/office/officeart/2005/8/layout/list1"/>
    <dgm:cxn modelId="{E12661D6-8800-4C49-9A1C-8535C33AD975}" type="presParOf" srcId="{C83A6E21-145B-4901-B27B-F1231AAD3EAC}" destId="{49D11A02-3444-411B-BA07-236891A9274B}" srcOrd="6" destOrd="0" presId="urn:microsoft.com/office/officeart/2005/8/layout/list1"/>
    <dgm:cxn modelId="{FDE538CC-2D85-4CB6-98DD-849B1448A4E4}" type="presParOf" srcId="{C83A6E21-145B-4901-B27B-F1231AAD3EAC}" destId="{C2170BAE-A233-4898-B57A-5926A733E683}" srcOrd="7" destOrd="0" presId="urn:microsoft.com/office/officeart/2005/8/layout/list1"/>
    <dgm:cxn modelId="{A7CF82C6-A6E6-4689-9491-6F68DA93E099}" type="presParOf" srcId="{C83A6E21-145B-4901-B27B-F1231AAD3EAC}" destId="{8AD75BD3-FBB7-4011-955F-9AF829853F23}" srcOrd="8" destOrd="0" presId="urn:microsoft.com/office/officeart/2005/8/layout/list1"/>
    <dgm:cxn modelId="{BCFDEFAF-EB57-4649-B003-3FFC55F7CFAB}" type="presParOf" srcId="{8AD75BD3-FBB7-4011-955F-9AF829853F23}" destId="{4801C888-B7C9-4F5D-9FBC-A3F79B8289FA}" srcOrd="0" destOrd="0" presId="urn:microsoft.com/office/officeart/2005/8/layout/list1"/>
    <dgm:cxn modelId="{9AE908D3-2E7F-4202-96CD-18B627940ECC}" type="presParOf" srcId="{8AD75BD3-FBB7-4011-955F-9AF829853F23}" destId="{97870460-FEA8-4124-894D-9FFB66C60C2F}" srcOrd="1" destOrd="0" presId="urn:microsoft.com/office/officeart/2005/8/layout/list1"/>
    <dgm:cxn modelId="{712EC625-D997-4AC3-8D4C-D178DAA75AEE}" type="presParOf" srcId="{C83A6E21-145B-4901-B27B-F1231AAD3EAC}" destId="{34435ACE-8B06-478A-8417-9A840CA6E505}" srcOrd="9" destOrd="0" presId="urn:microsoft.com/office/officeart/2005/8/layout/list1"/>
    <dgm:cxn modelId="{590D2022-302E-4D39-B863-52DEEF614E12}" type="presParOf" srcId="{C83A6E21-145B-4901-B27B-F1231AAD3EAC}" destId="{F01A6DFE-866C-41D0-B1F7-F4B37EDA6D6B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0B14CBC8-0D9E-4844-931B-0F42E799798C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5A2F2EF4-D20E-4642-8FB6-70D52E4DF6E4}">
      <dgm:prSet phldrT="[文本]"/>
      <dgm:spPr/>
      <dgm:t>
        <a:bodyPr/>
        <a:lstStyle/>
        <a:p>
          <a:r>
            <a:rPr lang="zh-CN" altLang="en-US"/>
            <a:t>建议插入记录的命令为：</a:t>
          </a:r>
        </a:p>
      </dgm:t>
    </dgm:pt>
    <dgm:pt modelId="{CEC4283E-7360-4A48-954B-2CA451A51D9D}" type="parTrans" cxnId="{38486CAF-F49E-4951-8731-B5742684101F}">
      <dgm:prSet/>
      <dgm:spPr/>
      <dgm:t>
        <a:bodyPr/>
        <a:lstStyle/>
        <a:p>
          <a:endParaRPr lang="zh-CN" altLang="en-US"/>
        </a:p>
      </dgm:t>
    </dgm:pt>
    <dgm:pt modelId="{13738789-B525-4F0C-BF04-87D2B94D26A5}" type="sibTrans" cxnId="{38486CAF-F49E-4951-8731-B5742684101F}">
      <dgm:prSet/>
      <dgm:spPr/>
      <dgm:t>
        <a:bodyPr/>
        <a:lstStyle/>
        <a:p>
          <a:endParaRPr lang="zh-CN" altLang="en-US"/>
        </a:p>
      </dgm:t>
    </dgm:pt>
    <dgm:pt modelId="{48A720E9-FA0E-4165-B9F5-CF63B6DFC5D0}">
      <dgm:prSet phldrT="[文本]"/>
      <dgm:spPr/>
      <dgm:t>
        <a:bodyPr/>
        <a:lstStyle/>
        <a:p>
          <a:r>
            <a:rPr lang="en-US" altLang="zh-CN"/>
            <a:t>insert into guirz_class</a:t>
          </a:r>
          <a:br>
            <a:rPr lang="en-US" altLang="zh-CN"/>
          </a:br>
          <a:r>
            <a:rPr lang="en-US" altLang="zh-CN"/>
            <a:t>(clname,clyear,clmajor)</a:t>
          </a:r>
          <a:br>
            <a:rPr lang="en-US" altLang="zh-CN"/>
          </a:br>
          <a:r>
            <a:rPr lang="en-US" altLang="zh-CN"/>
            <a:t>values</a:t>
          </a:r>
          <a:br>
            <a:rPr lang="en-US" altLang="zh-CN"/>
          </a:br>
          <a:r>
            <a:rPr lang="en-US" altLang="zh-CN"/>
            <a:t>(……);</a:t>
          </a:r>
          <a:endParaRPr lang="zh-CN" altLang="en-US"/>
        </a:p>
      </dgm:t>
    </dgm:pt>
    <dgm:pt modelId="{9CD7FBC1-B3D3-4143-97FD-335D5E67ED46}" type="sibTrans" cxnId="{D964BEED-3587-496E-BB35-E2DBF58EE14C}">
      <dgm:prSet/>
      <dgm:spPr/>
      <dgm:t>
        <a:bodyPr/>
        <a:lstStyle/>
        <a:p>
          <a:endParaRPr lang="zh-CN" altLang="en-US"/>
        </a:p>
      </dgm:t>
    </dgm:pt>
    <dgm:pt modelId="{C0E17708-18AD-4C7D-A39B-7AB328747F34}" type="parTrans" cxnId="{D964BEED-3587-496E-BB35-E2DBF58EE14C}">
      <dgm:prSet/>
      <dgm:spPr/>
      <dgm:t>
        <a:bodyPr/>
        <a:lstStyle/>
        <a:p>
          <a:endParaRPr lang="zh-CN" altLang="en-US"/>
        </a:p>
      </dgm:t>
    </dgm:pt>
    <dgm:pt modelId="{891FB68F-3703-47A5-A458-0919CD474FC6}" type="pres">
      <dgm:prSet presAssocID="{0B14CBC8-0D9E-4844-931B-0F42E799798C}" presName="linear" presStyleCnt="0">
        <dgm:presLayoutVars>
          <dgm:dir/>
          <dgm:animLvl val="lvl"/>
          <dgm:resizeHandles val="exact"/>
        </dgm:presLayoutVars>
      </dgm:prSet>
      <dgm:spPr/>
    </dgm:pt>
    <dgm:pt modelId="{93A05CA4-E447-44D6-9106-7966E89D5307}" type="pres">
      <dgm:prSet presAssocID="{5A2F2EF4-D20E-4642-8FB6-70D52E4DF6E4}" presName="parentLin" presStyleCnt="0"/>
      <dgm:spPr/>
    </dgm:pt>
    <dgm:pt modelId="{A7F2F214-E04B-4681-AC38-63EB46C4B3EE}" type="pres">
      <dgm:prSet presAssocID="{5A2F2EF4-D20E-4642-8FB6-70D52E4DF6E4}" presName="parentLeftMargin" presStyleLbl="node1" presStyleIdx="0" presStyleCnt="1"/>
      <dgm:spPr/>
    </dgm:pt>
    <dgm:pt modelId="{6E356018-861C-4797-A425-8990E6A71CD5}" type="pres">
      <dgm:prSet presAssocID="{5A2F2EF4-D20E-4642-8FB6-70D52E4DF6E4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93EA74C5-0D7E-40CA-985F-3A6A1C67DD5A}" type="pres">
      <dgm:prSet presAssocID="{5A2F2EF4-D20E-4642-8FB6-70D52E4DF6E4}" presName="negativeSpace" presStyleCnt="0"/>
      <dgm:spPr/>
    </dgm:pt>
    <dgm:pt modelId="{0D53C023-3DB9-4016-8ECB-E58BC0532A27}" type="pres">
      <dgm:prSet presAssocID="{5A2F2EF4-D20E-4642-8FB6-70D52E4DF6E4}" presName="childText" presStyleLbl="conFgAcc1" presStyleIdx="0" presStyleCnt="1" custLinFactNeighborX="-68" custLinFactNeighborY="3035">
        <dgm:presLayoutVars>
          <dgm:bulletEnabled val="1"/>
        </dgm:presLayoutVars>
      </dgm:prSet>
      <dgm:spPr/>
    </dgm:pt>
  </dgm:ptLst>
  <dgm:cxnLst>
    <dgm:cxn modelId="{33434C0C-2575-4062-A3F1-6F515F4617EC}" type="presOf" srcId="{0B14CBC8-0D9E-4844-931B-0F42E799798C}" destId="{891FB68F-3703-47A5-A458-0919CD474FC6}" srcOrd="0" destOrd="0" presId="urn:microsoft.com/office/officeart/2005/8/layout/list1"/>
    <dgm:cxn modelId="{38486CAF-F49E-4951-8731-B5742684101F}" srcId="{0B14CBC8-0D9E-4844-931B-0F42E799798C}" destId="{5A2F2EF4-D20E-4642-8FB6-70D52E4DF6E4}" srcOrd="0" destOrd="0" parTransId="{CEC4283E-7360-4A48-954B-2CA451A51D9D}" sibTransId="{13738789-B525-4F0C-BF04-87D2B94D26A5}"/>
    <dgm:cxn modelId="{04274EB6-84E5-4DF7-89E0-9D8B63F9DE01}" type="presOf" srcId="{48A720E9-FA0E-4165-B9F5-CF63B6DFC5D0}" destId="{0D53C023-3DB9-4016-8ECB-E58BC0532A27}" srcOrd="0" destOrd="0" presId="urn:microsoft.com/office/officeart/2005/8/layout/list1"/>
    <dgm:cxn modelId="{89408EC1-B04C-4C88-8FF2-1FCB3BA76CA9}" type="presOf" srcId="{5A2F2EF4-D20E-4642-8FB6-70D52E4DF6E4}" destId="{6E356018-861C-4797-A425-8990E6A71CD5}" srcOrd="1" destOrd="0" presId="urn:microsoft.com/office/officeart/2005/8/layout/list1"/>
    <dgm:cxn modelId="{8F2CCEE4-3AD9-4CCB-9756-01B74D3C8D02}" type="presOf" srcId="{5A2F2EF4-D20E-4642-8FB6-70D52E4DF6E4}" destId="{A7F2F214-E04B-4681-AC38-63EB46C4B3EE}" srcOrd="0" destOrd="0" presId="urn:microsoft.com/office/officeart/2005/8/layout/list1"/>
    <dgm:cxn modelId="{D964BEED-3587-496E-BB35-E2DBF58EE14C}" srcId="{5A2F2EF4-D20E-4642-8FB6-70D52E4DF6E4}" destId="{48A720E9-FA0E-4165-B9F5-CF63B6DFC5D0}" srcOrd="0" destOrd="0" parTransId="{C0E17708-18AD-4C7D-A39B-7AB328747F34}" sibTransId="{9CD7FBC1-B3D3-4143-97FD-335D5E67ED46}"/>
    <dgm:cxn modelId="{69D9196D-311D-4C26-AE8E-B502953DB74C}" type="presParOf" srcId="{891FB68F-3703-47A5-A458-0919CD474FC6}" destId="{93A05CA4-E447-44D6-9106-7966E89D5307}" srcOrd="0" destOrd="0" presId="urn:microsoft.com/office/officeart/2005/8/layout/list1"/>
    <dgm:cxn modelId="{6E7F93C0-222D-44F2-9CB7-902E0C7692D6}" type="presParOf" srcId="{93A05CA4-E447-44D6-9106-7966E89D5307}" destId="{A7F2F214-E04B-4681-AC38-63EB46C4B3EE}" srcOrd="0" destOrd="0" presId="urn:microsoft.com/office/officeart/2005/8/layout/list1"/>
    <dgm:cxn modelId="{70A6857E-E78B-4D26-9824-B1CAE47046C2}" type="presParOf" srcId="{93A05CA4-E447-44D6-9106-7966E89D5307}" destId="{6E356018-861C-4797-A425-8990E6A71CD5}" srcOrd="1" destOrd="0" presId="urn:microsoft.com/office/officeart/2005/8/layout/list1"/>
    <dgm:cxn modelId="{58B16EEA-9B85-4726-A467-7C0B645191FD}" type="presParOf" srcId="{891FB68F-3703-47A5-A458-0919CD474FC6}" destId="{93EA74C5-0D7E-40CA-985F-3A6A1C67DD5A}" srcOrd="1" destOrd="0" presId="urn:microsoft.com/office/officeart/2005/8/layout/list1"/>
    <dgm:cxn modelId="{B8130B6F-012D-46E8-9997-E275FD9BE247}" type="presParOf" srcId="{891FB68F-3703-47A5-A458-0919CD474FC6}" destId="{0D53C023-3DB9-4016-8ECB-E58BC0532A27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862857-85C1-48CD-92C6-84AF58C75060}">
      <dsp:nvSpPr>
        <dsp:cNvPr id="0" name=""/>
        <dsp:cNvSpPr/>
      </dsp:nvSpPr>
      <dsp:spPr>
        <a:xfrm>
          <a:off x="0" y="262801"/>
          <a:ext cx="7920880" cy="16317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4748" tIns="291592" rIns="614748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0" kern="1200">
              <a:latin typeface="微软雅黑" panose="020B0503020204020204" pitchFamily="34" charset="-122"/>
              <a:ea typeface="微软雅黑" panose="020B0503020204020204" pitchFamily="34" charset="-122"/>
            </a:rPr>
            <a:t>数据库和表操作</a:t>
          </a:r>
          <a:endParaRPr lang="zh-CN" altLang="en-US" sz="1800" b="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0" kern="1200">
              <a:latin typeface="微软雅黑" panose="020B0503020204020204" pitchFamily="34" charset="-122"/>
              <a:ea typeface="微软雅黑" panose="020B0503020204020204" pitchFamily="34" charset="-122"/>
            </a:rPr>
            <a:t>字段、记录操作</a:t>
          </a:r>
          <a:endParaRPr lang="zh-CN" altLang="en-US" sz="1800" b="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0" kern="1200">
              <a:latin typeface="微软雅黑" panose="020B0503020204020204" pitchFamily="34" charset="-122"/>
              <a:ea typeface="微软雅黑" panose="020B0503020204020204" pitchFamily="34" charset="-122"/>
            </a:rPr>
            <a:t>索引、外键、导入和导出</a:t>
          </a:r>
          <a:endParaRPr lang="zh-CN" altLang="en-US" sz="1800" b="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262801"/>
        <a:ext cx="7920880" cy="1631700"/>
      </dsp:txXfrm>
    </dsp:sp>
    <dsp:sp modelId="{70681A12-BB79-4FA5-AA1D-9E1907C51158}">
      <dsp:nvSpPr>
        <dsp:cNvPr id="0" name=""/>
        <dsp:cNvSpPr/>
      </dsp:nvSpPr>
      <dsp:spPr>
        <a:xfrm>
          <a:off x="396044" y="56161"/>
          <a:ext cx="5544616" cy="4132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/>
            <a:t>MySQL</a:t>
          </a:r>
          <a:r>
            <a:rPr lang="zh-CN" altLang="en-US" sz="1800" kern="1200"/>
            <a:t>数据库操作内容</a:t>
          </a:r>
          <a:endParaRPr lang="zh-CN" altLang="en-US" sz="1800" b="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16219" y="76336"/>
        <a:ext cx="5504266" cy="372930"/>
      </dsp:txXfrm>
    </dsp:sp>
    <dsp:sp modelId="{9FF7C330-C6E5-43A3-B8A2-3FD6FB3FB6AF}">
      <dsp:nvSpPr>
        <dsp:cNvPr id="0" name=""/>
        <dsp:cNvSpPr/>
      </dsp:nvSpPr>
      <dsp:spPr>
        <a:xfrm>
          <a:off x="0" y="2176742"/>
          <a:ext cx="7920880" cy="20286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4748" tIns="291592" rIns="614748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0" kern="1200">
              <a:latin typeface="微软雅黑" panose="020B0503020204020204" pitchFamily="34" charset="-122"/>
              <a:ea typeface="微软雅黑" panose="020B0503020204020204" pitchFamily="34" charset="-122"/>
            </a:rPr>
            <a:t>数据库物理建模分析</a:t>
          </a:r>
          <a:endParaRPr lang="zh-CN" altLang="en-US" sz="1800" b="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0" kern="1200">
              <a:latin typeface="微软雅黑" panose="020B0503020204020204" pitchFamily="34" charset="-122"/>
              <a:ea typeface="微软雅黑" panose="020B0503020204020204" pitchFamily="34" charset="-122"/>
            </a:rPr>
            <a:t>系统数据库物理建模过程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0" kern="1200">
              <a:latin typeface="微软雅黑" panose="020B0503020204020204" pitchFamily="34" charset="-122"/>
              <a:ea typeface="微软雅黑" panose="020B0503020204020204" pitchFamily="34" charset="-122"/>
            </a:rPr>
            <a:t>创建数据库和表的命令解析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0" kern="1200">
              <a:latin typeface="微软雅黑" panose="020B0503020204020204" pitchFamily="34" charset="-122"/>
              <a:ea typeface="微软雅黑" panose="020B0503020204020204" pitchFamily="34" charset="-122"/>
            </a:rPr>
            <a:t>外键约束</a:t>
          </a:r>
        </a:p>
      </dsp:txBody>
      <dsp:txXfrm>
        <a:off x="0" y="2176742"/>
        <a:ext cx="7920880" cy="2028600"/>
      </dsp:txXfrm>
    </dsp:sp>
    <dsp:sp modelId="{14D96B29-0C7D-4742-ACBC-B4328E590A7B}">
      <dsp:nvSpPr>
        <dsp:cNvPr id="0" name=""/>
        <dsp:cNvSpPr/>
      </dsp:nvSpPr>
      <dsp:spPr>
        <a:xfrm>
          <a:off x="396044" y="1970102"/>
          <a:ext cx="5544616" cy="4132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b="0" kern="1200">
              <a:latin typeface="微软雅黑" panose="020B0503020204020204" pitchFamily="34" charset="-122"/>
              <a:ea typeface="微软雅黑" panose="020B0503020204020204" pitchFamily="34" charset="-122"/>
            </a:rPr>
            <a:t>MySQL</a:t>
          </a:r>
          <a:r>
            <a:rPr lang="zh-CN" altLang="en-US" sz="1800" b="0" kern="1200">
              <a:latin typeface="微软雅黑" panose="020B0503020204020204" pitchFamily="34" charset="-122"/>
              <a:ea typeface="微软雅黑" panose="020B0503020204020204" pitchFamily="34" charset="-122"/>
            </a:rPr>
            <a:t>数据库的创建</a:t>
          </a:r>
          <a:endParaRPr lang="zh-CN" altLang="en-US" sz="1800" b="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16219" y="1990277"/>
        <a:ext cx="5504266" cy="372930"/>
      </dsp:txXfrm>
    </dsp:sp>
    <dsp:sp modelId="{C838B978-8562-40CA-8887-49A72FBC3429}">
      <dsp:nvSpPr>
        <dsp:cNvPr id="0" name=""/>
        <dsp:cNvSpPr/>
      </dsp:nvSpPr>
      <dsp:spPr>
        <a:xfrm>
          <a:off x="0" y="4487582"/>
          <a:ext cx="7920880" cy="3528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F0FE41-8FE8-4C33-A475-1B0588B5006A}">
      <dsp:nvSpPr>
        <dsp:cNvPr id="0" name=""/>
        <dsp:cNvSpPr/>
      </dsp:nvSpPr>
      <dsp:spPr>
        <a:xfrm>
          <a:off x="396044" y="4280942"/>
          <a:ext cx="5544616" cy="4132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0" kern="1200">
              <a:latin typeface="微软雅黑" panose="020B0503020204020204" pitchFamily="34" charset="-122"/>
              <a:ea typeface="微软雅黑" panose="020B0503020204020204" pitchFamily="34" charset="-122"/>
            </a:rPr>
            <a:t>测试记录的添加</a:t>
          </a:r>
          <a:endParaRPr lang="zh-CN" altLang="en-US" sz="1800" b="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16219" y="4301117"/>
        <a:ext cx="5504266" cy="3729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F3C73E-9CDB-4DBC-9190-CADC40012B65}">
      <dsp:nvSpPr>
        <dsp:cNvPr id="0" name=""/>
        <dsp:cNvSpPr/>
      </dsp:nvSpPr>
      <dsp:spPr>
        <a:xfrm>
          <a:off x="0" y="250325"/>
          <a:ext cx="5181600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38B50F-A21D-4417-9CEF-7C77938826A3}">
      <dsp:nvSpPr>
        <dsp:cNvPr id="0" name=""/>
        <dsp:cNvSpPr/>
      </dsp:nvSpPr>
      <dsp:spPr>
        <a:xfrm>
          <a:off x="259080" y="43685"/>
          <a:ext cx="3627120" cy="413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/>
            <a:t>连接数据库 </a:t>
          </a:r>
          <a:r>
            <a:rPr lang="en-US" altLang="en-US" sz="1400" kern="1200"/>
            <a:t>mysql –h *** -uroot -p</a:t>
          </a:r>
          <a:endParaRPr lang="zh-CN" altLang="en-US" sz="1400" kern="1200"/>
        </a:p>
      </dsp:txBody>
      <dsp:txXfrm>
        <a:off x="279255" y="63860"/>
        <a:ext cx="3586770" cy="372930"/>
      </dsp:txXfrm>
    </dsp:sp>
    <dsp:sp modelId="{04FFFA79-B708-4059-8D9F-4A7DC85F1D2A}">
      <dsp:nvSpPr>
        <dsp:cNvPr id="0" name=""/>
        <dsp:cNvSpPr/>
      </dsp:nvSpPr>
      <dsp:spPr>
        <a:xfrm>
          <a:off x="0" y="885366"/>
          <a:ext cx="5181600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-176539"/>
              <a:satOff val="844"/>
              <a:lumOff val="117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E0B996-EB7D-4A29-8820-2FD9A9D2D84F}">
      <dsp:nvSpPr>
        <dsp:cNvPr id="0" name=""/>
        <dsp:cNvSpPr/>
      </dsp:nvSpPr>
      <dsp:spPr>
        <a:xfrm>
          <a:off x="259080" y="678725"/>
          <a:ext cx="3627120" cy="413280"/>
        </a:xfrm>
        <a:prstGeom prst="roundRect">
          <a:avLst/>
        </a:prstGeom>
        <a:solidFill>
          <a:schemeClr val="accent2">
            <a:hueOff val="-176539"/>
            <a:satOff val="844"/>
            <a:lumOff val="11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/>
            <a:t>显示数据库  </a:t>
          </a:r>
          <a:r>
            <a:rPr lang="en-US" altLang="en-US" sz="1400" kern="1200"/>
            <a:t>show database</a:t>
          </a:r>
          <a:r>
            <a:rPr lang="en-US" altLang="en-US" sz="1400" kern="1200">
              <a:solidFill>
                <a:srgbClr val="FF0000"/>
              </a:solidFill>
            </a:rPr>
            <a:t>s</a:t>
          </a:r>
          <a:r>
            <a:rPr lang="en-US" altLang="en-US" sz="1400" kern="1200"/>
            <a:t>;</a:t>
          </a:r>
          <a:endParaRPr lang="zh-CN" altLang="en-US" sz="1400" kern="1200"/>
        </a:p>
      </dsp:txBody>
      <dsp:txXfrm>
        <a:off x="279255" y="698900"/>
        <a:ext cx="3586770" cy="372930"/>
      </dsp:txXfrm>
    </dsp:sp>
    <dsp:sp modelId="{9EE6A57C-46AE-4339-A10A-8E5C1ED46A23}">
      <dsp:nvSpPr>
        <dsp:cNvPr id="0" name=""/>
        <dsp:cNvSpPr/>
      </dsp:nvSpPr>
      <dsp:spPr>
        <a:xfrm>
          <a:off x="0" y="1520406"/>
          <a:ext cx="5181600" cy="771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-353078"/>
              <a:satOff val="1687"/>
              <a:lumOff val="235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291592" rIns="402150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400" kern="1200"/>
            <a:t>create database *** default charset utf8 collate utf8_general_ci;</a:t>
          </a:r>
          <a:endParaRPr lang="zh-CN" altLang="en-US" sz="1400" kern="1200"/>
        </a:p>
      </dsp:txBody>
      <dsp:txXfrm>
        <a:off x="0" y="1520406"/>
        <a:ext cx="5181600" cy="771750"/>
      </dsp:txXfrm>
    </dsp:sp>
    <dsp:sp modelId="{B5665193-7CB4-4E56-9157-427F064A3640}">
      <dsp:nvSpPr>
        <dsp:cNvPr id="0" name=""/>
        <dsp:cNvSpPr/>
      </dsp:nvSpPr>
      <dsp:spPr>
        <a:xfrm>
          <a:off x="259080" y="1313766"/>
          <a:ext cx="3627120" cy="413280"/>
        </a:xfrm>
        <a:prstGeom prst="roundRect">
          <a:avLst/>
        </a:prstGeom>
        <a:solidFill>
          <a:schemeClr val="accent2">
            <a:hueOff val="-353078"/>
            <a:satOff val="1687"/>
            <a:lumOff val="235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400" kern="1200"/>
            <a:t>mysql</a:t>
          </a:r>
          <a:r>
            <a:rPr lang="zh-CN" altLang="en-US" sz="1400" kern="1200"/>
            <a:t>创建数据库指定字符集（</a:t>
          </a:r>
          <a:r>
            <a:rPr lang="en-US" altLang="zh-CN" sz="1400" kern="1200"/>
            <a:t>+</a:t>
          </a:r>
          <a:r>
            <a:rPr lang="zh-CN" altLang="en-US" sz="1400" kern="1200"/>
            <a:t>排序规则）</a:t>
          </a:r>
        </a:p>
      </dsp:txBody>
      <dsp:txXfrm>
        <a:off x="279255" y="1333941"/>
        <a:ext cx="3586770" cy="372930"/>
      </dsp:txXfrm>
    </dsp:sp>
    <dsp:sp modelId="{68EE562C-33AC-4C47-88DF-0FD9026F2B10}">
      <dsp:nvSpPr>
        <dsp:cNvPr id="0" name=""/>
        <dsp:cNvSpPr/>
      </dsp:nvSpPr>
      <dsp:spPr>
        <a:xfrm>
          <a:off x="0" y="2574396"/>
          <a:ext cx="5181600" cy="5843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-529618"/>
              <a:satOff val="2531"/>
              <a:lumOff val="35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291592" rIns="402150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400" kern="1200"/>
            <a:t>use ***</a:t>
          </a:r>
          <a:endParaRPr lang="zh-CN" altLang="en-US" sz="1400" kern="1200"/>
        </a:p>
      </dsp:txBody>
      <dsp:txXfrm>
        <a:off x="0" y="2574396"/>
        <a:ext cx="5181600" cy="584325"/>
      </dsp:txXfrm>
    </dsp:sp>
    <dsp:sp modelId="{761CB1C3-C0A2-4653-8F55-ED6FA4AC7E97}">
      <dsp:nvSpPr>
        <dsp:cNvPr id="0" name=""/>
        <dsp:cNvSpPr/>
      </dsp:nvSpPr>
      <dsp:spPr>
        <a:xfrm>
          <a:off x="259080" y="2367756"/>
          <a:ext cx="3627120" cy="413280"/>
        </a:xfrm>
        <a:prstGeom prst="roundRect">
          <a:avLst/>
        </a:prstGeom>
        <a:solidFill>
          <a:schemeClr val="accent2">
            <a:hueOff val="-529618"/>
            <a:satOff val="2531"/>
            <a:lumOff val="353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/>
            <a:t>选择数据库</a:t>
          </a:r>
        </a:p>
      </dsp:txBody>
      <dsp:txXfrm>
        <a:off x="279255" y="2387931"/>
        <a:ext cx="3586770" cy="372930"/>
      </dsp:txXfrm>
    </dsp:sp>
    <dsp:sp modelId="{1A54CB61-1305-4ABD-89B4-EC2DF12BB7C4}">
      <dsp:nvSpPr>
        <dsp:cNvPr id="0" name=""/>
        <dsp:cNvSpPr/>
      </dsp:nvSpPr>
      <dsp:spPr>
        <a:xfrm>
          <a:off x="0" y="3440961"/>
          <a:ext cx="5181600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-706157"/>
              <a:satOff val="3374"/>
              <a:lumOff val="470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5B7DE7-6E93-4205-8E42-7904BF852130}">
      <dsp:nvSpPr>
        <dsp:cNvPr id="0" name=""/>
        <dsp:cNvSpPr/>
      </dsp:nvSpPr>
      <dsp:spPr>
        <a:xfrm>
          <a:off x="259080" y="3234321"/>
          <a:ext cx="3627120" cy="413280"/>
        </a:xfrm>
        <a:prstGeom prst="roundRect">
          <a:avLst/>
        </a:prstGeom>
        <a:solidFill>
          <a:schemeClr val="accent2">
            <a:hueOff val="-706157"/>
            <a:satOff val="3374"/>
            <a:lumOff val="470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/>
            <a:t>删除库：</a:t>
          </a:r>
          <a:r>
            <a:rPr lang="en-US" altLang="en-US" sz="1400" kern="1200"/>
            <a:t>drop</a:t>
          </a:r>
          <a:endParaRPr lang="zh-CN" altLang="en-US" sz="1400" kern="1200"/>
        </a:p>
      </dsp:txBody>
      <dsp:txXfrm>
        <a:off x="279255" y="3254496"/>
        <a:ext cx="3586770" cy="372930"/>
      </dsp:txXfrm>
    </dsp:sp>
    <dsp:sp modelId="{457E5988-EE7E-4E64-BC8A-E9142315458B}">
      <dsp:nvSpPr>
        <dsp:cNvPr id="0" name=""/>
        <dsp:cNvSpPr/>
      </dsp:nvSpPr>
      <dsp:spPr>
        <a:xfrm>
          <a:off x="0" y="4076001"/>
          <a:ext cx="5181600" cy="8158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-882696"/>
              <a:satOff val="4218"/>
              <a:lumOff val="588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291592" rIns="402150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400" kern="1200" dirty="0"/>
            <a:t>1. </a:t>
          </a:r>
          <a:r>
            <a:rPr lang="en-US" altLang="zh-CN" sz="1400" kern="1200" dirty="0" err="1"/>
            <a:t>MyISAM</a:t>
          </a:r>
          <a:r>
            <a:rPr lang="zh-CN" altLang="en-US" sz="1400" kern="1200" dirty="0"/>
            <a:t>，关闭数据库改文件夹名字；</a:t>
          </a:r>
          <a:r>
            <a:rPr lang="en-US" altLang="zh-CN" sz="1400" kern="1200" dirty="0"/>
            <a:t>2. </a:t>
          </a:r>
          <a:r>
            <a:rPr lang="zh-CN" altLang="en-US" sz="1400" kern="1200" dirty="0"/>
            <a:t>创建新库，修改全部表名为新库表名；</a:t>
          </a:r>
          <a:r>
            <a:rPr lang="en-US" altLang="zh-CN" sz="1400" kern="1200" dirty="0"/>
            <a:t>3. </a:t>
          </a:r>
          <a:r>
            <a:rPr lang="zh-CN" altLang="en-US" sz="1400" kern="1200" dirty="0"/>
            <a:t>导出再导入</a:t>
          </a:r>
        </a:p>
      </dsp:txBody>
      <dsp:txXfrm>
        <a:off x="0" y="4076001"/>
        <a:ext cx="5181600" cy="815850"/>
      </dsp:txXfrm>
    </dsp:sp>
    <dsp:sp modelId="{54CEF45A-FD2C-4FBF-91C2-375E3B71AAD0}">
      <dsp:nvSpPr>
        <dsp:cNvPr id="0" name=""/>
        <dsp:cNvSpPr/>
      </dsp:nvSpPr>
      <dsp:spPr>
        <a:xfrm>
          <a:off x="259080" y="3869361"/>
          <a:ext cx="3627120" cy="413280"/>
        </a:xfrm>
        <a:prstGeom prst="roundRect">
          <a:avLst/>
        </a:prstGeom>
        <a:solidFill>
          <a:schemeClr val="accent2">
            <a:hueOff val="-882696"/>
            <a:satOff val="4218"/>
            <a:lumOff val="588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/>
            <a:t>数据库重命名</a:t>
          </a:r>
        </a:p>
      </dsp:txBody>
      <dsp:txXfrm>
        <a:off x="279255" y="3889536"/>
        <a:ext cx="3586770" cy="3729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A87388-E01B-442D-B2BC-083285EEB8EC}">
      <dsp:nvSpPr>
        <dsp:cNvPr id="0" name=""/>
        <dsp:cNvSpPr/>
      </dsp:nvSpPr>
      <dsp:spPr>
        <a:xfrm>
          <a:off x="0" y="261126"/>
          <a:ext cx="5181600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1BC3C3-CC5F-4A40-B460-3C3D2FB5C1EF}">
      <dsp:nvSpPr>
        <dsp:cNvPr id="0" name=""/>
        <dsp:cNvSpPr/>
      </dsp:nvSpPr>
      <dsp:spPr>
        <a:xfrm>
          <a:off x="259080" y="10206"/>
          <a:ext cx="362712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/>
            <a:t>显示表 </a:t>
          </a:r>
          <a:r>
            <a:rPr lang="en-US" altLang="en-US" sz="1700" kern="1200"/>
            <a:t>show tables;</a:t>
          </a:r>
          <a:endParaRPr lang="zh-CN" altLang="en-US" sz="1700" kern="1200"/>
        </a:p>
      </dsp:txBody>
      <dsp:txXfrm>
        <a:off x="283578" y="34704"/>
        <a:ext cx="3578124" cy="452844"/>
      </dsp:txXfrm>
    </dsp:sp>
    <dsp:sp modelId="{A4369BCB-1B1F-4481-80B5-A1C272F7454D}">
      <dsp:nvSpPr>
        <dsp:cNvPr id="0" name=""/>
        <dsp:cNvSpPr/>
      </dsp:nvSpPr>
      <dsp:spPr>
        <a:xfrm>
          <a:off x="0" y="1032246"/>
          <a:ext cx="5181600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05B26F-FEE8-4FF9-AF8B-FB4E041F77A7}">
      <dsp:nvSpPr>
        <dsp:cNvPr id="0" name=""/>
        <dsp:cNvSpPr/>
      </dsp:nvSpPr>
      <dsp:spPr>
        <a:xfrm>
          <a:off x="259080" y="781326"/>
          <a:ext cx="362712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/>
            <a:t>创建表：</a:t>
          </a:r>
          <a:r>
            <a:rPr lang="en-US" altLang="en-US" sz="1700" kern="1200"/>
            <a:t>create</a:t>
          </a:r>
          <a:endParaRPr lang="zh-CN" altLang="en-US" sz="1700" kern="1200"/>
        </a:p>
      </dsp:txBody>
      <dsp:txXfrm>
        <a:off x="283578" y="805824"/>
        <a:ext cx="3578124" cy="452844"/>
      </dsp:txXfrm>
    </dsp:sp>
    <dsp:sp modelId="{2D390341-153C-4247-8ADA-E3F501ABC6B3}">
      <dsp:nvSpPr>
        <dsp:cNvPr id="0" name=""/>
        <dsp:cNvSpPr/>
      </dsp:nvSpPr>
      <dsp:spPr>
        <a:xfrm>
          <a:off x="0" y="1803366"/>
          <a:ext cx="5181600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E855C5-F33F-4BE3-B353-DFC062735781}">
      <dsp:nvSpPr>
        <dsp:cNvPr id="0" name=""/>
        <dsp:cNvSpPr/>
      </dsp:nvSpPr>
      <dsp:spPr>
        <a:xfrm>
          <a:off x="259080" y="1552446"/>
          <a:ext cx="362712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/>
            <a:t>删除表：</a:t>
          </a:r>
          <a:r>
            <a:rPr lang="en-US" altLang="en-US" sz="1700" kern="1200"/>
            <a:t>drop</a:t>
          </a:r>
          <a:endParaRPr lang="zh-CN" altLang="en-US" sz="1700" kern="1200"/>
        </a:p>
      </dsp:txBody>
      <dsp:txXfrm>
        <a:off x="283578" y="1576944"/>
        <a:ext cx="3578124" cy="452844"/>
      </dsp:txXfrm>
    </dsp:sp>
    <dsp:sp modelId="{63029FAF-F3A7-4BDE-A751-B84BCBCDE5B1}">
      <dsp:nvSpPr>
        <dsp:cNvPr id="0" name=""/>
        <dsp:cNvSpPr/>
      </dsp:nvSpPr>
      <dsp:spPr>
        <a:xfrm>
          <a:off x="0" y="2574486"/>
          <a:ext cx="5181600" cy="10442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354076" rIns="402150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700" kern="1200"/>
            <a:t>delete from </a:t>
          </a:r>
          <a:r>
            <a:rPr lang="zh-CN" altLang="en-US" sz="1700" kern="1200"/>
            <a:t>表名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700" kern="1200" dirty="0"/>
            <a:t>truncate table </a:t>
          </a:r>
          <a:r>
            <a:rPr lang="zh-CN" altLang="en-US" sz="1700" kern="1200" dirty="0"/>
            <a:t>表名</a:t>
          </a:r>
        </a:p>
      </dsp:txBody>
      <dsp:txXfrm>
        <a:off x="0" y="2574486"/>
        <a:ext cx="5181600" cy="1044225"/>
      </dsp:txXfrm>
    </dsp:sp>
    <dsp:sp modelId="{D5DCC5E6-0363-47A9-9B77-99D64ABCE086}">
      <dsp:nvSpPr>
        <dsp:cNvPr id="0" name=""/>
        <dsp:cNvSpPr/>
      </dsp:nvSpPr>
      <dsp:spPr>
        <a:xfrm>
          <a:off x="259080" y="2323566"/>
          <a:ext cx="362712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/>
            <a:t>清空表：</a:t>
          </a:r>
        </a:p>
      </dsp:txBody>
      <dsp:txXfrm>
        <a:off x="283578" y="2348064"/>
        <a:ext cx="3578124" cy="452844"/>
      </dsp:txXfrm>
    </dsp:sp>
    <dsp:sp modelId="{DE3E6467-E75B-4D99-BEC9-5EB2F98E4EEF}">
      <dsp:nvSpPr>
        <dsp:cNvPr id="0" name=""/>
        <dsp:cNvSpPr/>
      </dsp:nvSpPr>
      <dsp:spPr>
        <a:xfrm>
          <a:off x="0" y="3961431"/>
          <a:ext cx="5181600" cy="963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354076" rIns="402150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700" b="1" kern="1200"/>
            <a:t>alter table *** rename ***</a:t>
          </a:r>
          <a:endParaRPr lang="zh-CN" altLang="en-US" sz="1700" b="1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700" b="1" kern="1200"/>
            <a:t>rename table ***.*** to ***.***;</a:t>
          </a:r>
          <a:endParaRPr lang="zh-CN" altLang="en-US" sz="1700" b="1" kern="1200"/>
        </a:p>
      </dsp:txBody>
      <dsp:txXfrm>
        <a:off x="0" y="3961431"/>
        <a:ext cx="5181600" cy="963900"/>
      </dsp:txXfrm>
    </dsp:sp>
    <dsp:sp modelId="{053DEA38-9A0A-47DF-BA57-CE489A2541C7}">
      <dsp:nvSpPr>
        <dsp:cNvPr id="0" name=""/>
        <dsp:cNvSpPr/>
      </dsp:nvSpPr>
      <dsp:spPr>
        <a:xfrm>
          <a:off x="259080" y="3710511"/>
          <a:ext cx="362712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/>
            <a:t>重命名表</a:t>
          </a:r>
        </a:p>
      </dsp:txBody>
      <dsp:txXfrm>
        <a:off x="283578" y="3735009"/>
        <a:ext cx="3578124" cy="45284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7F93C1-DF73-461E-B6A2-7627335FB246}">
      <dsp:nvSpPr>
        <dsp:cNvPr id="0" name=""/>
        <dsp:cNvSpPr/>
      </dsp:nvSpPr>
      <dsp:spPr>
        <a:xfrm>
          <a:off x="0" y="479342"/>
          <a:ext cx="5181600" cy="73631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354076" rIns="402150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700" kern="1200"/>
            <a:t>alter table </a:t>
          </a:r>
          <a:r>
            <a:rPr lang="zh-CN" altLang="en-US" sz="1700" kern="1200"/>
            <a:t>表名 </a:t>
          </a:r>
          <a:r>
            <a:rPr lang="en-US" altLang="en-US" sz="1700" kern="1200"/>
            <a:t>add </a:t>
          </a:r>
          <a:r>
            <a:rPr lang="zh-CN" altLang="en-US" sz="1700" kern="1200"/>
            <a:t>字段名　数据类型</a:t>
          </a:r>
          <a:r>
            <a:rPr lang="en-US" altLang="en-US" sz="1700" kern="1200"/>
            <a:t>;</a:t>
          </a:r>
          <a:endParaRPr lang="zh-CN" altLang="en-US" sz="1700" kern="1200"/>
        </a:p>
      </dsp:txBody>
      <dsp:txXfrm>
        <a:off x="0" y="479342"/>
        <a:ext cx="5181600" cy="736312"/>
      </dsp:txXfrm>
    </dsp:sp>
    <dsp:sp modelId="{991A3271-4E52-4005-A9B2-C82C55C9BF98}">
      <dsp:nvSpPr>
        <dsp:cNvPr id="0" name=""/>
        <dsp:cNvSpPr/>
      </dsp:nvSpPr>
      <dsp:spPr>
        <a:xfrm>
          <a:off x="259080" y="228422"/>
          <a:ext cx="3627120" cy="501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/>
            <a:t>增加字段：</a:t>
          </a:r>
        </a:p>
      </dsp:txBody>
      <dsp:txXfrm>
        <a:off x="283578" y="252920"/>
        <a:ext cx="3578124" cy="452844"/>
      </dsp:txXfrm>
    </dsp:sp>
    <dsp:sp modelId="{CEBAB189-6F96-4B1B-839D-38A2EBDF1001}">
      <dsp:nvSpPr>
        <dsp:cNvPr id="0" name=""/>
        <dsp:cNvSpPr/>
      </dsp:nvSpPr>
      <dsp:spPr>
        <a:xfrm>
          <a:off x="0" y="1558374"/>
          <a:ext cx="5181600" cy="73631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354076" rIns="402150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700" kern="1200"/>
            <a:t>alter table </a:t>
          </a:r>
          <a:r>
            <a:rPr lang="zh-CN" altLang="en-US" sz="1700" kern="1200"/>
            <a:t>表名 </a:t>
          </a:r>
          <a:r>
            <a:rPr lang="en-US" altLang="en-US" sz="1700" kern="1200"/>
            <a:t>drop </a:t>
          </a:r>
          <a:r>
            <a:rPr lang="zh-CN" altLang="en-US" sz="1700" kern="1200"/>
            <a:t>字段名</a:t>
          </a:r>
          <a:r>
            <a:rPr lang="en-US" altLang="en-US" sz="1700" kern="1200"/>
            <a:t>;</a:t>
          </a:r>
          <a:endParaRPr lang="zh-CN" altLang="en-US" sz="1700" kern="1200"/>
        </a:p>
      </dsp:txBody>
      <dsp:txXfrm>
        <a:off x="0" y="1558374"/>
        <a:ext cx="5181600" cy="736312"/>
      </dsp:txXfrm>
    </dsp:sp>
    <dsp:sp modelId="{ABCC5C0A-8839-4B7D-87EF-D1AA11824D6F}">
      <dsp:nvSpPr>
        <dsp:cNvPr id="0" name=""/>
        <dsp:cNvSpPr/>
      </dsp:nvSpPr>
      <dsp:spPr>
        <a:xfrm>
          <a:off x="259080" y="1307454"/>
          <a:ext cx="3627120" cy="5018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/>
            <a:t>删除字段：</a:t>
          </a:r>
        </a:p>
      </dsp:txBody>
      <dsp:txXfrm>
        <a:off x="283578" y="1331952"/>
        <a:ext cx="3578124" cy="452844"/>
      </dsp:txXfrm>
    </dsp:sp>
    <dsp:sp modelId="{58047432-4F2C-4B1E-A0D6-9BD20B018570}">
      <dsp:nvSpPr>
        <dsp:cNvPr id="0" name=""/>
        <dsp:cNvSpPr/>
      </dsp:nvSpPr>
      <dsp:spPr>
        <a:xfrm>
          <a:off x="0" y="2637407"/>
          <a:ext cx="5181600" cy="73631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354076" rIns="402150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700" kern="1200"/>
            <a:t>alter table </a:t>
          </a:r>
          <a:r>
            <a:rPr lang="zh-CN" altLang="en-US" sz="1700" kern="1200"/>
            <a:t>表名 </a:t>
          </a:r>
          <a:r>
            <a:rPr lang="en-US" altLang="en-US" sz="1700" kern="1200"/>
            <a:t>modify </a:t>
          </a:r>
          <a:r>
            <a:rPr lang="zh-CN" altLang="en-US" sz="1700" kern="1200"/>
            <a:t>字段名　新数据类型</a:t>
          </a:r>
          <a:r>
            <a:rPr lang="en-US" altLang="en-US" sz="1700" kern="1200"/>
            <a:t>;</a:t>
          </a:r>
          <a:endParaRPr lang="zh-CN" altLang="en-US" sz="1700" kern="1200"/>
        </a:p>
      </dsp:txBody>
      <dsp:txXfrm>
        <a:off x="0" y="2637407"/>
        <a:ext cx="5181600" cy="736312"/>
      </dsp:txXfrm>
    </dsp:sp>
    <dsp:sp modelId="{0A35AACC-FF47-4A0A-ADB0-3F3497A14EEF}">
      <dsp:nvSpPr>
        <dsp:cNvPr id="0" name=""/>
        <dsp:cNvSpPr/>
      </dsp:nvSpPr>
      <dsp:spPr>
        <a:xfrm>
          <a:off x="259080" y="2386487"/>
          <a:ext cx="3627120" cy="5018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/>
            <a:t>修改字段类型：</a:t>
          </a:r>
        </a:p>
      </dsp:txBody>
      <dsp:txXfrm>
        <a:off x="283578" y="2410985"/>
        <a:ext cx="3578124" cy="452844"/>
      </dsp:txXfrm>
    </dsp:sp>
    <dsp:sp modelId="{B803BE5C-F127-4459-816B-A583684291A0}">
      <dsp:nvSpPr>
        <dsp:cNvPr id="0" name=""/>
        <dsp:cNvSpPr/>
      </dsp:nvSpPr>
      <dsp:spPr>
        <a:xfrm>
          <a:off x="0" y="3716439"/>
          <a:ext cx="5181600" cy="9906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354076" rIns="402150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700" kern="1200"/>
            <a:t>alter table </a:t>
          </a:r>
          <a:r>
            <a:rPr lang="zh-CN" altLang="en-US" sz="1700" kern="1200"/>
            <a:t>表名 </a:t>
          </a:r>
          <a:r>
            <a:rPr lang="en-US" altLang="en-US" sz="1700" kern="1200"/>
            <a:t>change </a:t>
          </a:r>
          <a:r>
            <a:rPr lang="zh-CN" altLang="en-US" sz="1700" kern="1200"/>
            <a:t>原字段名　新字段名　数据类型</a:t>
          </a:r>
        </a:p>
      </dsp:txBody>
      <dsp:txXfrm>
        <a:off x="0" y="3716439"/>
        <a:ext cx="5181600" cy="990675"/>
      </dsp:txXfrm>
    </dsp:sp>
    <dsp:sp modelId="{3946925A-0084-4377-90E3-6A2F12751467}">
      <dsp:nvSpPr>
        <dsp:cNvPr id="0" name=""/>
        <dsp:cNvSpPr/>
      </dsp:nvSpPr>
      <dsp:spPr>
        <a:xfrm>
          <a:off x="259080" y="3465519"/>
          <a:ext cx="3627120" cy="5018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/>
            <a:t>修改字段名：</a:t>
          </a:r>
        </a:p>
      </dsp:txBody>
      <dsp:txXfrm>
        <a:off x="283578" y="3490017"/>
        <a:ext cx="3578124" cy="45284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67EE8E-C71A-4D99-9C4B-511C5963B6E8}">
      <dsp:nvSpPr>
        <dsp:cNvPr id="0" name=""/>
        <dsp:cNvSpPr/>
      </dsp:nvSpPr>
      <dsp:spPr>
        <a:xfrm>
          <a:off x="0" y="416488"/>
          <a:ext cx="5181600" cy="70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45D201-D4B5-4995-B7CA-A54EBC08FF5B}">
      <dsp:nvSpPr>
        <dsp:cNvPr id="0" name=""/>
        <dsp:cNvSpPr/>
      </dsp:nvSpPr>
      <dsp:spPr>
        <a:xfrm>
          <a:off x="259080" y="3208"/>
          <a:ext cx="3627120" cy="826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/>
            <a:t>增：</a:t>
          </a:r>
          <a:r>
            <a:rPr lang="en-US" altLang="en-US" sz="2800" kern="1200"/>
            <a:t>insert into</a:t>
          </a:r>
          <a:endParaRPr lang="zh-CN" altLang="en-US" sz="2800" kern="1200"/>
        </a:p>
      </dsp:txBody>
      <dsp:txXfrm>
        <a:off x="299429" y="43557"/>
        <a:ext cx="3546422" cy="745862"/>
      </dsp:txXfrm>
    </dsp:sp>
    <dsp:sp modelId="{B85A36CD-1DC1-4B09-891C-CBFA39D2444F}">
      <dsp:nvSpPr>
        <dsp:cNvPr id="0" name=""/>
        <dsp:cNvSpPr/>
      </dsp:nvSpPr>
      <dsp:spPr>
        <a:xfrm>
          <a:off x="0" y="1686568"/>
          <a:ext cx="5181600" cy="70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07BA94-10E4-4E9C-A954-8454CEF17C2B}">
      <dsp:nvSpPr>
        <dsp:cNvPr id="0" name=""/>
        <dsp:cNvSpPr/>
      </dsp:nvSpPr>
      <dsp:spPr>
        <a:xfrm>
          <a:off x="259080" y="1273288"/>
          <a:ext cx="3627120" cy="826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/>
            <a:t>删：</a:t>
          </a:r>
          <a:r>
            <a:rPr lang="en-US" altLang="en-US" sz="2800" kern="1200"/>
            <a:t>delete</a:t>
          </a:r>
          <a:endParaRPr lang="zh-CN" altLang="en-US" sz="2800" kern="1200"/>
        </a:p>
      </dsp:txBody>
      <dsp:txXfrm>
        <a:off x="299429" y="1313637"/>
        <a:ext cx="3546422" cy="745862"/>
      </dsp:txXfrm>
    </dsp:sp>
    <dsp:sp modelId="{0C267AD4-3D9D-40DC-8268-9FFEECFF7BD1}">
      <dsp:nvSpPr>
        <dsp:cNvPr id="0" name=""/>
        <dsp:cNvSpPr/>
      </dsp:nvSpPr>
      <dsp:spPr>
        <a:xfrm>
          <a:off x="0" y="2956648"/>
          <a:ext cx="5181600" cy="70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F469CC-95B0-4056-9A24-68E2F0BACB81}">
      <dsp:nvSpPr>
        <dsp:cNvPr id="0" name=""/>
        <dsp:cNvSpPr/>
      </dsp:nvSpPr>
      <dsp:spPr>
        <a:xfrm>
          <a:off x="259080" y="2543368"/>
          <a:ext cx="3627120" cy="826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/>
            <a:t>改：</a:t>
          </a:r>
          <a:r>
            <a:rPr lang="en-US" altLang="en-US" sz="2800" kern="1200"/>
            <a:t>update</a:t>
          </a:r>
          <a:endParaRPr lang="zh-CN" altLang="en-US" sz="2800" kern="1200"/>
        </a:p>
      </dsp:txBody>
      <dsp:txXfrm>
        <a:off x="299429" y="2583717"/>
        <a:ext cx="3546422" cy="745862"/>
      </dsp:txXfrm>
    </dsp:sp>
    <dsp:sp modelId="{FBA1E6EB-03A0-4D56-A9D0-7CD6CA97ABA8}">
      <dsp:nvSpPr>
        <dsp:cNvPr id="0" name=""/>
        <dsp:cNvSpPr/>
      </dsp:nvSpPr>
      <dsp:spPr>
        <a:xfrm>
          <a:off x="0" y="4226728"/>
          <a:ext cx="5181600" cy="70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565A23-9177-469F-AAB4-F2431950F110}">
      <dsp:nvSpPr>
        <dsp:cNvPr id="0" name=""/>
        <dsp:cNvSpPr/>
      </dsp:nvSpPr>
      <dsp:spPr>
        <a:xfrm>
          <a:off x="259080" y="3813448"/>
          <a:ext cx="3627120" cy="826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/>
            <a:t>查：</a:t>
          </a:r>
          <a:r>
            <a:rPr lang="en-US" altLang="en-US" sz="2800" kern="1200"/>
            <a:t>select</a:t>
          </a:r>
          <a:endParaRPr lang="zh-CN" altLang="en-US" sz="2800" kern="1200"/>
        </a:p>
      </dsp:txBody>
      <dsp:txXfrm>
        <a:off x="299429" y="3853797"/>
        <a:ext cx="3546422" cy="74586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2573CA-FB7C-4EB8-9348-9EDCC23547E9}">
      <dsp:nvSpPr>
        <dsp:cNvPr id="0" name=""/>
        <dsp:cNvSpPr/>
      </dsp:nvSpPr>
      <dsp:spPr>
        <a:xfrm>
          <a:off x="0" y="384560"/>
          <a:ext cx="5181600" cy="79301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395732" rIns="402150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900" kern="1200"/>
            <a:t>PRIMARY KEY</a:t>
          </a:r>
          <a:endParaRPr lang="zh-CN" altLang="en-US" sz="1900" kern="1200" dirty="0"/>
        </a:p>
      </dsp:txBody>
      <dsp:txXfrm>
        <a:off x="0" y="384560"/>
        <a:ext cx="5181600" cy="793012"/>
      </dsp:txXfrm>
    </dsp:sp>
    <dsp:sp modelId="{1F547F93-2DA8-4832-8CF0-59D82F6F7BB7}">
      <dsp:nvSpPr>
        <dsp:cNvPr id="0" name=""/>
        <dsp:cNvSpPr/>
      </dsp:nvSpPr>
      <dsp:spPr>
        <a:xfrm>
          <a:off x="259080" y="104120"/>
          <a:ext cx="3627120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900" kern="1200" dirty="0"/>
            <a:t>主键</a:t>
          </a:r>
        </a:p>
      </dsp:txBody>
      <dsp:txXfrm>
        <a:off x="286460" y="131500"/>
        <a:ext cx="3572360" cy="506120"/>
      </dsp:txXfrm>
    </dsp:sp>
    <dsp:sp modelId="{2858BE51-BB7B-4805-A20E-C462C0ACF6B0}">
      <dsp:nvSpPr>
        <dsp:cNvPr id="0" name=""/>
        <dsp:cNvSpPr/>
      </dsp:nvSpPr>
      <dsp:spPr>
        <a:xfrm>
          <a:off x="0" y="1560613"/>
          <a:ext cx="5181600" cy="79301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395732" rIns="402150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900" kern="1200"/>
            <a:t>FOREIGN KEY</a:t>
          </a:r>
          <a:endParaRPr lang="zh-CN" altLang="en-US" sz="1900" kern="1200" dirty="0"/>
        </a:p>
      </dsp:txBody>
      <dsp:txXfrm>
        <a:off x="0" y="1560613"/>
        <a:ext cx="5181600" cy="793012"/>
      </dsp:txXfrm>
    </dsp:sp>
    <dsp:sp modelId="{1DDF233C-B037-457B-A09C-E39899D47945}">
      <dsp:nvSpPr>
        <dsp:cNvPr id="0" name=""/>
        <dsp:cNvSpPr/>
      </dsp:nvSpPr>
      <dsp:spPr>
        <a:xfrm>
          <a:off x="259080" y="1280173"/>
          <a:ext cx="3627120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900" kern="1200" dirty="0"/>
            <a:t>外键</a:t>
          </a:r>
          <a:r>
            <a:rPr lang="en-US" altLang="en-US" sz="1900" kern="1200" dirty="0"/>
            <a:t>[</a:t>
          </a:r>
          <a:r>
            <a:rPr lang="en-US" altLang="en-US" sz="1900" kern="1200" dirty="0" err="1"/>
            <a:t>InnoDB</a:t>
          </a:r>
          <a:r>
            <a:rPr lang="en-US" altLang="en-US" sz="1900" kern="1200" dirty="0"/>
            <a:t>]</a:t>
          </a:r>
          <a:endParaRPr lang="zh-CN" altLang="en-US" sz="1900" kern="1200" dirty="0"/>
        </a:p>
      </dsp:txBody>
      <dsp:txXfrm>
        <a:off x="286460" y="1307553"/>
        <a:ext cx="3572360" cy="506120"/>
      </dsp:txXfrm>
    </dsp:sp>
    <dsp:sp modelId="{635B2225-30C3-4651-AB96-0AD9CEF59769}">
      <dsp:nvSpPr>
        <dsp:cNvPr id="0" name=""/>
        <dsp:cNvSpPr/>
      </dsp:nvSpPr>
      <dsp:spPr>
        <a:xfrm>
          <a:off x="0" y="2769160"/>
          <a:ext cx="5181600" cy="2094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395732" rIns="402150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900" kern="1200"/>
            <a:t>PRIMARY KEY</a:t>
          </a:r>
          <a:r>
            <a:rPr lang="zh-CN" altLang="en-US" sz="1900" kern="1200"/>
            <a:t>主键索引</a:t>
          </a:r>
          <a:endParaRPr lang="zh-CN" alt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900" kern="1200"/>
            <a:t>UNIQUE KEY</a:t>
          </a:r>
          <a:r>
            <a:rPr lang="zh-CN" altLang="en-US" sz="1900" kern="1200"/>
            <a:t>唯一索引</a:t>
          </a:r>
          <a:endParaRPr lang="zh-CN" alt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900" kern="1200"/>
            <a:t>INDEX</a:t>
          </a:r>
          <a:r>
            <a:rPr lang="zh-CN" altLang="en-US" sz="1900" kern="1200"/>
            <a:t>普通索引</a:t>
          </a:r>
          <a:endParaRPr lang="zh-CN" alt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900" kern="1200" dirty="0"/>
            <a:t>查看：</a:t>
          </a:r>
          <a:br>
            <a:rPr lang="en-US" altLang="zh-CN" sz="1900" kern="1200" dirty="0"/>
          </a:br>
          <a:r>
            <a:rPr lang="en-US" altLang="zh-CN" sz="1900" kern="1200" dirty="0"/>
            <a:t>show index from </a:t>
          </a:r>
          <a:r>
            <a:rPr lang="zh-CN" altLang="en-US" sz="1900" kern="1200" dirty="0"/>
            <a:t>表名</a:t>
          </a:r>
        </a:p>
      </dsp:txBody>
      <dsp:txXfrm>
        <a:off x="0" y="2769160"/>
        <a:ext cx="5181600" cy="2094750"/>
      </dsp:txXfrm>
    </dsp:sp>
    <dsp:sp modelId="{9EBF18CF-97C9-49C2-A3E8-4BA602CA5EF4}">
      <dsp:nvSpPr>
        <dsp:cNvPr id="0" name=""/>
        <dsp:cNvSpPr/>
      </dsp:nvSpPr>
      <dsp:spPr>
        <a:xfrm>
          <a:off x="259080" y="2456226"/>
          <a:ext cx="3627120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900" kern="1200" dirty="0"/>
            <a:t>索引</a:t>
          </a:r>
        </a:p>
      </dsp:txBody>
      <dsp:txXfrm>
        <a:off x="286460" y="2483606"/>
        <a:ext cx="3572360" cy="50612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E672F5-5342-4567-BD9D-0C835B284CB7}">
      <dsp:nvSpPr>
        <dsp:cNvPr id="0" name=""/>
        <dsp:cNvSpPr/>
      </dsp:nvSpPr>
      <dsp:spPr>
        <a:xfrm>
          <a:off x="0" y="296688"/>
          <a:ext cx="10871200" cy="5630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3726" tIns="270764" rIns="84372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300" kern="1200" dirty="0"/>
            <a:t>不同工具导出文件的头部不一样，建议把前部多余信息删除</a:t>
          </a:r>
        </a:p>
      </dsp:txBody>
      <dsp:txXfrm>
        <a:off x="0" y="296688"/>
        <a:ext cx="10871200" cy="563062"/>
      </dsp:txXfrm>
    </dsp:sp>
    <dsp:sp modelId="{60F73584-D7CE-4645-A479-797DBCC1A9E5}">
      <dsp:nvSpPr>
        <dsp:cNvPr id="0" name=""/>
        <dsp:cNvSpPr/>
      </dsp:nvSpPr>
      <dsp:spPr>
        <a:xfrm>
          <a:off x="543560" y="104808"/>
          <a:ext cx="7609840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7634" tIns="0" rIns="287634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kern="1200"/>
            <a:t>用工具导出和导入：</a:t>
          </a:r>
        </a:p>
      </dsp:txBody>
      <dsp:txXfrm>
        <a:off x="562294" y="123542"/>
        <a:ext cx="7572372" cy="346292"/>
      </dsp:txXfrm>
    </dsp:sp>
    <dsp:sp modelId="{A61BA539-537F-4B3B-A493-0FBAACADA0F8}">
      <dsp:nvSpPr>
        <dsp:cNvPr id="0" name=""/>
        <dsp:cNvSpPr/>
      </dsp:nvSpPr>
      <dsp:spPr>
        <a:xfrm>
          <a:off x="0" y="1121831"/>
          <a:ext cx="10871200" cy="5630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3726" tIns="270764" rIns="84372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300" kern="1200"/>
            <a:t>可以直接复制粘贴三种表文件</a:t>
          </a:r>
        </a:p>
      </dsp:txBody>
      <dsp:txXfrm>
        <a:off x="0" y="1121831"/>
        <a:ext cx="10871200" cy="563062"/>
      </dsp:txXfrm>
    </dsp:sp>
    <dsp:sp modelId="{C688B2FD-75EE-4190-83AF-D0EC7C5B1889}">
      <dsp:nvSpPr>
        <dsp:cNvPr id="0" name=""/>
        <dsp:cNvSpPr/>
      </dsp:nvSpPr>
      <dsp:spPr>
        <a:xfrm>
          <a:off x="543560" y="929951"/>
          <a:ext cx="7609840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7634" tIns="0" rIns="287634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300" kern="1200"/>
            <a:t>MyISAM</a:t>
          </a:r>
          <a:r>
            <a:rPr lang="zh-CN" altLang="en-US" sz="1300" kern="1200"/>
            <a:t>引擎</a:t>
          </a:r>
        </a:p>
      </dsp:txBody>
      <dsp:txXfrm>
        <a:off x="562294" y="948685"/>
        <a:ext cx="7572372" cy="346292"/>
      </dsp:txXfrm>
    </dsp:sp>
    <dsp:sp modelId="{0FD1B4B6-942A-448C-8E59-9F9DE5A1175A}">
      <dsp:nvSpPr>
        <dsp:cNvPr id="0" name=""/>
        <dsp:cNvSpPr/>
      </dsp:nvSpPr>
      <dsp:spPr>
        <a:xfrm>
          <a:off x="0" y="1946973"/>
          <a:ext cx="10871200" cy="5630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3726" tIns="270764" rIns="84372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300" kern="1200"/>
            <a:t>不能直接拷贝</a:t>
          </a:r>
          <a:r>
            <a:rPr lang="en-US" altLang="en-US" sz="1300" kern="1200"/>
            <a:t>frm</a:t>
          </a:r>
          <a:r>
            <a:rPr lang="zh-CN" altLang="en-US" sz="1300" kern="1200"/>
            <a:t>文件，需要把</a:t>
          </a:r>
          <a:r>
            <a:rPr lang="en-US" altLang="en-US" sz="1300" kern="1200"/>
            <a:t>ibdata1</a:t>
          </a:r>
          <a:r>
            <a:rPr lang="zh-CN" altLang="en-US" sz="1300" kern="1200"/>
            <a:t>文件同时复制才可以</a:t>
          </a:r>
        </a:p>
      </dsp:txBody>
      <dsp:txXfrm>
        <a:off x="0" y="1946973"/>
        <a:ext cx="10871200" cy="563062"/>
      </dsp:txXfrm>
    </dsp:sp>
    <dsp:sp modelId="{399E53F0-0AED-4087-B69A-3E3DFF2D3A1F}">
      <dsp:nvSpPr>
        <dsp:cNvPr id="0" name=""/>
        <dsp:cNvSpPr/>
      </dsp:nvSpPr>
      <dsp:spPr>
        <a:xfrm>
          <a:off x="543560" y="1755093"/>
          <a:ext cx="7609840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7634" tIns="0" rIns="287634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300" kern="1200"/>
            <a:t>InnoDB</a:t>
          </a:r>
          <a:r>
            <a:rPr lang="zh-CN" altLang="en-US" sz="1300" kern="1200"/>
            <a:t>引擎</a:t>
          </a:r>
        </a:p>
      </dsp:txBody>
      <dsp:txXfrm>
        <a:off x="562294" y="1773827"/>
        <a:ext cx="7572372" cy="346292"/>
      </dsp:txXfrm>
    </dsp:sp>
    <dsp:sp modelId="{9CA5C7EE-F4FD-4E13-9618-6C39902CF0FE}">
      <dsp:nvSpPr>
        <dsp:cNvPr id="0" name=""/>
        <dsp:cNvSpPr/>
      </dsp:nvSpPr>
      <dsp:spPr>
        <a:xfrm>
          <a:off x="0" y="2772116"/>
          <a:ext cx="10871200" cy="2047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3726" tIns="270764" rIns="84372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300" kern="1200" dirty="0"/>
            <a:t>导出：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300" kern="1200" dirty="0" err="1"/>
            <a:t>mysqldump</a:t>
          </a:r>
          <a:r>
            <a:rPr lang="en-US" altLang="en-US" sz="1300" kern="1200" dirty="0"/>
            <a:t> - root -p </a:t>
          </a:r>
          <a:r>
            <a:rPr lang="en-US" altLang="en-US" sz="1300" kern="1200" dirty="0" err="1"/>
            <a:t>liuyan</a:t>
          </a:r>
          <a:r>
            <a:rPr lang="en-US" altLang="en-US" sz="1300" kern="1200" dirty="0"/>
            <a:t> &gt; c:/liuyan.sql</a:t>
          </a:r>
          <a:endParaRPr lang="zh-CN" altLang="en-US" sz="1300" kern="1200" dirty="0"/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300" kern="1200" dirty="0"/>
            <a:t>只要表结构：加参数 </a:t>
          </a:r>
          <a:r>
            <a:rPr lang="en-US" altLang="en-US" sz="1300" kern="1200" dirty="0"/>
            <a:t>-d</a:t>
          </a:r>
          <a:endParaRPr lang="zh-CN" altLang="en-US" sz="1300" kern="1200" dirty="0"/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300" kern="1200" dirty="0"/>
            <a:t>只要相应的表，跟着数据库名后：</a:t>
          </a:r>
          <a:r>
            <a:rPr lang="en-US" altLang="en-US" sz="1300" kern="1200" dirty="0" err="1"/>
            <a:t>liuyan</a:t>
          </a:r>
          <a:r>
            <a:rPr lang="en-US" altLang="en-US" sz="1300" kern="1200" dirty="0"/>
            <a:t> user message </a:t>
          </a:r>
          <a:endParaRPr lang="zh-CN" alt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300" kern="1200" dirty="0"/>
            <a:t>导入：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300" kern="1200" dirty="0"/>
            <a:t>use </a:t>
          </a:r>
          <a:r>
            <a:rPr lang="en-US" altLang="en-US" sz="1300" kern="1200" dirty="0" err="1"/>
            <a:t>liuyan</a:t>
          </a:r>
          <a:endParaRPr lang="zh-CN" altLang="en-US" sz="1300" kern="1200" dirty="0"/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300" kern="1200" dirty="0"/>
            <a:t>set names utf8</a:t>
          </a:r>
          <a:endParaRPr lang="zh-CN" altLang="en-US" sz="1300" kern="1200" dirty="0"/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300" kern="1200" dirty="0"/>
            <a:t>source c:/liuyan.sql</a:t>
          </a:r>
          <a:endParaRPr lang="zh-CN" altLang="en-US" sz="1300" kern="1200" dirty="0"/>
        </a:p>
      </dsp:txBody>
      <dsp:txXfrm>
        <a:off x="0" y="2772116"/>
        <a:ext cx="10871200" cy="2047500"/>
      </dsp:txXfrm>
    </dsp:sp>
    <dsp:sp modelId="{8410CF5E-5539-4907-B37F-61CB8845DEAC}">
      <dsp:nvSpPr>
        <dsp:cNvPr id="0" name=""/>
        <dsp:cNvSpPr/>
      </dsp:nvSpPr>
      <dsp:spPr>
        <a:xfrm>
          <a:off x="543560" y="2580236"/>
          <a:ext cx="7609840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7634" tIns="0" rIns="287634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kern="1200"/>
            <a:t>命令行导入导出</a:t>
          </a:r>
        </a:p>
      </dsp:txBody>
      <dsp:txXfrm>
        <a:off x="562294" y="2598970"/>
        <a:ext cx="7572372" cy="34629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81E25C-4CE0-4929-8E3F-AB45E881118E}">
      <dsp:nvSpPr>
        <dsp:cNvPr id="0" name=""/>
        <dsp:cNvSpPr/>
      </dsp:nvSpPr>
      <dsp:spPr>
        <a:xfrm>
          <a:off x="4442345" y="0"/>
          <a:ext cx="4313422" cy="4924425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/>
            <a:t>命令或注意事项</a:t>
          </a:r>
        </a:p>
      </dsp:txBody>
      <dsp:txXfrm>
        <a:off x="4442345" y="0"/>
        <a:ext cx="4313422" cy="1477327"/>
      </dsp:txXfrm>
    </dsp:sp>
    <dsp:sp modelId="{457185C7-58AA-48C0-BAD7-B364AC543AB2}">
      <dsp:nvSpPr>
        <dsp:cNvPr id="0" name=""/>
        <dsp:cNvSpPr/>
      </dsp:nvSpPr>
      <dsp:spPr>
        <a:xfrm>
          <a:off x="1728198" y="0"/>
          <a:ext cx="2387149" cy="4924425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/>
            <a:t>三种方式</a:t>
          </a:r>
        </a:p>
      </dsp:txBody>
      <dsp:txXfrm>
        <a:off x="1728198" y="0"/>
        <a:ext cx="2387149" cy="1477327"/>
      </dsp:txXfrm>
    </dsp:sp>
    <dsp:sp modelId="{89F0B399-7A9B-4130-92C3-8E8BB078D454}">
      <dsp:nvSpPr>
        <dsp:cNvPr id="0" name=""/>
        <dsp:cNvSpPr/>
      </dsp:nvSpPr>
      <dsp:spPr>
        <a:xfrm>
          <a:off x="0" y="0"/>
          <a:ext cx="1392208" cy="4924425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/>
            <a:t>在线数据库建议停止后再实施导入导出</a:t>
          </a:r>
        </a:p>
      </dsp:txBody>
      <dsp:txXfrm>
        <a:off x="0" y="0"/>
        <a:ext cx="1392208" cy="1477327"/>
      </dsp:txXfrm>
    </dsp:sp>
    <dsp:sp modelId="{067ED24C-8882-4659-8760-773B9DD91AC4}">
      <dsp:nvSpPr>
        <dsp:cNvPr id="0" name=""/>
        <dsp:cNvSpPr/>
      </dsp:nvSpPr>
      <dsp:spPr>
        <a:xfrm>
          <a:off x="0" y="2645569"/>
          <a:ext cx="1160173" cy="58008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/>
            <a:t>导入导出</a:t>
          </a:r>
        </a:p>
      </dsp:txBody>
      <dsp:txXfrm>
        <a:off x="16990" y="2662559"/>
        <a:ext cx="1126193" cy="546106"/>
      </dsp:txXfrm>
    </dsp:sp>
    <dsp:sp modelId="{31FD7713-373D-4327-9AAC-52A11F06F9D5}">
      <dsp:nvSpPr>
        <dsp:cNvPr id="0" name=""/>
        <dsp:cNvSpPr/>
      </dsp:nvSpPr>
      <dsp:spPr>
        <a:xfrm rot="18152764">
          <a:off x="854418" y="2367161"/>
          <a:ext cx="1323549" cy="21203"/>
        </a:xfrm>
        <a:custGeom>
          <a:avLst/>
          <a:gdLst/>
          <a:ahLst/>
          <a:cxnLst/>
          <a:rect l="0" t="0" r="0" b="0"/>
          <a:pathLst>
            <a:path>
              <a:moveTo>
                <a:pt x="0" y="10601"/>
              </a:moveTo>
              <a:lnTo>
                <a:pt x="1323549" y="10601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483104" y="2344675"/>
        <a:ext cx="66177" cy="66177"/>
      </dsp:txXfrm>
    </dsp:sp>
    <dsp:sp modelId="{1D39383D-2ABF-46BF-A807-0881CCD362CC}">
      <dsp:nvSpPr>
        <dsp:cNvPr id="0" name=""/>
        <dsp:cNvSpPr/>
      </dsp:nvSpPr>
      <dsp:spPr>
        <a:xfrm>
          <a:off x="1872213" y="1529871"/>
          <a:ext cx="2033354" cy="580086"/>
        </a:xfrm>
        <a:prstGeom prst="roundRect">
          <a:avLst>
            <a:gd name="adj" fmla="val 10000"/>
          </a:avLst>
        </a:prstGeom>
        <a:solidFill>
          <a:schemeClr val="accent4"/>
        </a:solidFill>
        <a:ln w="19050" cap="flat" cmpd="sng" algn="ctr">
          <a:solidFill>
            <a:schemeClr val="accent4">
              <a:shade val="50000"/>
            </a:schemeClr>
          </a:solidFill>
          <a:prstDash val="solid"/>
        </a:ln>
        <a:effectLst/>
      </dsp:spPr>
      <dsp:style>
        <a:lnRef idx="2">
          <a:schemeClr val="accent4">
            <a:shade val="50000"/>
          </a:schemeClr>
        </a:lnRef>
        <a:fillRef idx="1">
          <a:schemeClr val="accent4"/>
        </a:fillRef>
        <a:effectRef idx="0">
          <a:schemeClr val="accent4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/>
            <a:t>使用工具</a:t>
          </a:r>
        </a:p>
      </dsp:txBody>
      <dsp:txXfrm>
        <a:off x="1889203" y="1546861"/>
        <a:ext cx="1999374" cy="546106"/>
      </dsp:txXfrm>
    </dsp:sp>
    <dsp:sp modelId="{E6B05A6E-B30C-4C28-B287-A2540E4EF68C}">
      <dsp:nvSpPr>
        <dsp:cNvPr id="0" name=""/>
        <dsp:cNvSpPr/>
      </dsp:nvSpPr>
      <dsp:spPr>
        <a:xfrm rot="21347489">
          <a:off x="3904617" y="1783449"/>
          <a:ext cx="704849" cy="21203"/>
        </a:xfrm>
        <a:custGeom>
          <a:avLst/>
          <a:gdLst/>
          <a:ahLst/>
          <a:cxnLst/>
          <a:rect l="0" t="0" r="0" b="0"/>
          <a:pathLst>
            <a:path>
              <a:moveTo>
                <a:pt x="0" y="10601"/>
              </a:moveTo>
              <a:lnTo>
                <a:pt x="704849" y="10601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239421" y="1776430"/>
        <a:ext cx="35242" cy="35242"/>
      </dsp:txXfrm>
    </dsp:sp>
    <dsp:sp modelId="{FE298C5F-F704-4F65-832A-BDFDE49E47A2}">
      <dsp:nvSpPr>
        <dsp:cNvPr id="0" name=""/>
        <dsp:cNvSpPr/>
      </dsp:nvSpPr>
      <dsp:spPr>
        <a:xfrm>
          <a:off x="4608517" y="1478145"/>
          <a:ext cx="4005057" cy="580086"/>
        </a:xfrm>
        <a:prstGeom prst="roundRect">
          <a:avLst>
            <a:gd name="adj" fmla="val 10000"/>
          </a:avLst>
        </a:prstGeom>
        <a:solidFill>
          <a:schemeClr val="accent4"/>
        </a:solidFill>
        <a:ln w="19050" cap="flat" cmpd="sng" algn="ctr">
          <a:solidFill>
            <a:schemeClr val="accent4">
              <a:shade val="50000"/>
            </a:schemeClr>
          </a:solidFill>
          <a:prstDash val="solid"/>
        </a:ln>
        <a:effectLst/>
      </dsp:spPr>
      <dsp:style>
        <a:lnRef idx="2">
          <a:schemeClr val="accent4">
            <a:shade val="50000"/>
          </a:schemeClr>
        </a:lnRef>
        <a:fillRef idx="1">
          <a:schemeClr val="accent4"/>
        </a:fillRef>
        <a:effectRef idx="0">
          <a:schemeClr val="accent4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600" kern="1200"/>
            <a:t>PHPMyAdmin</a:t>
          </a:r>
          <a:br>
            <a:rPr lang="en-US" altLang="zh-CN" sz="1600" kern="1200"/>
          </a:br>
          <a:r>
            <a:rPr lang="zh-CN" altLang="en-US" sz="1600" kern="1200"/>
            <a:t>建议清除导出文件的头部信息</a:t>
          </a:r>
        </a:p>
      </dsp:txBody>
      <dsp:txXfrm>
        <a:off x="4625507" y="1495135"/>
        <a:ext cx="3971077" cy="546106"/>
      </dsp:txXfrm>
    </dsp:sp>
    <dsp:sp modelId="{AACBF8CA-E74A-4E18-8F25-EFEC0B0A52DE}">
      <dsp:nvSpPr>
        <dsp:cNvPr id="0" name=""/>
        <dsp:cNvSpPr/>
      </dsp:nvSpPr>
      <dsp:spPr>
        <a:xfrm rot="20897885">
          <a:off x="1152616" y="2851270"/>
          <a:ext cx="727153" cy="21203"/>
        </a:xfrm>
        <a:custGeom>
          <a:avLst/>
          <a:gdLst/>
          <a:ahLst/>
          <a:cxnLst/>
          <a:rect l="0" t="0" r="0" b="0"/>
          <a:pathLst>
            <a:path>
              <a:moveTo>
                <a:pt x="0" y="10601"/>
              </a:moveTo>
              <a:lnTo>
                <a:pt x="727153" y="10601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498014" y="2843693"/>
        <a:ext cx="36357" cy="36357"/>
      </dsp:txXfrm>
    </dsp:sp>
    <dsp:sp modelId="{6B5BA554-38EA-45F4-84EA-87E442D4F243}">
      <dsp:nvSpPr>
        <dsp:cNvPr id="0" name=""/>
        <dsp:cNvSpPr/>
      </dsp:nvSpPr>
      <dsp:spPr>
        <a:xfrm>
          <a:off x="1872213" y="2498088"/>
          <a:ext cx="2033354" cy="580086"/>
        </a:xfrm>
        <a:prstGeom prst="roundRect">
          <a:avLst>
            <a:gd name="adj" fmla="val 10000"/>
          </a:avLst>
        </a:prstGeom>
        <a:solidFill>
          <a:schemeClr val="accent6"/>
        </a:solidFill>
        <a:ln w="19050" cap="flat" cmpd="sng" algn="ctr">
          <a:solidFill>
            <a:schemeClr val="accent6">
              <a:shade val="50000"/>
            </a:schemeClr>
          </a:solidFill>
          <a:prstDash val="solid"/>
        </a:ln>
        <a:effectLst/>
      </dsp:spPr>
      <dsp:style>
        <a:lnRef idx="2">
          <a:schemeClr val="accent6">
            <a:shade val="50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/>
            <a:t>直接拷贝文件</a:t>
          </a:r>
        </a:p>
      </dsp:txBody>
      <dsp:txXfrm>
        <a:off x="1889203" y="2515078"/>
        <a:ext cx="1999374" cy="546106"/>
      </dsp:txXfrm>
    </dsp:sp>
    <dsp:sp modelId="{BE75AA1C-540F-400D-B9AA-C3E991499F8A}">
      <dsp:nvSpPr>
        <dsp:cNvPr id="0" name=""/>
        <dsp:cNvSpPr/>
      </dsp:nvSpPr>
      <dsp:spPr>
        <a:xfrm rot="19876410">
          <a:off x="3856238" y="2584891"/>
          <a:ext cx="801607" cy="21203"/>
        </a:xfrm>
        <a:custGeom>
          <a:avLst/>
          <a:gdLst/>
          <a:ahLst/>
          <a:cxnLst/>
          <a:rect l="0" t="0" r="0" b="0"/>
          <a:pathLst>
            <a:path>
              <a:moveTo>
                <a:pt x="0" y="10601"/>
              </a:moveTo>
              <a:lnTo>
                <a:pt x="801607" y="10601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237002" y="2575453"/>
        <a:ext cx="40080" cy="40080"/>
      </dsp:txXfrm>
    </dsp:sp>
    <dsp:sp modelId="{F662FCB6-5706-43FC-A5D5-A9CFE02F3D88}">
      <dsp:nvSpPr>
        <dsp:cNvPr id="0" name=""/>
        <dsp:cNvSpPr/>
      </dsp:nvSpPr>
      <dsp:spPr>
        <a:xfrm>
          <a:off x="4608517" y="2112812"/>
          <a:ext cx="4005057" cy="580086"/>
        </a:xfrm>
        <a:prstGeom prst="roundRect">
          <a:avLst>
            <a:gd name="adj" fmla="val 10000"/>
          </a:avLst>
        </a:prstGeom>
        <a:solidFill>
          <a:schemeClr val="accent6"/>
        </a:solidFill>
        <a:ln w="19050" cap="flat" cmpd="sng" algn="ctr">
          <a:solidFill>
            <a:schemeClr val="accent6">
              <a:shade val="50000"/>
            </a:schemeClr>
          </a:solidFill>
          <a:prstDash val="solid"/>
        </a:ln>
        <a:effectLst/>
      </dsp:spPr>
      <dsp:style>
        <a:lnRef idx="2">
          <a:schemeClr val="accent6">
            <a:shade val="50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600" kern="1200"/>
            <a:t>MyISAM</a:t>
          </a:r>
          <a:r>
            <a:rPr lang="zh-CN" altLang="en-US" sz="1600" kern="1200"/>
            <a:t>引擎，可以直接复制粘贴三种表文件，</a:t>
          </a:r>
          <a:r>
            <a:rPr lang="en-US" altLang="zh-CN" sz="1600" kern="1200"/>
            <a:t>.frm+.MYD+.MYI</a:t>
          </a:r>
          <a:endParaRPr lang="zh-CN" altLang="en-US" sz="1600" kern="1200"/>
        </a:p>
      </dsp:txBody>
      <dsp:txXfrm>
        <a:off x="4625507" y="2129802"/>
        <a:ext cx="3971077" cy="546106"/>
      </dsp:txXfrm>
    </dsp:sp>
    <dsp:sp modelId="{1DC7A2E1-CB85-4745-98BC-648D0B89868B}">
      <dsp:nvSpPr>
        <dsp:cNvPr id="0" name=""/>
        <dsp:cNvSpPr/>
      </dsp:nvSpPr>
      <dsp:spPr>
        <a:xfrm rot="1544050">
          <a:off x="3866870" y="2946941"/>
          <a:ext cx="780344" cy="21203"/>
        </a:xfrm>
        <a:custGeom>
          <a:avLst/>
          <a:gdLst/>
          <a:ahLst/>
          <a:cxnLst/>
          <a:rect l="0" t="0" r="0" b="0"/>
          <a:pathLst>
            <a:path>
              <a:moveTo>
                <a:pt x="0" y="10601"/>
              </a:moveTo>
              <a:lnTo>
                <a:pt x="780344" y="10601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237533" y="2938034"/>
        <a:ext cx="39017" cy="39017"/>
      </dsp:txXfrm>
    </dsp:sp>
    <dsp:sp modelId="{16354473-CE43-4A5D-85A6-57DEEDF46857}">
      <dsp:nvSpPr>
        <dsp:cNvPr id="0" name=""/>
        <dsp:cNvSpPr/>
      </dsp:nvSpPr>
      <dsp:spPr>
        <a:xfrm>
          <a:off x="4608517" y="2836911"/>
          <a:ext cx="4005057" cy="580086"/>
        </a:xfrm>
        <a:prstGeom prst="roundRect">
          <a:avLst>
            <a:gd name="adj" fmla="val 10000"/>
          </a:avLst>
        </a:prstGeom>
        <a:solidFill>
          <a:schemeClr val="accent6"/>
        </a:solidFill>
        <a:ln w="19050" cap="flat" cmpd="sng" algn="ctr">
          <a:solidFill>
            <a:schemeClr val="accent6">
              <a:shade val="50000"/>
            </a:schemeClr>
          </a:solidFill>
          <a:prstDash val="solid"/>
        </a:ln>
        <a:effectLst/>
      </dsp:spPr>
      <dsp:style>
        <a:lnRef idx="2">
          <a:schemeClr val="accent6">
            <a:shade val="50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600" kern="1200"/>
            <a:t>InnoDB</a:t>
          </a:r>
          <a:r>
            <a:rPr lang="zh-CN" altLang="en-US" sz="1600" kern="1200"/>
            <a:t>引擎，</a:t>
          </a:r>
          <a:r>
            <a:rPr lang="en-US" altLang="zh-CN" sz="1600" kern="1200"/>
            <a:t>.</a:t>
          </a:r>
          <a:r>
            <a:rPr lang="en-US" altLang="en-US" sz="1600" kern="1200"/>
            <a:t>frm+.ibd+ibdata1</a:t>
          </a:r>
          <a:endParaRPr lang="zh-CN" altLang="en-US" sz="1600" kern="1200"/>
        </a:p>
      </dsp:txBody>
      <dsp:txXfrm>
        <a:off x="4625507" y="2853901"/>
        <a:ext cx="3971077" cy="546106"/>
      </dsp:txXfrm>
    </dsp:sp>
    <dsp:sp modelId="{FB45DEC7-39CA-4974-A31D-DEFFED3D363D}">
      <dsp:nvSpPr>
        <dsp:cNvPr id="0" name=""/>
        <dsp:cNvSpPr/>
      </dsp:nvSpPr>
      <dsp:spPr>
        <a:xfrm rot="3582787">
          <a:off x="810266" y="3534586"/>
          <a:ext cx="1411853" cy="21203"/>
        </a:xfrm>
        <a:custGeom>
          <a:avLst/>
          <a:gdLst/>
          <a:ahLst/>
          <a:cxnLst/>
          <a:rect l="0" t="0" r="0" b="0"/>
          <a:pathLst>
            <a:path>
              <a:moveTo>
                <a:pt x="0" y="10601"/>
              </a:moveTo>
              <a:lnTo>
                <a:pt x="1411853" y="10601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480897" y="3509891"/>
        <a:ext cx="70592" cy="70592"/>
      </dsp:txXfrm>
    </dsp:sp>
    <dsp:sp modelId="{D6AC2614-B301-45B6-8BC0-74AA8ECB38E2}">
      <dsp:nvSpPr>
        <dsp:cNvPr id="0" name=""/>
        <dsp:cNvSpPr/>
      </dsp:nvSpPr>
      <dsp:spPr>
        <a:xfrm>
          <a:off x="1872213" y="3864720"/>
          <a:ext cx="2033354" cy="580086"/>
        </a:xfrm>
        <a:prstGeom prst="roundRect">
          <a:avLst>
            <a:gd name="adj" fmla="val 10000"/>
          </a:avLst>
        </a:prstGeom>
        <a:solidFill>
          <a:schemeClr val="accent5"/>
        </a:solidFill>
        <a:ln w="19050" cap="flat" cmpd="sng" algn="ctr">
          <a:solidFill>
            <a:schemeClr val="accent5">
              <a:shade val="50000"/>
            </a:schemeClr>
          </a:solidFill>
          <a:prstDash val="solid"/>
        </a:ln>
        <a:effectLst/>
      </dsp:spPr>
      <dsp:style>
        <a:lnRef idx="2">
          <a:schemeClr val="accent5">
            <a:shade val="50000"/>
          </a:schemeClr>
        </a:lnRef>
        <a:fillRef idx="1">
          <a:schemeClr val="accent5"/>
        </a:fillRef>
        <a:effectRef idx="0">
          <a:schemeClr val="accent5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/>
            <a:t>使用命令</a:t>
          </a:r>
        </a:p>
      </dsp:txBody>
      <dsp:txXfrm>
        <a:off x="1889203" y="3881710"/>
        <a:ext cx="1999374" cy="546106"/>
      </dsp:txXfrm>
    </dsp:sp>
    <dsp:sp modelId="{54D1E139-DB10-4B34-A844-4CB73D8675C6}">
      <dsp:nvSpPr>
        <dsp:cNvPr id="0" name=""/>
        <dsp:cNvSpPr/>
      </dsp:nvSpPr>
      <dsp:spPr>
        <a:xfrm rot="19876410">
          <a:off x="3856238" y="3951523"/>
          <a:ext cx="801607" cy="21203"/>
        </a:xfrm>
        <a:custGeom>
          <a:avLst/>
          <a:gdLst/>
          <a:ahLst/>
          <a:cxnLst/>
          <a:rect l="0" t="0" r="0" b="0"/>
          <a:pathLst>
            <a:path>
              <a:moveTo>
                <a:pt x="0" y="10601"/>
              </a:moveTo>
              <a:lnTo>
                <a:pt x="801607" y="10601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237002" y="3942085"/>
        <a:ext cx="40080" cy="40080"/>
      </dsp:txXfrm>
    </dsp:sp>
    <dsp:sp modelId="{54D20A3C-E893-42BF-B6C8-5D5A347E3D36}">
      <dsp:nvSpPr>
        <dsp:cNvPr id="0" name=""/>
        <dsp:cNvSpPr/>
      </dsp:nvSpPr>
      <dsp:spPr>
        <a:xfrm>
          <a:off x="4608517" y="3479444"/>
          <a:ext cx="4005057" cy="580086"/>
        </a:xfrm>
        <a:prstGeom prst="roundRect">
          <a:avLst>
            <a:gd name="adj" fmla="val 10000"/>
          </a:avLst>
        </a:prstGeom>
        <a:solidFill>
          <a:schemeClr val="accent5"/>
        </a:solidFill>
        <a:ln w="19050" cap="flat" cmpd="sng" algn="ctr">
          <a:solidFill>
            <a:schemeClr val="accent5">
              <a:shade val="50000"/>
            </a:schemeClr>
          </a:solidFill>
          <a:prstDash val="solid"/>
        </a:ln>
        <a:effectLst/>
      </dsp:spPr>
      <dsp:style>
        <a:lnRef idx="2">
          <a:schemeClr val="accent5">
            <a:shade val="50000"/>
          </a:schemeClr>
        </a:lnRef>
        <a:fillRef idx="1">
          <a:schemeClr val="accent5"/>
        </a:fillRef>
        <a:effectRef idx="0">
          <a:schemeClr val="accent5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/>
            <a:t>导出：</a:t>
          </a:r>
          <a:r>
            <a:rPr lang="en-US" altLang="en-US" sz="1600" kern="1200"/>
            <a:t>mysqldump</a:t>
          </a:r>
          <a:endParaRPr lang="zh-CN" altLang="en-US" sz="1600" kern="1200"/>
        </a:p>
      </dsp:txBody>
      <dsp:txXfrm>
        <a:off x="4625507" y="3496434"/>
        <a:ext cx="3971077" cy="546106"/>
      </dsp:txXfrm>
    </dsp:sp>
    <dsp:sp modelId="{438276AE-0A78-4A07-A02D-C2838FCFBE87}">
      <dsp:nvSpPr>
        <dsp:cNvPr id="0" name=""/>
        <dsp:cNvSpPr/>
      </dsp:nvSpPr>
      <dsp:spPr>
        <a:xfrm rot="1310798">
          <a:off x="3878373" y="4285073"/>
          <a:ext cx="757338" cy="21203"/>
        </a:xfrm>
        <a:custGeom>
          <a:avLst/>
          <a:gdLst/>
          <a:ahLst/>
          <a:cxnLst/>
          <a:rect l="0" t="0" r="0" b="0"/>
          <a:pathLst>
            <a:path>
              <a:moveTo>
                <a:pt x="0" y="10601"/>
              </a:moveTo>
              <a:lnTo>
                <a:pt x="757338" y="10601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238109" y="4276741"/>
        <a:ext cx="37866" cy="37866"/>
      </dsp:txXfrm>
    </dsp:sp>
    <dsp:sp modelId="{A7D80DFE-4954-476A-AB5C-3D59DC61011C}">
      <dsp:nvSpPr>
        <dsp:cNvPr id="0" name=""/>
        <dsp:cNvSpPr/>
      </dsp:nvSpPr>
      <dsp:spPr>
        <a:xfrm>
          <a:off x="4608517" y="4146543"/>
          <a:ext cx="4005057" cy="580086"/>
        </a:xfrm>
        <a:prstGeom prst="roundRect">
          <a:avLst>
            <a:gd name="adj" fmla="val 10000"/>
          </a:avLst>
        </a:prstGeom>
        <a:solidFill>
          <a:schemeClr val="accent5"/>
        </a:solidFill>
        <a:ln w="19050" cap="flat" cmpd="sng" algn="ctr">
          <a:solidFill>
            <a:schemeClr val="accent5">
              <a:shade val="50000"/>
            </a:schemeClr>
          </a:solidFill>
          <a:prstDash val="solid"/>
        </a:ln>
        <a:effectLst/>
      </dsp:spPr>
      <dsp:style>
        <a:lnRef idx="2">
          <a:schemeClr val="accent5">
            <a:shade val="50000"/>
          </a:schemeClr>
        </a:lnRef>
        <a:fillRef idx="1">
          <a:schemeClr val="accent5"/>
        </a:fillRef>
        <a:effectRef idx="0">
          <a:schemeClr val="accent5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/>
            <a:t>导入：</a:t>
          </a:r>
          <a:r>
            <a:rPr lang="en-US" altLang="zh-CN" sz="1600" kern="1200"/>
            <a:t>source</a:t>
          </a:r>
          <a:endParaRPr lang="zh-CN" altLang="en-US" sz="1600" kern="1200"/>
        </a:p>
      </dsp:txBody>
      <dsp:txXfrm>
        <a:off x="4625507" y="4163533"/>
        <a:ext cx="3971077" cy="54610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3C625D-15A9-4D72-94BE-7D8879C5A5C1}">
      <dsp:nvSpPr>
        <dsp:cNvPr id="0" name=""/>
        <dsp:cNvSpPr/>
      </dsp:nvSpPr>
      <dsp:spPr>
        <a:xfrm>
          <a:off x="0" y="267403"/>
          <a:ext cx="5181600" cy="1417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374904" rIns="402150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zh-CN" sz="1800" kern="1200"/>
            <a:t>遵循够用原则</a:t>
          </a:r>
          <a:endParaRPr lang="zh-CN" alt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zh-CN" sz="1800" kern="1200"/>
            <a:t>考虑数据库特性</a:t>
          </a:r>
          <a:endParaRPr lang="zh-CN" alt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zh-CN" sz="1800" kern="1200"/>
            <a:t>慎用“万能”类型</a:t>
          </a:r>
          <a:endParaRPr lang="zh-CN" altLang="en-US" sz="1800" kern="1200"/>
        </a:p>
      </dsp:txBody>
      <dsp:txXfrm>
        <a:off x="0" y="267403"/>
        <a:ext cx="5181600" cy="1417500"/>
      </dsp:txXfrm>
    </dsp:sp>
    <dsp:sp modelId="{44E0AA51-11BB-4297-A4A6-D5A4C395A22A}">
      <dsp:nvSpPr>
        <dsp:cNvPr id="0" name=""/>
        <dsp:cNvSpPr/>
      </dsp:nvSpPr>
      <dsp:spPr>
        <a:xfrm>
          <a:off x="259080" y="1723"/>
          <a:ext cx="3627120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800" kern="1200"/>
            <a:t>选择合适的数据类型</a:t>
          </a:r>
          <a:endParaRPr lang="zh-CN" altLang="en-US" sz="1800" kern="1200"/>
        </a:p>
      </dsp:txBody>
      <dsp:txXfrm>
        <a:off x="285019" y="27662"/>
        <a:ext cx="3575242" cy="479482"/>
      </dsp:txXfrm>
    </dsp:sp>
    <dsp:sp modelId="{72D5AB8A-0568-45D3-B5AE-26D7BCD3E222}">
      <dsp:nvSpPr>
        <dsp:cNvPr id="0" name=""/>
        <dsp:cNvSpPr/>
      </dsp:nvSpPr>
      <dsp:spPr>
        <a:xfrm>
          <a:off x="0" y="2047783"/>
          <a:ext cx="5181600" cy="1417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374904" rIns="402150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zh-CN" sz="1800" kern="1200"/>
            <a:t>主键（</a:t>
          </a:r>
          <a:r>
            <a:rPr lang="en-US" sz="1800" kern="1200"/>
            <a:t>PK</a:t>
          </a:r>
          <a:r>
            <a:rPr lang="zh-CN" sz="1800" kern="1200"/>
            <a:t>）选择</a:t>
          </a:r>
          <a:endParaRPr lang="zh-CN" alt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zh-CN" sz="1800" kern="1200"/>
            <a:t>外键（</a:t>
          </a:r>
          <a:r>
            <a:rPr lang="en-US" sz="1800" kern="1200"/>
            <a:t>FK</a:t>
          </a:r>
          <a:r>
            <a:rPr lang="zh-CN" sz="1800" kern="1200"/>
            <a:t>）的取舍</a:t>
          </a:r>
          <a:endParaRPr lang="zh-CN" alt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zh-CN" sz="1800" kern="1200"/>
            <a:t>非空约束（</a:t>
          </a:r>
          <a:r>
            <a:rPr lang="en-US" sz="1800" kern="1200"/>
            <a:t>NOT NULL</a:t>
          </a:r>
          <a:r>
            <a:rPr lang="zh-CN" sz="1800" kern="1200"/>
            <a:t>）</a:t>
          </a:r>
          <a:endParaRPr lang="zh-CN" altLang="en-US" sz="1800" kern="1200"/>
        </a:p>
      </dsp:txBody>
      <dsp:txXfrm>
        <a:off x="0" y="2047783"/>
        <a:ext cx="5181600" cy="1417500"/>
      </dsp:txXfrm>
    </dsp:sp>
    <dsp:sp modelId="{E54A120E-2683-4AEE-A9DC-5E2233918618}">
      <dsp:nvSpPr>
        <dsp:cNvPr id="0" name=""/>
        <dsp:cNvSpPr/>
      </dsp:nvSpPr>
      <dsp:spPr>
        <a:xfrm>
          <a:off x="259080" y="1782103"/>
          <a:ext cx="3627120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800" kern="1200"/>
            <a:t>精确定义约束</a:t>
          </a:r>
          <a:endParaRPr lang="zh-CN" altLang="en-US" sz="1800" kern="1200"/>
        </a:p>
      </dsp:txBody>
      <dsp:txXfrm>
        <a:off x="285019" y="1808042"/>
        <a:ext cx="3575242" cy="479482"/>
      </dsp:txXfrm>
    </dsp:sp>
    <dsp:sp modelId="{E1F46B5C-F56A-42F2-A865-32D4E0657FF7}">
      <dsp:nvSpPr>
        <dsp:cNvPr id="0" name=""/>
        <dsp:cNvSpPr/>
      </dsp:nvSpPr>
      <dsp:spPr>
        <a:xfrm>
          <a:off x="0" y="3828163"/>
          <a:ext cx="5181600" cy="11056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374904" rIns="402150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zh-CN" sz="1800" kern="1200"/>
            <a:t>索引不是越多越好</a:t>
          </a:r>
          <a:endParaRPr lang="zh-CN" alt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zh-CN" sz="1800" kern="1200"/>
            <a:t>索引选择原则</a:t>
          </a:r>
          <a:endParaRPr lang="zh-CN" altLang="en-US" sz="1800" kern="1200"/>
        </a:p>
      </dsp:txBody>
      <dsp:txXfrm>
        <a:off x="0" y="3828163"/>
        <a:ext cx="5181600" cy="1105650"/>
      </dsp:txXfrm>
    </dsp:sp>
    <dsp:sp modelId="{B2EFFBB0-AF38-44B8-9B3B-31560F82429D}">
      <dsp:nvSpPr>
        <dsp:cNvPr id="0" name=""/>
        <dsp:cNvSpPr/>
      </dsp:nvSpPr>
      <dsp:spPr>
        <a:xfrm>
          <a:off x="259080" y="3562483"/>
          <a:ext cx="3627120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800" kern="1200"/>
            <a:t>索引策略设计</a:t>
          </a:r>
          <a:endParaRPr lang="zh-CN" altLang="en-US" sz="1800" kern="1200"/>
        </a:p>
      </dsp:txBody>
      <dsp:txXfrm>
        <a:off x="285019" y="3588422"/>
        <a:ext cx="3575242" cy="47948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613D88-C7A2-4E73-A6EF-CA39F8CB5C3E}">
      <dsp:nvSpPr>
        <dsp:cNvPr id="0" name=""/>
        <dsp:cNvSpPr/>
      </dsp:nvSpPr>
      <dsp:spPr>
        <a:xfrm>
          <a:off x="0" y="373288"/>
          <a:ext cx="5181600" cy="126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333248" rIns="402150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zh-CN" sz="1600" kern="1200"/>
            <a:t>冗余计算列</a:t>
          </a:r>
          <a:endParaRPr lang="zh-CN" alt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zh-CN" sz="1600" kern="1200"/>
            <a:t>预计算汇总</a:t>
          </a:r>
          <a:endParaRPr lang="zh-CN" alt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zh-CN" sz="1600" kern="1200"/>
            <a:t>字段合并</a:t>
          </a:r>
          <a:r>
            <a:rPr lang="en-US" sz="1600" kern="1200"/>
            <a:t>/</a:t>
          </a:r>
          <a:r>
            <a:rPr lang="zh-CN" sz="1600" kern="1200"/>
            <a:t>拆分</a:t>
          </a:r>
          <a:endParaRPr lang="zh-CN" altLang="en-US" sz="1600" kern="1200"/>
        </a:p>
      </dsp:txBody>
      <dsp:txXfrm>
        <a:off x="0" y="373288"/>
        <a:ext cx="5181600" cy="1260000"/>
      </dsp:txXfrm>
    </dsp:sp>
    <dsp:sp modelId="{C84D2F85-FFFB-433A-8715-6FEA6E0A902F}">
      <dsp:nvSpPr>
        <dsp:cNvPr id="0" name=""/>
        <dsp:cNvSpPr/>
      </dsp:nvSpPr>
      <dsp:spPr>
        <a:xfrm>
          <a:off x="259080" y="137128"/>
          <a:ext cx="3627120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600" kern="1200"/>
            <a:t>反范式化设计</a:t>
          </a:r>
          <a:endParaRPr lang="zh-CN" altLang="en-US" sz="1600" kern="1200"/>
        </a:p>
      </dsp:txBody>
      <dsp:txXfrm>
        <a:off x="282137" y="160185"/>
        <a:ext cx="3581006" cy="426206"/>
      </dsp:txXfrm>
    </dsp:sp>
    <dsp:sp modelId="{FB90E624-2442-4618-9472-E5B7168930DD}">
      <dsp:nvSpPr>
        <dsp:cNvPr id="0" name=""/>
        <dsp:cNvSpPr/>
      </dsp:nvSpPr>
      <dsp:spPr>
        <a:xfrm>
          <a:off x="0" y="1955848"/>
          <a:ext cx="5181600" cy="126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333248" rIns="402150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zh-CN" sz="1600" kern="1200"/>
            <a:t>统一大小写</a:t>
          </a:r>
          <a:endParaRPr lang="zh-CN" alt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zh-CN" sz="1600" kern="1200"/>
            <a:t>规范命名</a:t>
          </a:r>
          <a:endParaRPr lang="zh-CN" alt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zh-CN" sz="1600" kern="1200"/>
            <a:t>注释</a:t>
          </a:r>
          <a:endParaRPr lang="zh-CN" altLang="en-US" sz="1600" kern="1200"/>
        </a:p>
      </dsp:txBody>
      <dsp:txXfrm>
        <a:off x="0" y="1955848"/>
        <a:ext cx="5181600" cy="1260000"/>
      </dsp:txXfrm>
    </dsp:sp>
    <dsp:sp modelId="{61A31BBC-F172-4668-8DC6-48FC2553C68F}">
      <dsp:nvSpPr>
        <dsp:cNvPr id="0" name=""/>
        <dsp:cNvSpPr/>
      </dsp:nvSpPr>
      <dsp:spPr>
        <a:xfrm>
          <a:off x="259080" y="1719688"/>
          <a:ext cx="3627120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600" kern="1200"/>
            <a:t>命名规范</a:t>
          </a:r>
          <a:endParaRPr lang="zh-CN" altLang="en-US" sz="1600" kern="1200"/>
        </a:p>
      </dsp:txBody>
      <dsp:txXfrm>
        <a:off x="282137" y="1742745"/>
        <a:ext cx="3581006" cy="426206"/>
      </dsp:txXfrm>
    </dsp:sp>
    <dsp:sp modelId="{1AF5A4FD-CB60-4B05-9E72-FAB67898F6E6}">
      <dsp:nvSpPr>
        <dsp:cNvPr id="0" name=""/>
        <dsp:cNvSpPr/>
      </dsp:nvSpPr>
      <dsp:spPr>
        <a:xfrm>
          <a:off x="0" y="3538408"/>
          <a:ext cx="5181600" cy="126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333248" rIns="402150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zh-CN" sz="1600" kern="1200"/>
            <a:t>数据量预估</a:t>
          </a:r>
          <a:endParaRPr lang="zh-CN" alt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zh-CN" sz="1600" kern="1200"/>
            <a:t>字符集与排序规则</a:t>
          </a:r>
          <a:endParaRPr lang="zh-CN" alt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zh-CN" sz="1600" kern="1200"/>
            <a:t>预留字段</a:t>
          </a:r>
          <a:endParaRPr lang="zh-CN" altLang="en-US" sz="1600" kern="1200"/>
        </a:p>
      </dsp:txBody>
      <dsp:txXfrm>
        <a:off x="0" y="3538408"/>
        <a:ext cx="5181600" cy="1260000"/>
      </dsp:txXfrm>
    </dsp:sp>
    <dsp:sp modelId="{1C8D20DC-CFF3-4082-8D54-9C2D39DD710C}">
      <dsp:nvSpPr>
        <dsp:cNvPr id="0" name=""/>
        <dsp:cNvSpPr/>
      </dsp:nvSpPr>
      <dsp:spPr>
        <a:xfrm>
          <a:off x="259080" y="3302248"/>
          <a:ext cx="3627120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600" kern="1200"/>
            <a:t>预估与扩展性</a:t>
          </a:r>
          <a:endParaRPr lang="zh-CN" altLang="en-US" sz="1600" kern="1200"/>
        </a:p>
      </dsp:txBody>
      <dsp:txXfrm>
        <a:off x="282137" y="3325305"/>
        <a:ext cx="3581006" cy="42620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5D42C7-04E7-46E1-8D49-16DF26D393C1}">
      <dsp:nvSpPr>
        <dsp:cNvPr id="0" name=""/>
        <dsp:cNvSpPr/>
      </dsp:nvSpPr>
      <dsp:spPr>
        <a:xfrm>
          <a:off x="207264" y="317182"/>
          <a:ext cx="4974336" cy="1554480"/>
        </a:xfrm>
        <a:prstGeom prst="rect">
          <a:avLst/>
        </a:prstGeom>
        <a:solidFill>
          <a:schemeClr val="accent6">
            <a:alpha val="40000"/>
            <a:tint val="40000"/>
            <a:hueOff val="0"/>
            <a:satOff val="0"/>
            <a:lumOff val="0"/>
            <a:alphaOff val="0"/>
          </a:schemeClr>
        </a:solidFill>
        <a:ln w="100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52901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zh-CN" sz="3900" b="1" kern="1200"/>
            <a:t>教师工号</a:t>
          </a:r>
          <a:r>
            <a:rPr lang="en-US" altLang="zh-CN" sz="3900" b="1" kern="1200"/>
            <a:t>+</a:t>
          </a:r>
          <a:r>
            <a:rPr lang="zh-CN" altLang="zh-CN" sz="3900" b="1" kern="1200"/>
            <a:t>学年学期</a:t>
          </a:r>
          <a:r>
            <a:rPr lang="en-US" altLang="zh-CN" sz="3900" b="1" kern="1200"/>
            <a:t>——</a:t>
          </a:r>
          <a:r>
            <a:rPr lang="zh-CN" altLang="zh-CN" sz="3900" b="1" kern="1200"/>
            <a:t>联合索引</a:t>
          </a:r>
          <a:endParaRPr lang="zh-CN" altLang="en-US" sz="3900" kern="1200"/>
        </a:p>
      </dsp:txBody>
      <dsp:txXfrm>
        <a:off x="207264" y="317182"/>
        <a:ext cx="4974336" cy="1554480"/>
      </dsp:txXfrm>
    </dsp:sp>
    <dsp:sp modelId="{FDCFE820-8A1E-46F3-A400-F6ECCF7A77E4}">
      <dsp:nvSpPr>
        <dsp:cNvPr id="0" name=""/>
        <dsp:cNvSpPr/>
      </dsp:nvSpPr>
      <dsp:spPr>
        <a:xfrm>
          <a:off x="0" y="92646"/>
          <a:ext cx="1088136" cy="1632204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 l="-25000" r="-25000"/>
          </a:stretch>
        </a:blipFill>
        <a:ln w="190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B34279-6A0F-4E9C-B038-BA012EB15069}">
      <dsp:nvSpPr>
        <dsp:cNvPr id="0" name=""/>
        <dsp:cNvSpPr/>
      </dsp:nvSpPr>
      <dsp:spPr>
        <a:xfrm>
          <a:off x="207264" y="2512123"/>
          <a:ext cx="4974336" cy="1554480"/>
        </a:xfrm>
        <a:prstGeom prst="rect">
          <a:avLst/>
        </a:prstGeom>
        <a:solidFill>
          <a:schemeClr val="accent6">
            <a:alpha val="40000"/>
            <a:tint val="40000"/>
            <a:hueOff val="0"/>
            <a:satOff val="0"/>
            <a:lumOff val="0"/>
            <a:alphaOff val="0"/>
          </a:schemeClr>
        </a:solidFill>
        <a:ln w="100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52901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zh-CN" sz="3900" b="1" kern="1200"/>
            <a:t>学年学期</a:t>
          </a:r>
          <a:r>
            <a:rPr lang="en-US" altLang="zh-CN" sz="3900" b="1" kern="1200"/>
            <a:t>+</a:t>
          </a:r>
          <a:r>
            <a:rPr lang="zh-CN" altLang="en-US" sz="3900" b="1" kern="1200"/>
            <a:t>教师工号</a:t>
          </a:r>
          <a:r>
            <a:rPr lang="en-US" altLang="zh-CN" sz="3900" b="1" kern="1200"/>
            <a:t>——</a:t>
          </a:r>
          <a:r>
            <a:rPr lang="zh-CN" altLang="zh-CN" sz="3900" b="1" kern="1200"/>
            <a:t>联合索引</a:t>
          </a:r>
          <a:endParaRPr lang="zh-CN" altLang="zh-CN" sz="3900" kern="1200"/>
        </a:p>
      </dsp:txBody>
      <dsp:txXfrm>
        <a:off x="207264" y="2512123"/>
        <a:ext cx="4974336" cy="1554480"/>
      </dsp:txXfrm>
    </dsp:sp>
    <dsp:sp modelId="{B2AD753A-C5D4-401E-8A1B-83BEE6A21AC1}">
      <dsp:nvSpPr>
        <dsp:cNvPr id="0" name=""/>
        <dsp:cNvSpPr/>
      </dsp:nvSpPr>
      <dsp:spPr>
        <a:xfrm>
          <a:off x="0" y="2287587"/>
          <a:ext cx="1088136" cy="1632204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 l="-25000" r="-25000"/>
          </a:stretch>
        </a:blipFill>
        <a:ln w="190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1D2CF2-BA76-4552-BD87-C4D9AC92C648}">
      <dsp:nvSpPr>
        <dsp:cNvPr id="0" name=""/>
        <dsp:cNvSpPr/>
      </dsp:nvSpPr>
      <dsp:spPr>
        <a:xfrm>
          <a:off x="0" y="422612"/>
          <a:ext cx="5181600" cy="2047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541528" rIns="402150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zh-CN" altLang="en-US" sz="2600" b="0" i="0" kern="1200"/>
            <a:t>仅查工号；</a:t>
          </a:r>
          <a:endParaRPr lang="zh-CN" altLang="en-US" sz="2600" kern="120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zh-CN" altLang="en-US" sz="2600" b="0" i="0" kern="1200"/>
            <a:t>查工号</a:t>
          </a:r>
          <a:r>
            <a:rPr lang="en-US" altLang="zh-CN" sz="2600" b="0" i="0" kern="1200"/>
            <a:t>+</a:t>
          </a:r>
          <a:r>
            <a:rPr lang="zh-CN" altLang="en-US" sz="2600" b="0" i="0" kern="1200"/>
            <a:t>学年学期；</a:t>
          </a:r>
          <a:endParaRPr lang="zh-CN" altLang="en-US" sz="2600" kern="120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zh-CN" altLang="en-US" sz="2600" b="0" i="0" kern="1200"/>
            <a:t>查工号</a:t>
          </a:r>
          <a:r>
            <a:rPr lang="en-US" altLang="zh-CN" sz="2600" b="0" i="0" kern="1200"/>
            <a:t>+</a:t>
          </a:r>
          <a:r>
            <a:rPr lang="zh-CN" altLang="en-US" sz="2600" b="0" i="0" kern="1200"/>
            <a:t>学期范围。</a:t>
          </a:r>
          <a:endParaRPr lang="zh-CN" altLang="en-US" sz="2600" kern="1200"/>
        </a:p>
      </dsp:txBody>
      <dsp:txXfrm>
        <a:off x="0" y="422612"/>
        <a:ext cx="5181600" cy="2047500"/>
      </dsp:txXfrm>
    </dsp:sp>
    <dsp:sp modelId="{633DF91D-3FBA-4089-8199-4D5B046A1F84}">
      <dsp:nvSpPr>
        <dsp:cNvPr id="0" name=""/>
        <dsp:cNvSpPr/>
      </dsp:nvSpPr>
      <dsp:spPr>
        <a:xfrm>
          <a:off x="259080" y="38852"/>
          <a:ext cx="3627120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zh-CN" altLang="en-US" sz="2600" b="1" i="0" kern="1200"/>
            <a:t>支持的查询</a:t>
          </a:r>
          <a:r>
            <a:rPr lang="zh-CN" altLang="en-US" sz="2600" b="0" i="0" kern="1200"/>
            <a:t>：</a:t>
          </a:r>
          <a:endParaRPr lang="zh-CN" altLang="en-US" sz="2600" kern="1200"/>
        </a:p>
      </dsp:txBody>
      <dsp:txXfrm>
        <a:off x="296547" y="76319"/>
        <a:ext cx="3552186" cy="692586"/>
      </dsp:txXfrm>
    </dsp:sp>
    <dsp:sp modelId="{72C28040-55A4-4DCC-A180-E4ACADC707B2}">
      <dsp:nvSpPr>
        <dsp:cNvPr id="0" name=""/>
        <dsp:cNvSpPr/>
      </dsp:nvSpPr>
      <dsp:spPr>
        <a:xfrm>
          <a:off x="0" y="2994272"/>
          <a:ext cx="5181600" cy="1126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541528" rIns="402150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zh-CN" altLang="en-US" sz="2600" b="0" i="0" kern="1200"/>
            <a:t>仅查学年学期</a:t>
          </a:r>
        </a:p>
      </dsp:txBody>
      <dsp:txXfrm>
        <a:off x="0" y="2994272"/>
        <a:ext cx="5181600" cy="1126125"/>
      </dsp:txXfrm>
    </dsp:sp>
    <dsp:sp modelId="{FA4D9E94-A438-44B5-BAF0-16C7C4190380}">
      <dsp:nvSpPr>
        <dsp:cNvPr id="0" name=""/>
        <dsp:cNvSpPr/>
      </dsp:nvSpPr>
      <dsp:spPr>
        <a:xfrm>
          <a:off x="259080" y="2610512"/>
          <a:ext cx="3627120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zh-CN" altLang="en-US" sz="2600" b="1" i="0" kern="1200"/>
            <a:t>不支持的查询</a:t>
          </a:r>
          <a:r>
            <a:rPr lang="zh-CN" altLang="en-US" sz="2600" b="0" i="0" kern="1200"/>
            <a:t>：</a:t>
          </a:r>
        </a:p>
      </dsp:txBody>
      <dsp:txXfrm>
        <a:off x="296547" y="2647979"/>
        <a:ext cx="3552186" cy="69258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1D2CF2-BA76-4552-BD87-C4D9AC92C648}">
      <dsp:nvSpPr>
        <dsp:cNvPr id="0" name=""/>
        <dsp:cNvSpPr/>
      </dsp:nvSpPr>
      <dsp:spPr>
        <a:xfrm>
          <a:off x="0" y="422612"/>
          <a:ext cx="5181600" cy="2047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541528" rIns="402150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zh-CN" altLang="en-US" sz="2600" b="0" i="0" kern="1200"/>
            <a:t>仅查学年学期；</a:t>
          </a:r>
          <a:endParaRPr lang="zh-CN" altLang="en-US" sz="2600" kern="120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zh-CN" altLang="en-US" sz="2600" kern="1200"/>
            <a:t>查学年学期范围；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zh-CN" altLang="en-US" sz="2600" b="0" i="0" kern="1200"/>
            <a:t>查工号</a:t>
          </a:r>
          <a:r>
            <a:rPr lang="en-US" altLang="zh-CN" sz="2600" b="0" i="0" kern="1200"/>
            <a:t>+</a:t>
          </a:r>
          <a:r>
            <a:rPr lang="zh-CN" altLang="en-US" sz="2600" b="0" i="0" kern="1200"/>
            <a:t>学年学期；</a:t>
          </a:r>
          <a:endParaRPr lang="zh-CN" altLang="en-US" sz="2600" kern="1200"/>
        </a:p>
      </dsp:txBody>
      <dsp:txXfrm>
        <a:off x="0" y="422612"/>
        <a:ext cx="5181600" cy="2047500"/>
      </dsp:txXfrm>
    </dsp:sp>
    <dsp:sp modelId="{633DF91D-3FBA-4089-8199-4D5B046A1F84}">
      <dsp:nvSpPr>
        <dsp:cNvPr id="0" name=""/>
        <dsp:cNvSpPr/>
      </dsp:nvSpPr>
      <dsp:spPr>
        <a:xfrm>
          <a:off x="259080" y="38852"/>
          <a:ext cx="3627120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zh-CN" altLang="en-US" sz="2600" b="1" i="0" kern="1200"/>
            <a:t>支持的查询</a:t>
          </a:r>
          <a:r>
            <a:rPr lang="zh-CN" altLang="en-US" sz="2600" b="0" i="0" kern="1200"/>
            <a:t>：</a:t>
          </a:r>
          <a:endParaRPr lang="zh-CN" altLang="en-US" sz="2600" kern="1200"/>
        </a:p>
      </dsp:txBody>
      <dsp:txXfrm>
        <a:off x="296547" y="76319"/>
        <a:ext cx="3552186" cy="692586"/>
      </dsp:txXfrm>
    </dsp:sp>
    <dsp:sp modelId="{72C28040-55A4-4DCC-A180-E4ACADC707B2}">
      <dsp:nvSpPr>
        <dsp:cNvPr id="0" name=""/>
        <dsp:cNvSpPr/>
      </dsp:nvSpPr>
      <dsp:spPr>
        <a:xfrm>
          <a:off x="0" y="2994272"/>
          <a:ext cx="5181600" cy="1126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541528" rIns="402150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zh-CN" altLang="en-US" sz="2600" b="0" i="0" kern="1200"/>
            <a:t>查工号</a:t>
          </a:r>
          <a:r>
            <a:rPr lang="en-US" altLang="zh-CN" sz="2600" b="0" i="0" kern="1200"/>
            <a:t>+</a:t>
          </a:r>
          <a:r>
            <a:rPr lang="zh-CN" altLang="en-US" sz="2600" b="0" i="0" kern="1200"/>
            <a:t>学期范围</a:t>
          </a:r>
        </a:p>
      </dsp:txBody>
      <dsp:txXfrm>
        <a:off x="0" y="2994272"/>
        <a:ext cx="5181600" cy="1126125"/>
      </dsp:txXfrm>
    </dsp:sp>
    <dsp:sp modelId="{FA4D9E94-A438-44B5-BAF0-16C7C4190380}">
      <dsp:nvSpPr>
        <dsp:cNvPr id="0" name=""/>
        <dsp:cNvSpPr/>
      </dsp:nvSpPr>
      <dsp:spPr>
        <a:xfrm>
          <a:off x="259080" y="2610512"/>
          <a:ext cx="3627120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zh-CN" altLang="en-US" sz="2600" b="1" i="0" kern="1200"/>
            <a:t>不支持的查询</a:t>
          </a:r>
          <a:r>
            <a:rPr lang="zh-CN" altLang="en-US" sz="2600" b="0" i="0" kern="1200"/>
            <a:t>：</a:t>
          </a:r>
        </a:p>
      </dsp:txBody>
      <dsp:txXfrm>
        <a:off x="296547" y="2647979"/>
        <a:ext cx="3552186" cy="692586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09205C-BFE8-444C-9A03-2A42B228F341}">
      <dsp:nvSpPr>
        <dsp:cNvPr id="0" name=""/>
        <dsp:cNvSpPr/>
      </dsp:nvSpPr>
      <dsp:spPr>
        <a:xfrm>
          <a:off x="0" y="370712"/>
          <a:ext cx="5181600" cy="11103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312420" rIns="40215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en-US" sz="1500" kern="1200"/>
            <a:t>vendor_</a:t>
          </a:r>
          <a:r>
            <a:rPr lang="zh-CN" sz="1500" kern="1200"/>
            <a:t>系统名称，</a:t>
          </a:r>
          <a:r>
            <a:rPr lang="en-US" sz="1500" kern="1200"/>
            <a:t>vendor</a:t>
          </a:r>
          <a:r>
            <a:rPr lang="zh-CN" sz="1500" kern="1200"/>
            <a:t>即供应商名称，课堂上代之以自己中文姓名的拼音缩写，系统名称为</a:t>
          </a:r>
          <a:r>
            <a:rPr lang="en-US" sz="1500" kern="1200"/>
            <a:t>edu</a:t>
          </a:r>
          <a:r>
            <a:rPr lang="zh-CN" sz="1500" kern="1200"/>
            <a:t>，如张三的数据库取名为：</a:t>
          </a:r>
          <a:r>
            <a:rPr lang="en-US" sz="1500" kern="1200"/>
            <a:t>zhangs_edu</a:t>
          </a:r>
          <a:r>
            <a:rPr lang="zh-CN" sz="1500" kern="1200"/>
            <a:t>；</a:t>
          </a:r>
          <a:endParaRPr lang="zh-CN" altLang="en-US" sz="1500" kern="1200"/>
        </a:p>
      </dsp:txBody>
      <dsp:txXfrm>
        <a:off x="0" y="370712"/>
        <a:ext cx="5181600" cy="1110375"/>
      </dsp:txXfrm>
    </dsp:sp>
    <dsp:sp modelId="{DB5A2C34-73EB-496F-861A-C5B102756227}">
      <dsp:nvSpPr>
        <dsp:cNvPr id="0" name=""/>
        <dsp:cNvSpPr/>
      </dsp:nvSpPr>
      <dsp:spPr>
        <a:xfrm>
          <a:off x="259080" y="149312"/>
          <a:ext cx="3627120" cy="442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47625" cap="flat" cmpd="dbl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30000" dir="5400000" rotWithShape="0">
            <a:srgbClr val="000000">
              <a:alpha val="4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zh-CN" sz="1500" kern="1200"/>
            <a:t>数据库取名：</a:t>
          </a:r>
          <a:endParaRPr lang="zh-CN" altLang="en-US" sz="1500" kern="1200"/>
        </a:p>
      </dsp:txBody>
      <dsp:txXfrm>
        <a:off x="280696" y="170928"/>
        <a:ext cx="3583888" cy="399568"/>
      </dsp:txXfrm>
    </dsp:sp>
    <dsp:sp modelId="{B4144417-0F05-4681-8AB6-98DDDB45F6CA}">
      <dsp:nvSpPr>
        <dsp:cNvPr id="0" name=""/>
        <dsp:cNvSpPr/>
      </dsp:nvSpPr>
      <dsp:spPr>
        <a:xfrm>
          <a:off x="0" y="1783487"/>
          <a:ext cx="5181600" cy="874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312420" rIns="40215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zh-CN" sz="1500" kern="1200"/>
            <a:t>前缀</a:t>
          </a:r>
          <a:r>
            <a:rPr lang="en-US" sz="1500" kern="1200"/>
            <a:t>_</a:t>
          </a:r>
          <a:r>
            <a:rPr lang="zh-CN" sz="1500" kern="1200"/>
            <a:t>实体名称，前缀统一为</a:t>
          </a:r>
          <a:r>
            <a:rPr lang="en-US" sz="1500" kern="1200"/>
            <a:t>vendor</a:t>
          </a:r>
          <a:r>
            <a:rPr lang="zh-CN" sz="1500" kern="1200"/>
            <a:t>名称，如张三的学生表取名为</a:t>
          </a:r>
          <a:r>
            <a:rPr lang="en-US" sz="1500" kern="1200"/>
            <a:t>zhangs_stu</a:t>
          </a:r>
          <a:r>
            <a:rPr lang="zh-CN" sz="1500" kern="1200"/>
            <a:t>；</a:t>
          </a:r>
        </a:p>
      </dsp:txBody>
      <dsp:txXfrm>
        <a:off x="0" y="1783487"/>
        <a:ext cx="5181600" cy="874125"/>
      </dsp:txXfrm>
    </dsp:sp>
    <dsp:sp modelId="{86E26FD3-9CB3-4895-A441-3A3EFF693271}">
      <dsp:nvSpPr>
        <dsp:cNvPr id="0" name=""/>
        <dsp:cNvSpPr/>
      </dsp:nvSpPr>
      <dsp:spPr>
        <a:xfrm>
          <a:off x="259080" y="1562087"/>
          <a:ext cx="3627120" cy="4428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47625" cap="flat" cmpd="dbl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30000" dir="5400000" rotWithShape="0">
            <a:srgbClr val="000000">
              <a:alpha val="4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zh-CN" sz="1500" kern="1200"/>
            <a:t>数据表取名：</a:t>
          </a:r>
        </a:p>
      </dsp:txBody>
      <dsp:txXfrm>
        <a:off x="280696" y="1583703"/>
        <a:ext cx="3583888" cy="399568"/>
      </dsp:txXfrm>
    </dsp:sp>
    <dsp:sp modelId="{B7F2C1B6-F997-4BA7-BC9A-2B058179FDD0}">
      <dsp:nvSpPr>
        <dsp:cNvPr id="0" name=""/>
        <dsp:cNvSpPr/>
      </dsp:nvSpPr>
      <dsp:spPr>
        <a:xfrm>
          <a:off x="0" y="2960012"/>
          <a:ext cx="5181600" cy="874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312420" rIns="40215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zh-CN" sz="1500" kern="1200"/>
            <a:t>前缀</a:t>
          </a:r>
          <a:r>
            <a:rPr lang="en-US" sz="1500" kern="1200"/>
            <a:t>_</a:t>
          </a:r>
          <a:r>
            <a:rPr lang="zh-CN" sz="1500" kern="1200"/>
            <a:t>列名称，前缀统一为表实体名称的简写，如张三学生表的学号列取名为</a:t>
          </a:r>
          <a:r>
            <a:rPr lang="en-US" sz="1500" kern="1200"/>
            <a:t>stu_id</a:t>
          </a:r>
          <a:r>
            <a:rPr lang="zh-CN" sz="1500" kern="1200"/>
            <a:t>；</a:t>
          </a:r>
        </a:p>
      </dsp:txBody>
      <dsp:txXfrm>
        <a:off x="0" y="2960012"/>
        <a:ext cx="5181600" cy="874125"/>
      </dsp:txXfrm>
    </dsp:sp>
    <dsp:sp modelId="{67D64821-3128-4FEE-A758-462EFBD79951}">
      <dsp:nvSpPr>
        <dsp:cNvPr id="0" name=""/>
        <dsp:cNvSpPr/>
      </dsp:nvSpPr>
      <dsp:spPr>
        <a:xfrm>
          <a:off x="259080" y="2738612"/>
          <a:ext cx="3627120" cy="4428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47625" cap="flat" cmpd="dbl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30000" dir="5400000" rotWithShape="0">
            <a:srgbClr val="000000">
              <a:alpha val="4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zh-CN" sz="1500" kern="1200"/>
            <a:t>列的取名：</a:t>
          </a:r>
        </a:p>
      </dsp:txBody>
      <dsp:txXfrm>
        <a:off x="280696" y="2760228"/>
        <a:ext cx="3583888" cy="399568"/>
      </dsp:txXfrm>
    </dsp:sp>
    <dsp:sp modelId="{7C3B92E8-4F23-4CE0-A9A8-C332B52A4842}">
      <dsp:nvSpPr>
        <dsp:cNvPr id="0" name=""/>
        <dsp:cNvSpPr/>
      </dsp:nvSpPr>
      <dsp:spPr>
        <a:xfrm>
          <a:off x="0" y="4136537"/>
          <a:ext cx="5181600" cy="64968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312420" rIns="40215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zh-CN" sz="1500" kern="1200"/>
            <a:t>提高数据库结构的可读性</a:t>
          </a:r>
          <a:endParaRPr lang="zh-CN" altLang="en-US" sz="1500" kern="1200"/>
        </a:p>
      </dsp:txBody>
      <dsp:txXfrm>
        <a:off x="0" y="4136537"/>
        <a:ext cx="5181600" cy="649687"/>
      </dsp:txXfrm>
    </dsp:sp>
    <dsp:sp modelId="{8E723940-C36F-494D-876B-052805A43029}">
      <dsp:nvSpPr>
        <dsp:cNvPr id="0" name=""/>
        <dsp:cNvSpPr/>
      </dsp:nvSpPr>
      <dsp:spPr>
        <a:xfrm>
          <a:off x="259080" y="3915137"/>
          <a:ext cx="3627120" cy="4428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47625" cap="flat" cmpd="dbl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30000" dir="5400000" rotWithShape="0">
            <a:srgbClr val="000000">
              <a:alpha val="4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500" kern="1200"/>
            <a:t>为字段添加注释</a:t>
          </a:r>
          <a:r>
            <a:rPr lang="en-US" sz="1500" kern="1200"/>
            <a:t>COMMENT</a:t>
          </a:r>
          <a:endParaRPr lang="zh-CN" altLang="en-US" sz="1500" kern="1200"/>
        </a:p>
      </dsp:txBody>
      <dsp:txXfrm>
        <a:off x="280696" y="3936753"/>
        <a:ext cx="3583888" cy="399568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A1DCCC-2AB5-44A4-AF2B-AB78968B3A6E}">
      <dsp:nvSpPr>
        <dsp:cNvPr id="0" name=""/>
        <dsp:cNvSpPr/>
      </dsp:nvSpPr>
      <dsp:spPr>
        <a:xfrm>
          <a:off x="0" y="281578"/>
          <a:ext cx="5181600" cy="7796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374904" rIns="402150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kern="1200" dirty="0"/>
            <a:t>小写</a:t>
          </a:r>
          <a:r>
            <a:rPr lang="en-US" altLang="zh-CN" sz="1800" kern="1200" dirty="0"/>
            <a:t>+_</a:t>
          </a:r>
          <a:endParaRPr lang="zh-CN" altLang="en-US" sz="1800" kern="1200" dirty="0"/>
        </a:p>
      </dsp:txBody>
      <dsp:txXfrm>
        <a:off x="0" y="281578"/>
        <a:ext cx="5181600" cy="779625"/>
      </dsp:txXfrm>
    </dsp:sp>
    <dsp:sp modelId="{DA4D7AAB-CE76-4EA3-B3A7-2499D3990517}">
      <dsp:nvSpPr>
        <dsp:cNvPr id="0" name=""/>
        <dsp:cNvSpPr/>
      </dsp:nvSpPr>
      <dsp:spPr>
        <a:xfrm>
          <a:off x="259080" y="15898"/>
          <a:ext cx="3627120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字段名称</a:t>
          </a:r>
        </a:p>
      </dsp:txBody>
      <dsp:txXfrm>
        <a:off x="285019" y="41837"/>
        <a:ext cx="3575242" cy="479482"/>
      </dsp:txXfrm>
    </dsp:sp>
    <dsp:sp modelId="{6EC5ED8E-5756-4AF9-9033-53EF57EE4D2D}">
      <dsp:nvSpPr>
        <dsp:cNvPr id="0" name=""/>
        <dsp:cNvSpPr/>
      </dsp:nvSpPr>
      <dsp:spPr>
        <a:xfrm>
          <a:off x="0" y="1424083"/>
          <a:ext cx="5181600" cy="7512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374904" rIns="402150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800" kern="1200"/>
            <a:t>INT CHAR VARCHAR ……</a:t>
          </a:r>
          <a:endParaRPr lang="zh-CN" altLang="en-US" sz="1800" kern="1200" dirty="0"/>
        </a:p>
      </dsp:txBody>
      <dsp:txXfrm>
        <a:off x="0" y="1424083"/>
        <a:ext cx="5181600" cy="751275"/>
      </dsp:txXfrm>
    </dsp:sp>
    <dsp:sp modelId="{0CBB517D-00B9-4156-AC72-CA566E153D81}">
      <dsp:nvSpPr>
        <dsp:cNvPr id="0" name=""/>
        <dsp:cNvSpPr/>
      </dsp:nvSpPr>
      <dsp:spPr>
        <a:xfrm>
          <a:off x="259080" y="1158403"/>
          <a:ext cx="3627120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字段类型</a:t>
          </a:r>
        </a:p>
      </dsp:txBody>
      <dsp:txXfrm>
        <a:off x="285019" y="1184342"/>
        <a:ext cx="3575242" cy="479482"/>
      </dsp:txXfrm>
    </dsp:sp>
    <dsp:sp modelId="{A674B7C0-0EE3-4147-8273-1D6557D814DD}">
      <dsp:nvSpPr>
        <dsp:cNvPr id="0" name=""/>
        <dsp:cNvSpPr/>
      </dsp:nvSpPr>
      <dsp:spPr>
        <a:xfrm>
          <a:off x="0" y="2538238"/>
          <a:ext cx="5181600" cy="2381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374904" rIns="402150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800" kern="1200"/>
            <a:t>PRIMARY KEY——</a:t>
          </a:r>
          <a:r>
            <a:rPr lang="zh-CN" altLang="en-US" sz="1800" kern="1200"/>
            <a:t>主键</a:t>
          </a:r>
          <a:endParaRPr lang="zh-CN" alt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800" kern="1200"/>
            <a:t>UNIQUE——</a:t>
          </a:r>
          <a:r>
            <a:rPr lang="zh-CN" altLang="en-US" sz="1800" kern="1200"/>
            <a:t>值唯一</a:t>
          </a:r>
          <a:endParaRPr lang="zh-CN" alt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800" kern="1200"/>
            <a:t>NOT NULL——</a:t>
          </a:r>
          <a:r>
            <a:rPr lang="zh-CN" altLang="en-US" sz="1800" kern="1200"/>
            <a:t>限定非空</a:t>
          </a:r>
          <a:endParaRPr lang="zh-CN" alt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800" kern="1200"/>
            <a:t>DEFAULT——</a:t>
          </a:r>
          <a:r>
            <a:rPr lang="zh-CN" altLang="en-US" sz="1800" kern="1200"/>
            <a:t>默认值</a:t>
          </a:r>
          <a:endParaRPr lang="zh-CN" alt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800" kern="1200"/>
            <a:t>AUTO_INCREMENT——</a:t>
          </a:r>
          <a:r>
            <a:rPr lang="zh-CN" altLang="en-US" sz="1800" kern="1200"/>
            <a:t>自增约束</a:t>
          </a:r>
          <a:endParaRPr lang="zh-CN" alt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800" kern="1200"/>
            <a:t>UNSIGNED——</a:t>
          </a:r>
          <a:r>
            <a:rPr lang="zh-CN" altLang="en-US" sz="1800" kern="1200"/>
            <a:t>无符号整型</a:t>
          </a:r>
          <a:endParaRPr lang="zh-CN" altLang="en-US" sz="1800" kern="1200" dirty="0"/>
        </a:p>
      </dsp:txBody>
      <dsp:txXfrm>
        <a:off x="0" y="2538238"/>
        <a:ext cx="5181600" cy="2381400"/>
      </dsp:txXfrm>
    </dsp:sp>
    <dsp:sp modelId="{BF29DCF8-629A-4FBC-82E3-7D750127C428}">
      <dsp:nvSpPr>
        <dsp:cNvPr id="0" name=""/>
        <dsp:cNvSpPr/>
      </dsp:nvSpPr>
      <dsp:spPr>
        <a:xfrm>
          <a:off x="259080" y="2272558"/>
          <a:ext cx="3627120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约束条件（选填）</a:t>
          </a:r>
        </a:p>
      </dsp:txBody>
      <dsp:txXfrm>
        <a:off x="285019" y="2298497"/>
        <a:ext cx="3575242" cy="479482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619D60-BB31-4C0B-9318-64E8F75ABAF3}">
      <dsp:nvSpPr>
        <dsp:cNvPr id="0" name=""/>
        <dsp:cNvSpPr/>
      </dsp:nvSpPr>
      <dsp:spPr>
        <a:xfrm>
          <a:off x="0" y="0"/>
          <a:ext cx="5181600" cy="46068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1353820" rIns="402150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zh-CN" altLang="en-US" sz="2400" b="1" i="0" kern="1200"/>
            <a:t>非空的约束</a:t>
          </a:r>
          <a:r>
            <a:rPr lang="zh-CN" altLang="en-US" sz="2400" b="0" i="0" kern="1200"/>
            <a:t>，也就是</a:t>
          </a:r>
          <a:r>
            <a:rPr lang="zh-CN" altLang="en-US" sz="2400" b="0" i="0" kern="1200">
              <a:solidFill>
                <a:srgbClr val="FF0000"/>
              </a:solidFill>
            </a:rPr>
            <a:t>不能</a:t>
          </a:r>
          <a:r>
            <a:rPr lang="zh-CN" altLang="en-US" sz="2400" b="0" i="0" kern="1200"/>
            <a:t>向表里插入空值</a:t>
          </a:r>
          <a:endParaRPr lang="zh-CN" altLang="en-US" sz="2400" kern="1200" dirty="0">
            <a:highlight>
              <a:srgbClr val="FFFF00"/>
            </a:highlight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altLang="zh-CN" sz="2400" b="1" i="0" kern="1200" dirty="0"/>
            <a:t> </a:t>
          </a:r>
          <a:r>
            <a:rPr lang="en-US" altLang="zh-CN" sz="2400" b="0" i="0" kern="1200" dirty="0">
              <a:solidFill>
                <a:srgbClr val="FF0000"/>
              </a:solidFill>
              <a:latin typeface="Arial"/>
              <a:ea typeface="黑体" panose="02010609060101010101" pitchFamily="49" charset="-122"/>
              <a:cs typeface="+mn-cs"/>
            </a:rPr>
            <a:t>""</a:t>
          </a:r>
          <a:r>
            <a:rPr lang="zh-CN" altLang="en-US" sz="2400" b="1" i="0" kern="1200" dirty="0"/>
            <a:t>空字符串</a:t>
          </a:r>
          <a:r>
            <a:rPr lang="zh-CN" altLang="en-US" sz="2400" b="0" i="0" kern="1200" dirty="0">
              <a:solidFill>
                <a:srgbClr val="FF0000"/>
              </a:solidFill>
              <a:latin typeface="Arial"/>
              <a:ea typeface="黑体" panose="02010609060101010101" pitchFamily="49" charset="-122"/>
              <a:cs typeface="+mn-cs"/>
            </a:rPr>
            <a:t>不</a:t>
          </a:r>
          <a:r>
            <a:rPr lang="zh-CN" altLang="en-US" sz="2400" b="0" i="0" kern="1200">
              <a:solidFill>
                <a:srgbClr val="FF0000"/>
              </a:solidFill>
              <a:latin typeface="Arial"/>
              <a:ea typeface="黑体" panose="02010609060101010101" pitchFamily="49" charset="-122"/>
              <a:cs typeface="+mn-cs"/>
            </a:rPr>
            <a:t>等同于</a:t>
          </a:r>
          <a:r>
            <a:rPr lang="en-US" sz="2400" b="0" i="0" kern="1200">
              <a:solidFill>
                <a:srgbClr val="FF0000"/>
              </a:solidFill>
              <a:latin typeface="Arial"/>
              <a:ea typeface="黑体" panose="02010609060101010101" pitchFamily="49" charset="-122"/>
              <a:cs typeface="+mn-cs"/>
            </a:rPr>
            <a:t>NULL</a:t>
          </a:r>
          <a:endParaRPr lang="zh-CN" altLang="en-US" sz="2400" b="0" i="0" kern="1200" dirty="0">
            <a:solidFill>
              <a:srgbClr val="FF0000"/>
            </a:solidFill>
            <a:latin typeface="Arial"/>
            <a:ea typeface="黑体" panose="02010609060101010101" pitchFamily="49" charset="-122"/>
            <a:cs typeface="+mn-cs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zh-CN" altLang="en-US" sz="2400" b="0" i="0" kern="1200">
              <a:solidFill>
                <a:schemeClr val="tx1"/>
              </a:solidFill>
              <a:latin typeface="Arial"/>
              <a:ea typeface="黑体" panose="02010609060101010101" pitchFamily="49" charset="-122"/>
              <a:cs typeface="+mn-cs"/>
            </a:rPr>
            <a:t>每行固定用 </a:t>
          </a:r>
          <a:r>
            <a:rPr lang="en-US" altLang="en-US" sz="2400" b="0" i="0" kern="1200">
              <a:solidFill>
                <a:schemeClr val="tx1"/>
              </a:solidFill>
              <a:latin typeface="Arial"/>
              <a:ea typeface="黑体" panose="02010609060101010101" pitchFamily="49" charset="-122"/>
              <a:cs typeface="+mn-cs"/>
            </a:rPr>
            <a:t>(</a:t>
          </a:r>
          <a:r>
            <a:rPr lang="zh-CN" altLang="en-US" sz="2400" b="0" i="0" kern="1200">
              <a:solidFill>
                <a:schemeClr val="tx1"/>
              </a:solidFill>
              <a:latin typeface="Arial"/>
              <a:ea typeface="黑体" panose="02010609060101010101" pitchFamily="49" charset="-122"/>
              <a:cs typeface="+mn-cs"/>
            </a:rPr>
            <a:t>可空字段数</a:t>
          </a:r>
          <a:r>
            <a:rPr lang="en-US" altLang="en-US" sz="2400" b="0" i="0" kern="1200">
              <a:solidFill>
                <a:schemeClr val="tx1"/>
              </a:solidFill>
              <a:latin typeface="Arial"/>
              <a:ea typeface="黑体" panose="02010609060101010101" pitchFamily="49" charset="-122"/>
              <a:cs typeface="+mn-cs"/>
            </a:rPr>
            <a:t>+7)/8 </a:t>
          </a:r>
          <a:r>
            <a:rPr lang="zh-CN" altLang="en-US" sz="2400" b="0" i="0" kern="1200">
              <a:solidFill>
                <a:schemeClr val="tx1"/>
              </a:solidFill>
              <a:latin typeface="Arial"/>
              <a:ea typeface="黑体" panose="02010609060101010101" pitchFamily="49" charset="-122"/>
              <a:cs typeface="+mn-cs"/>
            </a:rPr>
            <a:t>字节存储 </a:t>
          </a:r>
          <a:r>
            <a:rPr lang="en-US" altLang="en-US" sz="2400" b="0" i="0" kern="1200">
              <a:solidFill>
                <a:schemeClr val="tx1"/>
              </a:solidFill>
              <a:latin typeface="Arial"/>
              <a:ea typeface="黑体" panose="02010609060101010101" pitchFamily="49" charset="-122"/>
              <a:cs typeface="+mn-cs"/>
            </a:rPr>
            <a:t>NULL </a:t>
          </a:r>
          <a:r>
            <a:rPr lang="zh-CN" altLang="en-US" sz="2400" b="0" i="0" kern="1200">
              <a:solidFill>
                <a:schemeClr val="tx1"/>
              </a:solidFill>
              <a:latin typeface="Arial"/>
              <a:ea typeface="黑体" panose="02010609060101010101" pitchFamily="49" charset="-122"/>
              <a:cs typeface="+mn-cs"/>
            </a:rPr>
            <a:t>标记</a:t>
          </a:r>
          <a:endParaRPr lang="zh-CN" altLang="en-US" sz="2400" b="0" i="0" kern="1200" dirty="0">
            <a:solidFill>
              <a:srgbClr val="FF0000"/>
            </a:solidFill>
            <a:latin typeface="Arial"/>
            <a:ea typeface="黑体" panose="02010609060101010101" pitchFamily="49" charset="-122"/>
            <a:cs typeface="+mn-cs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zh-CN" altLang="en-US" sz="2400" b="0" i="0" kern="1200">
              <a:solidFill>
                <a:schemeClr val="tx1"/>
              </a:solidFill>
              <a:latin typeface="Arial"/>
              <a:ea typeface="黑体" panose="02010609060101010101" pitchFamily="49" charset="-122"/>
              <a:cs typeface="+mn-cs"/>
            </a:rPr>
            <a:t>若</a:t>
          </a:r>
          <a:r>
            <a:rPr lang="zh-CN" altLang="en-US" sz="2400" b="0" i="0" kern="1200">
              <a:solidFill>
                <a:srgbClr val="FF0000"/>
              </a:solidFill>
              <a:latin typeface="Arial"/>
              <a:ea typeface="黑体" panose="02010609060101010101" pitchFamily="49" charset="-122"/>
              <a:cs typeface="+mn-cs"/>
            </a:rPr>
            <a:t>限定了非空</a:t>
          </a:r>
          <a:r>
            <a:rPr lang="zh-CN" altLang="en-US" sz="2400" b="0" i="0" kern="1200">
              <a:solidFill>
                <a:schemeClr val="tx1"/>
              </a:solidFill>
              <a:latin typeface="Arial"/>
              <a:ea typeface="黑体" panose="02010609060101010101" pitchFamily="49" charset="-122"/>
              <a:cs typeface="+mn-cs"/>
            </a:rPr>
            <a:t>，在行的 </a:t>
          </a:r>
          <a:r>
            <a:rPr lang="en-US" altLang="en-US" sz="2400" b="0" i="0" kern="1200">
              <a:solidFill>
                <a:schemeClr val="tx1"/>
              </a:solidFill>
              <a:latin typeface="Arial"/>
              <a:ea typeface="黑体" panose="02010609060101010101" pitchFamily="49" charset="-122"/>
              <a:cs typeface="+mn-cs"/>
            </a:rPr>
            <a:t>NULL </a:t>
          </a:r>
          <a:r>
            <a:rPr lang="zh-CN" altLang="en-US" sz="2400" b="0" i="0" kern="1200">
              <a:solidFill>
                <a:schemeClr val="tx1"/>
              </a:solidFill>
              <a:latin typeface="Arial"/>
              <a:ea typeface="黑体" panose="02010609060101010101" pitchFamily="49" charset="-122"/>
              <a:cs typeface="+mn-cs"/>
            </a:rPr>
            <a:t>标记位图中，该字段占 </a:t>
          </a:r>
          <a:r>
            <a:rPr lang="en-US" altLang="en-US" sz="2400" b="0" i="0" kern="1200">
              <a:solidFill>
                <a:schemeClr val="tx1"/>
              </a:solidFill>
              <a:latin typeface="Arial"/>
              <a:ea typeface="黑体" panose="02010609060101010101" pitchFamily="49" charset="-122"/>
              <a:cs typeface="+mn-cs"/>
            </a:rPr>
            <a:t>1 </a:t>
          </a:r>
          <a:r>
            <a:rPr lang="zh-CN" altLang="en-US" sz="2400" b="0" i="0" kern="1200">
              <a:solidFill>
                <a:schemeClr val="tx1"/>
              </a:solidFill>
              <a:latin typeface="Arial"/>
              <a:ea typeface="黑体" panose="02010609060101010101" pitchFamily="49" charset="-122"/>
              <a:cs typeface="+mn-cs"/>
            </a:rPr>
            <a:t>位（</a:t>
          </a:r>
          <a:r>
            <a:rPr lang="en-US" altLang="en-US" sz="2400" b="0" i="0" kern="1200">
              <a:solidFill>
                <a:schemeClr val="tx1"/>
              </a:solidFill>
              <a:latin typeface="Arial"/>
              <a:ea typeface="黑体" panose="02010609060101010101" pitchFamily="49" charset="-122"/>
              <a:cs typeface="+mn-cs"/>
            </a:rPr>
            <a:t>bit</a:t>
          </a:r>
          <a:r>
            <a:rPr lang="zh-CN" altLang="en-US" sz="2400" b="0" i="0" kern="1200">
              <a:solidFill>
                <a:schemeClr val="tx1"/>
              </a:solidFill>
              <a:latin typeface="Arial"/>
              <a:ea typeface="黑体" panose="02010609060101010101" pitchFamily="49" charset="-122"/>
              <a:cs typeface="+mn-cs"/>
            </a:rPr>
            <a:t>）开销</a:t>
          </a:r>
          <a:endParaRPr lang="zh-CN" altLang="en-US" sz="2400" b="0" i="0" kern="1200" dirty="0">
            <a:solidFill>
              <a:srgbClr val="FF0000"/>
            </a:solidFill>
            <a:latin typeface="Arial"/>
            <a:ea typeface="黑体" panose="02010609060101010101" pitchFamily="49" charset="-122"/>
            <a:cs typeface="+mn-cs"/>
          </a:endParaRPr>
        </a:p>
      </dsp:txBody>
      <dsp:txXfrm>
        <a:off x="0" y="0"/>
        <a:ext cx="5181600" cy="4606875"/>
      </dsp:txXfrm>
    </dsp:sp>
    <dsp:sp modelId="{DF002840-BC15-4EE6-9DBE-82043B482F3C}">
      <dsp:nvSpPr>
        <dsp:cNvPr id="0" name=""/>
        <dsp:cNvSpPr/>
      </dsp:nvSpPr>
      <dsp:spPr>
        <a:xfrm>
          <a:off x="212525" y="0"/>
          <a:ext cx="3627120" cy="10924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/>
            <a:t>关于</a:t>
          </a:r>
          <a:r>
            <a:rPr lang="en-US" altLang="zh-CN" sz="1600" kern="1200"/>
            <a:t>NOT NULL</a:t>
          </a:r>
          <a:endParaRPr lang="zh-CN" altLang="en-US" sz="1600" kern="1200" dirty="0"/>
        </a:p>
      </dsp:txBody>
      <dsp:txXfrm>
        <a:off x="265856" y="53331"/>
        <a:ext cx="3520458" cy="985825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B12571-31E9-4A5B-AA95-CC9BB923B574}">
      <dsp:nvSpPr>
        <dsp:cNvPr id="0" name=""/>
        <dsp:cNvSpPr/>
      </dsp:nvSpPr>
      <dsp:spPr>
        <a:xfrm>
          <a:off x="0" y="445795"/>
          <a:ext cx="10225136" cy="14127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3584" tIns="479044" rIns="793584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300" kern="1200" dirty="0"/>
            <a:t>是否准许</a:t>
          </a:r>
          <a:r>
            <a:rPr lang="zh-CN" altLang="en-US" sz="2300" kern="1200"/>
            <a:t>添加该学生？</a:t>
          </a:r>
          <a:endParaRPr lang="zh-CN" alt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300" kern="1200" dirty="0"/>
            <a:t>还是必须先导入班级数据，再添加其中的学生？</a:t>
          </a:r>
        </a:p>
      </dsp:txBody>
      <dsp:txXfrm>
        <a:off x="0" y="445795"/>
        <a:ext cx="10225136" cy="1412775"/>
      </dsp:txXfrm>
    </dsp:sp>
    <dsp:sp modelId="{CD6EA4F2-F8F0-4551-8C8F-191EF49C666D}">
      <dsp:nvSpPr>
        <dsp:cNvPr id="0" name=""/>
        <dsp:cNvSpPr/>
      </dsp:nvSpPr>
      <dsp:spPr>
        <a:xfrm>
          <a:off x="511256" y="106315"/>
          <a:ext cx="7157595" cy="678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0540" tIns="0" rIns="27054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300" kern="1200" dirty="0"/>
            <a:t>1. </a:t>
          </a:r>
          <a:r>
            <a:rPr lang="zh-CN" altLang="en-US" sz="2300" kern="1200" dirty="0"/>
            <a:t>当</a:t>
          </a:r>
          <a:r>
            <a:rPr lang="zh-CN" altLang="en-US" sz="2300" kern="1200"/>
            <a:t>添加一位同学时</a:t>
          </a:r>
          <a:r>
            <a:rPr lang="zh-CN" altLang="en-US" sz="2300" kern="1200" dirty="0"/>
            <a:t>，</a:t>
          </a:r>
          <a:r>
            <a:rPr lang="zh-CN" altLang="en-US" sz="2300" kern="1200"/>
            <a:t>其所属班级还</a:t>
          </a:r>
          <a:r>
            <a:rPr lang="zh-CN" altLang="en-US" sz="2300" kern="1200" dirty="0"/>
            <a:t>未导入</a:t>
          </a:r>
        </a:p>
      </dsp:txBody>
      <dsp:txXfrm>
        <a:off x="544400" y="139459"/>
        <a:ext cx="7091307" cy="612672"/>
      </dsp:txXfrm>
    </dsp:sp>
    <dsp:sp modelId="{B598BDC7-E80C-449D-9432-B73EBC45D31F}">
      <dsp:nvSpPr>
        <dsp:cNvPr id="0" name=""/>
        <dsp:cNvSpPr/>
      </dsp:nvSpPr>
      <dsp:spPr>
        <a:xfrm>
          <a:off x="0" y="2322250"/>
          <a:ext cx="10225136" cy="99618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3584" tIns="479044" rIns="793584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300" kern="1200" dirty="0"/>
            <a:t>该班所有学生对应的</a:t>
          </a:r>
          <a:r>
            <a:rPr lang="en-US" altLang="zh-CN" sz="2300" kern="1200" dirty="0" err="1"/>
            <a:t>stu_class</a:t>
          </a:r>
          <a:r>
            <a:rPr lang="zh-CN" altLang="en-US" sz="2300" kern="1200" dirty="0"/>
            <a:t>字段是否要跟着修改？</a:t>
          </a:r>
        </a:p>
      </dsp:txBody>
      <dsp:txXfrm>
        <a:off x="0" y="2322250"/>
        <a:ext cx="10225136" cy="996187"/>
      </dsp:txXfrm>
    </dsp:sp>
    <dsp:sp modelId="{98439747-9013-4E94-9976-A2DF767F49DD}">
      <dsp:nvSpPr>
        <dsp:cNvPr id="0" name=""/>
        <dsp:cNvSpPr/>
      </dsp:nvSpPr>
      <dsp:spPr>
        <a:xfrm>
          <a:off x="511256" y="1982770"/>
          <a:ext cx="7157595" cy="678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0540" tIns="0" rIns="27054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300" kern="1200" dirty="0"/>
            <a:t>2. </a:t>
          </a:r>
          <a:r>
            <a:rPr lang="zh-CN" altLang="en-US" sz="2300" kern="1200" dirty="0"/>
            <a:t>当修改</a:t>
          </a:r>
          <a:r>
            <a:rPr lang="zh-CN" altLang="en-US" sz="2300" kern="1200"/>
            <a:t>一个班级自动编号时</a:t>
          </a:r>
          <a:endParaRPr lang="zh-CN" altLang="en-US" sz="2300" kern="1200" dirty="0"/>
        </a:p>
      </dsp:txBody>
      <dsp:txXfrm>
        <a:off x="544400" y="2015914"/>
        <a:ext cx="7091307" cy="612672"/>
      </dsp:txXfrm>
    </dsp:sp>
    <dsp:sp modelId="{AA77E164-D6B0-40FD-9DEA-88FD7DDE92CE}">
      <dsp:nvSpPr>
        <dsp:cNvPr id="0" name=""/>
        <dsp:cNvSpPr/>
      </dsp:nvSpPr>
      <dsp:spPr>
        <a:xfrm>
          <a:off x="0" y="3782117"/>
          <a:ext cx="10225136" cy="14127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3584" tIns="479044" rIns="793584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300" kern="1200" dirty="0"/>
            <a:t>是否</a:t>
          </a:r>
          <a:r>
            <a:rPr lang="zh-CN" altLang="en-US" sz="2300" kern="1200"/>
            <a:t>把该班级下所有学生的记录一起</a:t>
          </a:r>
          <a:r>
            <a:rPr lang="zh-CN" altLang="en-US" sz="2300" kern="1200" dirty="0"/>
            <a:t>删除？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300" kern="1200"/>
            <a:t>还是仅删除班级，但保留学生数据？</a:t>
          </a:r>
          <a:endParaRPr lang="zh-CN" altLang="en-US" sz="2300" kern="1200" dirty="0"/>
        </a:p>
      </dsp:txBody>
      <dsp:txXfrm>
        <a:off x="0" y="3782117"/>
        <a:ext cx="10225136" cy="1412775"/>
      </dsp:txXfrm>
    </dsp:sp>
    <dsp:sp modelId="{09EBD78A-2991-4C9F-87C3-2D5F231B7CB1}">
      <dsp:nvSpPr>
        <dsp:cNvPr id="0" name=""/>
        <dsp:cNvSpPr/>
      </dsp:nvSpPr>
      <dsp:spPr>
        <a:xfrm>
          <a:off x="511256" y="3442637"/>
          <a:ext cx="7157595" cy="678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0540" tIns="0" rIns="27054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300" kern="1200" dirty="0"/>
            <a:t>3. </a:t>
          </a:r>
          <a:r>
            <a:rPr lang="zh-CN" altLang="en-US" sz="2300" kern="1200" dirty="0"/>
            <a:t>当删除</a:t>
          </a:r>
          <a:r>
            <a:rPr lang="zh-CN" altLang="en-US" sz="2300" kern="1200"/>
            <a:t>一个班级时</a:t>
          </a:r>
          <a:r>
            <a:rPr lang="zh-CN" altLang="en-US" sz="2300" kern="1200" dirty="0"/>
            <a:t>，其</a:t>
          </a:r>
          <a:r>
            <a:rPr lang="zh-CN" altLang="en-US" sz="2300" kern="1200"/>
            <a:t>下还有学生数据</a:t>
          </a:r>
          <a:r>
            <a:rPr lang="zh-CN" altLang="en-US" sz="2300" kern="1200" dirty="0"/>
            <a:t>存在！</a:t>
          </a:r>
        </a:p>
      </dsp:txBody>
      <dsp:txXfrm>
        <a:off x="544400" y="3475781"/>
        <a:ext cx="7091307" cy="612672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B12571-31E9-4A5B-AA95-CC9BB923B574}">
      <dsp:nvSpPr>
        <dsp:cNvPr id="0" name=""/>
        <dsp:cNvSpPr/>
      </dsp:nvSpPr>
      <dsp:spPr>
        <a:xfrm>
          <a:off x="0" y="733378"/>
          <a:ext cx="10225136" cy="1228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3584" tIns="416560" rIns="793584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kern="1200" dirty="0"/>
            <a:t>是否准许</a:t>
          </a:r>
          <a:r>
            <a:rPr lang="zh-CN" altLang="en-US" sz="2000" kern="1200"/>
            <a:t>添加该学生？</a:t>
          </a:r>
          <a:endParaRPr lang="zh-CN" alt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kern="1200" dirty="0"/>
            <a:t>还是必须</a:t>
          </a:r>
          <a:r>
            <a:rPr lang="zh-CN" altLang="en-US" sz="2000" kern="1200"/>
            <a:t>先导入班级数据</a:t>
          </a:r>
          <a:r>
            <a:rPr lang="zh-CN" altLang="en-US" sz="2000" kern="1200" dirty="0"/>
            <a:t>，</a:t>
          </a:r>
          <a:r>
            <a:rPr lang="zh-CN" altLang="en-US" sz="2000" kern="1200"/>
            <a:t>再添加其中的学生？</a:t>
          </a:r>
          <a:endParaRPr lang="zh-CN" altLang="en-US" sz="2000" kern="1200" dirty="0"/>
        </a:p>
      </dsp:txBody>
      <dsp:txXfrm>
        <a:off x="0" y="733378"/>
        <a:ext cx="10225136" cy="1228500"/>
      </dsp:txXfrm>
    </dsp:sp>
    <dsp:sp modelId="{CD6EA4F2-F8F0-4551-8C8F-191EF49C666D}">
      <dsp:nvSpPr>
        <dsp:cNvPr id="0" name=""/>
        <dsp:cNvSpPr/>
      </dsp:nvSpPr>
      <dsp:spPr>
        <a:xfrm>
          <a:off x="511256" y="438178"/>
          <a:ext cx="7157595" cy="590400"/>
        </a:xfrm>
        <a:prstGeom prst="roundRect">
          <a:avLst/>
        </a:prstGeom>
        <a:solidFill>
          <a:srgbClr val="FF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0540" tIns="0" rIns="27054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/>
            <a:t>1. </a:t>
          </a:r>
          <a:r>
            <a:rPr lang="zh-CN" altLang="en-US" sz="2000" kern="1200" dirty="0"/>
            <a:t>当</a:t>
          </a:r>
          <a:r>
            <a:rPr lang="zh-CN" altLang="en-US" sz="2000" kern="1200"/>
            <a:t>添加一位同学时</a:t>
          </a:r>
          <a:r>
            <a:rPr lang="zh-CN" altLang="en-US" sz="2000" kern="1200" dirty="0"/>
            <a:t>，</a:t>
          </a:r>
          <a:r>
            <a:rPr lang="zh-CN" altLang="en-US" sz="2000" kern="1200"/>
            <a:t>其所属班级还</a:t>
          </a:r>
          <a:r>
            <a:rPr lang="zh-CN" altLang="en-US" sz="2000" kern="1200" dirty="0"/>
            <a:t>未</a:t>
          </a:r>
          <a:r>
            <a:rPr lang="zh-CN" altLang="en-US" sz="2000" kern="1200"/>
            <a:t>导入：不允许！</a:t>
          </a:r>
          <a:endParaRPr lang="zh-CN" altLang="en-US" sz="2000" kern="1200" dirty="0"/>
        </a:p>
      </dsp:txBody>
      <dsp:txXfrm>
        <a:off x="540077" y="466999"/>
        <a:ext cx="7099953" cy="532758"/>
      </dsp:txXfrm>
    </dsp:sp>
    <dsp:sp modelId="{B598BDC7-E80C-449D-9432-B73EBC45D31F}">
      <dsp:nvSpPr>
        <dsp:cNvPr id="0" name=""/>
        <dsp:cNvSpPr/>
      </dsp:nvSpPr>
      <dsp:spPr>
        <a:xfrm>
          <a:off x="0" y="2365079"/>
          <a:ext cx="10225136" cy="866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3584" tIns="416560" rIns="793584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kern="1200"/>
            <a:t>该班所有学生对应的</a:t>
          </a:r>
          <a:r>
            <a:rPr lang="en-US" altLang="zh-CN" sz="2000" kern="1200"/>
            <a:t>stu_class</a:t>
          </a:r>
          <a:r>
            <a:rPr lang="zh-CN" altLang="en-US" sz="2000" kern="1200"/>
            <a:t>字段是否要</a:t>
          </a:r>
          <a:r>
            <a:rPr lang="zh-CN" altLang="en-US" sz="2000" kern="1200" dirty="0"/>
            <a:t>跟着修改？</a:t>
          </a:r>
        </a:p>
      </dsp:txBody>
      <dsp:txXfrm>
        <a:off x="0" y="2365079"/>
        <a:ext cx="10225136" cy="866250"/>
      </dsp:txXfrm>
    </dsp:sp>
    <dsp:sp modelId="{98439747-9013-4E94-9976-A2DF767F49DD}">
      <dsp:nvSpPr>
        <dsp:cNvPr id="0" name=""/>
        <dsp:cNvSpPr/>
      </dsp:nvSpPr>
      <dsp:spPr>
        <a:xfrm>
          <a:off x="511256" y="2069879"/>
          <a:ext cx="7157595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0540" tIns="0" rIns="27054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/>
            <a:t>2. </a:t>
          </a:r>
          <a:r>
            <a:rPr lang="zh-CN" altLang="en-US" sz="2000" kern="1200" dirty="0"/>
            <a:t>当修改一个班级自动编号时：</a:t>
          </a:r>
          <a:r>
            <a:rPr lang="zh-CN" altLang="en-US" sz="2000" kern="1200" dirty="0">
              <a:solidFill>
                <a:srgbClr val="FF0000"/>
              </a:solidFill>
              <a:highlight>
                <a:srgbClr val="FFFF00"/>
              </a:highlight>
            </a:rPr>
            <a:t>应该跟着修改</a:t>
          </a:r>
        </a:p>
      </dsp:txBody>
      <dsp:txXfrm>
        <a:off x="540077" y="2098700"/>
        <a:ext cx="7099953" cy="532758"/>
      </dsp:txXfrm>
    </dsp:sp>
    <dsp:sp modelId="{AA77E164-D6B0-40FD-9DEA-88FD7DDE92CE}">
      <dsp:nvSpPr>
        <dsp:cNvPr id="0" name=""/>
        <dsp:cNvSpPr/>
      </dsp:nvSpPr>
      <dsp:spPr>
        <a:xfrm>
          <a:off x="0" y="3634529"/>
          <a:ext cx="10225136" cy="1228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3584" tIns="416560" rIns="793584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kern="1200" dirty="0"/>
            <a:t>是否</a:t>
          </a:r>
          <a:r>
            <a:rPr lang="zh-CN" altLang="en-US" sz="2000" kern="1200"/>
            <a:t>把该班级下所有学生的记录一起删除？</a:t>
          </a:r>
          <a:r>
            <a:rPr lang="zh-CN" altLang="en-US" sz="2000" kern="1200">
              <a:solidFill>
                <a:srgbClr val="FF0000"/>
              </a:solidFill>
            </a:rPr>
            <a:t>可以一起删，或拒绝删除班级</a:t>
          </a:r>
          <a:endParaRPr lang="zh-CN" altLang="en-US" sz="2000" kern="1200" dirty="0">
            <a:solidFill>
              <a:srgbClr val="FF0000"/>
            </a:solidFill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kern="1200"/>
            <a:t>还是仅删除班级，但保留学生数据？</a:t>
          </a:r>
          <a:r>
            <a:rPr lang="zh-CN" altLang="en-US" sz="2000" kern="1200">
              <a:solidFill>
                <a:srgbClr val="FF0000"/>
              </a:solidFill>
            </a:rPr>
            <a:t>错误！！！</a:t>
          </a:r>
          <a:endParaRPr lang="zh-CN" altLang="en-US" sz="2000" kern="1200" dirty="0">
            <a:solidFill>
              <a:srgbClr val="FF0000"/>
            </a:solidFill>
          </a:endParaRPr>
        </a:p>
      </dsp:txBody>
      <dsp:txXfrm>
        <a:off x="0" y="3634529"/>
        <a:ext cx="10225136" cy="1228500"/>
      </dsp:txXfrm>
    </dsp:sp>
    <dsp:sp modelId="{09EBD78A-2991-4C9F-87C3-2D5F231B7CB1}">
      <dsp:nvSpPr>
        <dsp:cNvPr id="0" name=""/>
        <dsp:cNvSpPr/>
      </dsp:nvSpPr>
      <dsp:spPr>
        <a:xfrm>
          <a:off x="511256" y="3339329"/>
          <a:ext cx="7157595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0540" tIns="0" rIns="27054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/>
            <a:t>3. </a:t>
          </a:r>
          <a:r>
            <a:rPr lang="zh-CN" altLang="en-US" sz="2000" kern="1200" dirty="0"/>
            <a:t>当删除一个班级时，其下还有学生数据存在！</a:t>
          </a:r>
          <a:r>
            <a:rPr lang="en-US" altLang="zh-CN" sz="2000" kern="1200" dirty="0">
              <a:solidFill>
                <a:srgbClr val="FF0000"/>
              </a:solidFill>
              <a:highlight>
                <a:srgbClr val="FFFF00"/>
              </a:highlight>
            </a:rPr>
            <a:t>2</a:t>
          </a:r>
          <a:r>
            <a:rPr lang="zh-CN" altLang="en-US" sz="2000" kern="1200" dirty="0">
              <a:solidFill>
                <a:srgbClr val="FF0000"/>
              </a:solidFill>
              <a:highlight>
                <a:srgbClr val="FFFF00"/>
              </a:highlight>
            </a:rPr>
            <a:t>种选择</a:t>
          </a:r>
        </a:p>
      </dsp:txBody>
      <dsp:txXfrm>
        <a:off x="540077" y="3368150"/>
        <a:ext cx="7099953" cy="532758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DAD118-1701-46BA-ABCF-3E370C6B8533}">
      <dsp:nvSpPr>
        <dsp:cNvPr id="0" name=""/>
        <dsp:cNvSpPr/>
      </dsp:nvSpPr>
      <dsp:spPr>
        <a:xfrm>
          <a:off x="0" y="1108709"/>
          <a:ext cx="10871200" cy="246221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400" kern="1200"/>
            <a:t>有一些表之间存在联系，在添加数据时需要考虑先后次序，在修改、删除数据时需要考虑相互影响</a:t>
          </a:r>
        </a:p>
      </dsp:txBody>
      <dsp:txXfrm>
        <a:off x="72116" y="1180825"/>
        <a:ext cx="10726968" cy="2317980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8731C1-F517-4C11-8945-6C177710C240}">
      <dsp:nvSpPr>
        <dsp:cNvPr id="0" name=""/>
        <dsp:cNvSpPr/>
      </dsp:nvSpPr>
      <dsp:spPr>
        <a:xfrm>
          <a:off x="0" y="533962"/>
          <a:ext cx="9143801" cy="2583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9661" tIns="416560" rIns="709661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dirty="0">
              <a:solidFill>
                <a:schemeClr val="bg1"/>
              </a:solidFill>
            </a:rPr>
            <a:t>FOREIGN KEY</a:t>
          </a:r>
          <a:r>
            <a:rPr lang="zh-CN" altLang="en-US" sz="2000" b="0" i="0" kern="1200" dirty="0">
              <a:solidFill>
                <a:schemeClr val="bg1"/>
              </a:solidFill>
            </a:rPr>
            <a:t>，</a:t>
          </a:r>
          <a:r>
            <a:rPr lang="zh-CN" altLang="en-US" sz="2000" kern="1200" dirty="0">
              <a:solidFill>
                <a:schemeClr val="bg1"/>
              </a:solidFill>
            </a:rPr>
            <a:t>是在一个表中定义的字段，用于</a:t>
          </a:r>
          <a:r>
            <a:rPr lang="zh-CN" altLang="en-US" sz="2000" b="0" i="0" kern="1200" dirty="0">
              <a:solidFill>
                <a:schemeClr val="bg1"/>
              </a:solidFill>
            </a:rPr>
            <a:t>在两个表之间建立关系</a:t>
          </a:r>
          <a:endParaRPr lang="zh-CN" altLang="en-US" sz="2000" kern="1200" dirty="0">
            <a:solidFill>
              <a:schemeClr val="bg1"/>
            </a:solidFill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0" i="0" kern="1200" dirty="0">
              <a:solidFill>
                <a:schemeClr val="bg1"/>
              </a:solidFill>
            </a:rPr>
            <a:t>即：一个表中的 </a:t>
          </a:r>
          <a:r>
            <a:rPr lang="en-US" sz="2000" b="0" i="0" kern="1200" dirty="0">
              <a:solidFill>
                <a:schemeClr val="bg1"/>
              </a:solidFill>
            </a:rPr>
            <a:t>FOREIGN KEY </a:t>
          </a:r>
          <a:r>
            <a:rPr lang="zh-CN" altLang="en-US" sz="2000" b="0" i="0" kern="1200" dirty="0">
              <a:solidFill>
                <a:schemeClr val="bg1"/>
              </a:solidFill>
            </a:rPr>
            <a:t>指向另一个表中的 </a:t>
          </a:r>
          <a:r>
            <a:rPr lang="en-US" sz="2000" b="0" i="0" kern="1200" dirty="0">
              <a:solidFill>
                <a:schemeClr val="bg1"/>
              </a:solidFill>
            </a:rPr>
            <a:t>PRIMARY KEY</a:t>
          </a:r>
          <a:endParaRPr lang="zh-CN" altLang="en-US" sz="2000" kern="1200" dirty="0">
            <a:solidFill>
              <a:schemeClr val="bg1"/>
            </a:solidFill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kern="1200" dirty="0">
              <a:solidFill>
                <a:schemeClr val="bg1"/>
              </a:solidFill>
            </a:rPr>
            <a:t>作用：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kern="1200" dirty="0">
              <a:solidFill>
                <a:schemeClr val="bg1"/>
              </a:solidFill>
            </a:rPr>
            <a:t>可以用于预防破坏表之间连接的动作（删除时）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kern="1200" dirty="0">
              <a:solidFill>
                <a:schemeClr val="bg1"/>
              </a:solidFill>
            </a:rPr>
            <a:t>也能防止非法数据插入外键列（添加时）</a:t>
          </a:r>
        </a:p>
      </dsp:txBody>
      <dsp:txXfrm>
        <a:off x="0" y="533962"/>
        <a:ext cx="9143801" cy="2583000"/>
      </dsp:txXfrm>
    </dsp:sp>
    <dsp:sp modelId="{4FBA477C-FCDC-444F-A94A-DF62AE36BE25}">
      <dsp:nvSpPr>
        <dsp:cNvPr id="0" name=""/>
        <dsp:cNvSpPr/>
      </dsp:nvSpPr>
      <dsp:spPr>
        <a:xfrm>
          <a:off x="457190" y="238762"/>
          <a:ext cx="6400660" cy="590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930" tIns="0" rIns="24193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/>
            <a:t>何为外键约束</a:t>
          </a:r>
        </a:p>
      </dsp:txBody>
      <dsp:txXfrm>
        <a:off x="486011" y="267583"/>
        <a:ext cx="6343018" cy="532758"/>
      </dsp:txXfrm>
    </dsp:sp>
    <dsp:sp modelId="{3157AEDB-EDE7-4B89-858D-33665269304C}">
      <dsp:nvSpPr>
        <dsp:cNvPr id="0" name=""/>
        <dsp:cNvSpPr/>
      </dsp:nvSpPr>
      <dsp:spPr>
        <a:xfrm>
          <a:off x="0" y="3520162"/>
          <a:ext cx="9143801" cy="1165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-882696"/>
              <a:satOff val="4218"/>
              <a:lumOff val="588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9661" tIns="416560" rIns="709661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kern="1200" dirty="0">
              <a:solidFill>
                <a:schemeClr val="bg1"/>
              </a:solidFill>
            </a:rPr>
            <a:t>教师</a:t>
          </a:r>
          <a:r>
            <a:rPr lang="zh-CN" sz="2000" kern="1200" dirty="0">
              <a:solidFill>
                <a:schemeClr val="bg1"/>
              </a:solidFill>
            </a:rPr>
            <a:t>表有一个指向系部表的外键约束，即字段</a:t>
          </a:r>
          <a:r>
            <a:rPr lang="zh-CN" altLang="en-US" sz="2000" kern="1200" dirty="0">
              <a:solidFill>
                <a:schemeClr val="bg1"/>
              </a:solidFill>
            </a:rPr>
            <a:t>“</a:t>
          </a:r>
          <a:r>
            <a:rPr lang="zh-CN" sz="2000" kern="1200" dirty="0">
              <a:solidFill>
                <a:schemeClr val="bg1"/>
              </a:solidFill>
            </a:rPr>
            <a:t>系部名称</a:t>
          </a:r>
          <a:r>
            <a:rPr lang="zh-CN" altLang="en-US" sz="2000" kern="1200" dirty="0">
              <a:solidFill>
                <a:schemeClr val="bg1"/>
              </a:solidFill>
            </a:rPr>
            <a:t>”</a:t>
          </a:r>
          <a:r>
            <a:rPr lang="zh-CN" sz="2000" kern="1200" dirty="0">
              <a:solidFill>
                <a:schemeClr val="bg1"/>
              </a:solidFill>
            </a:rPr>
            <a:t> </a:t>
          </a:r>
          <a:r>
            <a:rPr lang="zh-CN" sz="2000" kern="1200">
              <a:solidFill>
                <a:schemeClr val="bg1"/>
              </a:solidFill>
            </a:rPr>
            <a:t>，故</a:t>
          </a:r>
          <a:r>
            <a:rPr lang="zh-CN" altLang="en-US" sz="2000" kern="1200">
              <a:solidFill>
                <a:schemeClr val="bg1"/>
              </a:solidFill>
            </a:rPr>
            <a:t>父表</a:t>
          </a:r>
          <a:r>
            <a:rPr lang="zh-CN" sz="2000" kern="1200">
              <a:solidFill>
                <a:schemeClr val="bg1"/>
              </a:solidFill>
            </a:rPr>
            <a:t>为</a:t>
          </a:r>
          <a:r>
            <a:rPr lang="zh-CN" sz="2000" kern="1200" dirty="0">
              <a:solidFill>
                <a:schemeClr val="bg1"/>
              </a:solidFill>
            </a:rPr>
            <a:t>系部</a:t>
          </a:r>
          <a:r>
            <a:rPr lang="zh-CN" sz="2000" kern="1200">
              <a:solidFill>
                <a:schemeClr val="bg1"/>
              </a:solidFill>
            </a:rPr>
            <a:t>表，</a:t>
          </a:r>
          <a:r>
            <a:rPr lang="zh-CN" altLang="en-US" sz="2000" kern="1200">
              <a:solidFill>
                <a:schemeClr val="bg1"/>
              </a:solidFill>
            </a:rPr>
            <a:t>子表</a:t>
          </a:r>
          <a:r>
            <a:rPr lang="zh-CN" sz="2000" kern="1200">
              <a:solidFill>
                <a:schemeClr val="bg1"/>
              </a:solidFill>
            </a:rPr>
            <a:t>为</a:t>
          </a:r>
          <a:r>
            <a:rPr lang="zh-CN" altLang="en-US" sz="2000" kern="1200" dirty="0">
              <a:solidFill>
                <a:schemeClr val="bg1"/>
              </a:solidFill>
            </a:rPr>
            <a:t>教师</a:t>
          </a:r>
          <a:r>
            <a:rPr lang="zh-CN" sz="2000" kern="1200" dirty="0">
              <a:solidFill>
                <a:schemeClr val="bg1"/>
              </a:solidFill>
            </a:rPr>
            <a:t>表，两者的约束效果如</a:t>
          </a:r>
          <a:r>
            <a:rPr lang="zh-CN" altLang="en-US" sz="2000" kern="1200" dirty="0">
              <a:solidFill>
                <a:schemeClr val="bg1"/>
              </a:solidFill>
            </a:rPr>
            <a:t>教程</a:t>
          </a:r>
          <a:r>
            <a:rPr lang="en-US" altLang="zh-CN" sz="2000" kern="1200" dirty="0">
              <a:solidFill>
                <a:schemeClr val="bg1"/>
              </a:solidFill>
            </a:rPr>
            <a:t>P54</a:t>
          </a:r>
          <a:r>
            <a:rPr lang="zh-CN" altLang="en-US" sz="2000" kern="1200" dirty="0">
              <a:solidFill>
                <a:schemeClr val="bg1"/>
              </a:solidFill>
            </a:rPr>
            <a:t>所示。</a:t>
          </a:r>
        </a:p>
      </dsp:txBody>
      <dsp:txXfrm>
        <a:off x="0" y="3520162"/>
        <a:ext cx="9143801" cy="1165500"/>
      </dsp:txXfrm>
    </dsp:sp>
    <dsp:sp modelId="{16D6FBE0-2099-476C-9AF6-4AA96EDA971F}">
      <dsp:nvSpPr>
        <dsp:cNvPr id="0" name=""/>
        <dsp:cNvSpPr/>
      </dsp:nvSpPr>
      <dsp:spPr>
        <a:xfrm>
          <a:off x="457190" y="3224962"/>
          <a:ext cx="6400660" cy="590400"/>
        </a:xfrm>
        <a:prstGeom prst="roundRect">
          <a:avLst/>
        </a:prstGeom>
        <a:solidFill>
          <a:schemeClr val="accent2">
            <a:hueOff val="-882696"/>
            <a:satOff val="4218"/>
            <a:lumOff val="588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930" tIns="0" rIns="24193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/>
            <a:t>举例</a:t>
          </a:r>
        </a:p>
      </dsp:txBody>
      <dsp:txXfrm>
        <a:off x="486011" y="3253783"/>
        <a:ext cx="6343018" cy="532758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F0F18F-959F-4D1A-9A9E-C222219B3BA0}">
      <dsp:nvSpPr>
        <dsp:cNvPr id="0" name=""/>
        <dsp:cNvSpPr/>
      </dsp:nvSpPr>
      <dsp:spPr>
        <a:xfrm>
          <a:off x="4844910" y="3348608"/>
          <a:ext cx="2432665" cy="157581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-588464"/>
              <a:satOff val="2812"/>
              <a:lumOff val="392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/>
            <a:t>其班所有学生的</a:t>
          </a:r>
          <a:r>
            <a:rPr lang="en-US" altLang="zh-CN" sz="1600" kern="1200"/>
            <a:t>stu_class</a:t>
          </a:r>
          <a:r>
            <a:rPr lang="zh-CN" altLang="en-US" sz="1600" kern="1200"/>
            <a:t>字段跟着一起被修改</a:t>
          </a:r>
          <a:endParaRPr lang="zh-CN" altLang="en-US" sz="1600" kern="1200" dirty="0"/>
        </a:p>
      </dsp:txBody>
      <dsp:txXfrm>
        <a:off x="5609326" y="3777178"/>
        <a:ext cx="1633634" cy="1112630"/>
      </dsp:txXfrm>
    </dsp:sp>
    <dsp:sp modelId="{73329DC9-6A2F-4892-B645-2F51CEEEF0EB}">
      <dsp:nvSpPr>
        <dsp:cNvPr id="0" name=""/>
        <dsp:cNvSpPr/>
      </dsp:nvSpPr>
      <dsp:spPr>
        <a:xfrm>
          <a:off x="875823" y="3348608"/>
          <a:ext cx="2432665" cy="157581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-882696"/>
              <a:satOff val="4218"/>
              <a:lumOff val="588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/>
            <a:t>其班级所有学生也</a:t>
          </a:r>
          <a:r>
            <a:rPr lang="zh-CN" altLang="en-US" sz="1600" kern="1200" dirty="0"/>
            <a:t>可以一起被删除</a:t>
          </a:r>
        </a:p>
      </dsp:txBody>
      <dsp:txXfrm>
        <a:off x="910439" y="3777178"/>
        <a:ext cx="1633634" cy="1112630"/>
      </dsp:txXfrm>
    </dsp:sp>
    <dsp:sp modelId="{1723BE2F-6594-48D9-B078-D327F5295386}">
      <dsp:nvSpPr>
        <dsp:cNvPr id="0" name=""/>
        <dsp:cNvSpPr/>
      </dsp:nvSpPr>
      <dsp:spPr>
        <a:xfrm>
          <a:off x="4844910" y="0"/>
          <a:ext cx="2432665" cy="157581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-294232"/>
              <a:satOff val="1406"/>
              <a:lumOff val="196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/>
            <a:t>添加学生失败</a:t>
          </a:r>
          <a:endParaRPr lang="zh-CN" altLang="en-US" sz="1600" kern="1200" dirty="0"/>
        </a:p>
      </dsp:txBody>
      <dsp:txXfrm>
        <a:off x="5609326" y="34616"/>
        <a:ext cx="1633634" cy="1112630"/>
      </dsp:txXfrm>
    </dsp:sp>
    <dsp:sp modelId="{960C1F1F-05F0-4CD4-95B8-1B4D7F48BAB5}">
      <dsp:nvSpPr>
        <dsp:cNvPr id="0" name=""/>
        <dsp:cNvSpPr/>
      </dsp:nvSpPr>
      <dsp:spPr>
        <a:xfrm>
          <a:off x="875823" y="0"/>
          <a:ext cx="2432665" cy="157581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/>
            <a:t>添加学生成功</a:t>
          </a:r>
          <a:endParaRPr lang="zh-CN" altLang="en-US" sz="1600" kern="1200" dirty="0"/>
        </a:p>
      </dsp:txBody>
      <dsp:txXfrm>
        <a:off x="910439" y="34616"/>
        <a:ext cx="1633634" cy="1112630"/>
      </dsp:txXfrm>
    </dsp:sp>
    <dsp:sp modelId="{5ABE862B-5DD8-4C75-855A-B4821A63731D}">
      <dsp:nvSpPr>
        <dsp:cNvPr id="0" name=""/>
        <dsp:cNvSpPr/>
      </dsp:nvSpPr>
      <dsp:spPr>
        <a:xfrm>
          <a:off x="1895179" y="280692"/>
          <a:ext cx="2132276" cy="2132276"/>
        </a:xfrm>
        <a:prstGeom prst="pieWedg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/>
            <a:t>1</a:t>
          </a:r>
          <a:r>
            <a:rPr lang="en-US" altLang="zh-CN" sz="2000" kern="1200"/>
            <a:t>. 25</a:t>
          </a:r>
          <a:r>
            <a:rPr lang="zh-CN" altLang="en-US" sz="2000" kern="1200"/>
            <a:t>计算机应用</a:t>
          </a:r>
          <a:r>
            <a:rPr lang="en-US" altLang="zh-CN" sz="2000" kern="1200"/>
            <a:t>3-1</a:t>
          </a:r>
          <a:r>
            <a:rPr lang="zh-CN" altLang="en-US" sz="2000" kern="1200"/>
            <a:t>班</a:t>
          </a:r>
          <a:br>
            <a:rPr lang="en-US" altLang="zh-CN" sz="2000" kern="1200" dirty="0"/>
          </a:br>
          <a:r>
            <a:rPr lang="zh-CN" altLang="en-US" sz="2000" kern="1200" dirty="0"/>
            <a:t>存在</a:t>
          </a:r>
        </a:p>
      </dsp:txBody>
      <dsp:txXfrm>
        <a:off x="2519708" y="905221"/>
        <a:ext cx="1507747" cy="1507747"/>
      </dsp:txXfrm>
    </dsp:sp>
    <dsp:sp modelId="{F59D82D1-37FA-459F-9B39-350E257B0994}">
      <dsp:nvSpPr>
        <dsp:cNvPr id="0" name=""/>
        <dsp:cNvSpPr/>
      </dsp:nvSpPr>
      <dsp:spPr>
        <a:xfrm rot="5400000">
          <a:off x="4125944" y="280692"/>
          <a:ext cx="2132276" cy="2132276"/>
        </a:xfrm>
        <a:prstGeom prst="pieWedge">
          <a:avLst/>
        </a:prstGeom>
        <a:solidFill>
          <a:schemeClr val="accent2">
            <a:hueOff val="-294232"/>
            <a:satOff val="140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/>
            <a:t>2</a:t>
          </a:r>
          <a:r>
            <a:rPr lang="en-US" altLang="zh-CN" sz="2000" kern="1200"/>
            <a:t>. 25</a:t>
          </a:r>
          <a:r>
            <a:rPr lang="zh-CN" altLang="en-US" sz="2000" kern="1200"/>
            <a:t>计算机应用</a:t>
          </a:r>
          <a:r>
            <a:rPr lang="en-US" altLang="zh-CN" sz="2000" kern="1200"/>
            <a:t>3-1</a:t>
          </a:r>
          <a:r>
            <a:rPr lang="zh-CN" altLang="en-US" sz="2000" kern="1200"/>
            <a:t>班</a:t>
          </a:r>
          <a:br>
            <a:rPr lang="en-US" altLang="zh-CN" sz="2000" kern="1200" dirty="0"/>
          </a:br>
          <a:r>
            <a:rPr lang="zh-CN" altLang="en-US" sz="2000" kern="1200" dirty="0"/>
            <a:t>不存在</a:t>
          </a:r>
        </a:p>
      </dsp:txBody>
      <dsp:txXfrm rot="-5400000">
        <a:off x="4125944" y="905221"/>
        <a:ext cx="1507747" cy="1507747"/>
      </dsp:txXfrm>
    </dsp:sp>
    <dsp:sp modelId="{A2EE624B-6420-4120-9CE6-084D45A9475C}">
      <dsp:nvSpPr>
        <dsp:cNvPr id="0" name=""/>
        <dsp:cNvSpPr/>
      </dsp:nvSpPr>
      <dsp:spPr>
        <a:xfrm rot="10800000">
          <a:off x="4125944" y="2511456"/>
          <a:ext cx="2132276" cy="2132276"/>
        </a:xfrm>
        <a:prstGeom prst="pieWedge">
          <a:avLst/>
        </a:prstGeom>
        <a:solidFill>
          <a:schemeClr val="accent2">
            <a:hueOff val="-588464"/>
            <a:satOff val="2812"/>
            <a:lumOff val="3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/>
            <a:t>3</a:t>
          </a:r>
          <a:r>
            <a:rPr lang="en-US" altLang="zh-CN" sz="2000" kern="1200"/>
            <a:t>. </a:t>
          </a:r>
          <a:r>
            <a:rPr lang="zh-CN" altLang="en-US" sz="2000" kern="1200"/>
            <a:t>修改</a:t>
          </a:r>
          <a:r>
            <a:rPr lang="en-US" altLang="zh-CN" sz="2000" kern="1200"/>
            <a:t>25</a:t>
          </a:r>
          <a:r>
            <a:rPr lang="zh-CN" altLang="en-US" sz="2000" kern="1200"/>
            <a:t>计算机应用</a:t>
          </a:r>
          <a:r>
            <a:rPr lang="en-US" altLang="zh-CN" sz="2000" kern="1200"/>
            <a:t>3-1</a:t>
          </a:r>
          <a:r>
            <a:rPr lang="zh-CN" altLang="en-US" sz="2000" kern="1200"/>
            <a:t>班的自动编号</a:t>
          </a:r>
          <a:endParaRPr lang="zh-CN" altLang="en-US" sz="2000" kern="1200" dirty="0"/>
        </a:p>
      </dsp:txBody>
      <dsp:txXfrm rot="10800000">
        <a:off x="4125944" y="2511456"/>
        <a:ext cx="1507747" cy="1507747"/>
      </dsp:txXfrm>
    </dsp:sp>
    <dsp:sp modelId="{ACE821B0-A402-4E93-B1B8-F7B68B9CFD5C}">
      <dsp:nvSpPr>
        <dsp:cNvPr id="0" name=""/>
        <dsp:cNvSpPr/>
      </dsp:nvSpPr>
      <dsp:spPr>
        <a:xfrm rot="16200000">
          <a:off x="1895179" y="2511456"/>
          <a:ext cx="2132276" cy="2132276"/>
        </a:xfrm>
        <a:prstGeom prst="pieWedge">
          <a:avLst/>
        </a:prstGeom>
        <a:solidFill>
          <a:schemeClr val="accent2">
            <a:hueOff val="-882696"/>
            <a:satOff val="4218"/>
            <a:lumOff val="588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/>
            <a:t>4</a:t>
          </a:r>
          <a:r>
            <a:rPr lang="en-US" altLang="zh-CN" sz="2000" kern="1200"/>
            <a:t>. </a:t>
          </a:r>
          <a:r>
            <a:rPr lang="zh-CN" altLang="en-US" sz="2000" kern="1200"/>
            <a:t>删除</a:t>
          </a:r>
          <a:r>
            <a:rPr lang="en-US" altLang="zh-CN" sz="2000" kern="1200"/>
            <a:t>25</a:t>
          </a:r>
          <a:r>
            <a:rPr lang="zh-CN" altLang="en-US" sz="2000" kern="1200"/>
            <a:t>计算机应用</a:t>
          </a:r>
          <a:r>
            <a:rPr lang="en-US" altLang="zh-CN" sz="2000" kern="1200"/>
            <a:t>3-1</a:t>
          </a:r>
          <a:r>
            <a:rPr lang="zh-CN" altLang="en-US" sz="2000" kern="1200"/>
            <a:t>班</a:t>
          </a:r>
          <a:endParaRPr lang="zh-CN" altLang="en-US" sz="2000" kern="1200" dirty="0"/>
        </a:p>
      </dsp:txBody>
      <dsp:txXfrm rot="5400000">
        <a:off x="2519708" y="2511456"/>
        <a:ext cx="1507747" cy="1507747"/>
      </dsp:txXfrm>
    </dsp:sp>
    <dsp:sp modelId="{DF2229BD-FB30-48E8-9E76-75FB0BAB585E}">
      <dsp:nvSpPr>
        <dsp:cNvPr id="0" name=""/>
        <dsp:cNvSpPr/>
      </dsp:nvSpPr>
      <dsp:spPr>
        <a:xfrm>
          <a:off x="3708599" y="2019014"/>
          <a:ext cx="736201" cy="640175"/>
        </a:xfrm>
        <a:prstGeom prst="circular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51890D-EA3A-4BCD-93E0-7DF5B4F3D5AD}">
      <dsp:nvSpPr>
        <dsp:cNvPr id="0" name=""/>
        <dsp:cNvSpPr/>
      </dsp:nvSpPr>
      <dsp:spPr>
        <a:xfrm rot="10800000">
          <a:off x="3708599" y="2265235"/>
          <a:ext cx="736201" cy="640175"/>
        </a:xfrm>
        <a:prstGeom prst="circular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897FFE-BF67-4681-AE55-D3C7316FF527}">
      <dsp:nvSpPr>
        <dsp:cNvPr id="0" name=""/>
        <dsp:cNvSpPr/>
      </dsp:nvSpPr>
      <dsp:spPr>
        <a:xfrm>
          <a:off x="0" y="370589"/>
          <a:ext cx="10871200" cy="13513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3726" tIns="458216" rIns="843726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200" kern="1200"/>
            <a:t>父表：班级表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200" kern="1200"/>
            <a:t>子表：学生表（</a:t>
          </a:r>
          <a:r>
            <a:rPr lang="zh-CN" altLang="en-US" sz="2200" kern="1200">
              <a:solidFill>
                <a:srgbClr val="FF0000"/>
              </a:solidFill>
            </a:rPr>
            <a:t>外键约束的定义位置</a:t>
          </a:r>
          <a:r>
            <a:rPr lang="zh-CN" altLang="en-US" sz="2200" kern="1200"/>
            <a:t>）</a:t>
          </a:r>
        </a:p>
      </dsp:txBody>
      <dsp:txXfrm>
        <a:off x="0" y="370589"/>
        <a:ext cx="10871200" cy="1351349"/>
      </dsp:txXfrm>
    </dsp:sp>
    <dsp:sp modelId="{68A4745F-D23D-45BB-AA6A-9834B7E43FDB}">
      <dsp:nvSpPr>
        <dsp:cNvPr id="0" name=""/>
        <dsp:cNvSpPr/>
      </dsp:nvSpPr>
      <dsp:spPr>
        <a:xfrm>
          <a:off x="543560" y="45869"/>
          <a:ext cx="7609840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7634" tIns="0" rIns="287634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kern="1200"/>
            <a:t>父表和子表</a:t>
          </a:r>
        </a:p>
      </dsp:txBody>
      <dsp:txXfrm>
        <a:off x="575263" y="77572"/>
        <a:ext cx="7546434" cy="586034"/>
      </dsp:txXfrm>
    </dsp:sp>
    <dsp:sp modelId="{14C5CA7D-6BFD-470A-8ED1-D95F535C3FD4}">
      <dsp:nvSpPr>
        <dsp:cNvPr id="0" name=""/>
        <dsp:cNvSpPr/>
      </dsp:nvSpPr>
      <dsp:spPr>
        <a:xfrm>
          <a:off x="0" y="2165460"/>
          <a:ext cx="10871200" cy="13513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3726" tIns="458216" rIns="843726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200" kern="1200"/>
            <a:t>父表字段：必须是</a:t>
          </a:r>
          <a:r>
            <a:rPr lang="zh-CN" altLang="en-US" sz="2200" kern="1200">
              <a:solidFill>
                <a:srgbClr val="FF0000"/>
              </a:solidFill>
            </a:rPr>
            <a:t>主键或唯一索引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200" kern="1200"/>
            <a:t>子表字段：跟父表字段必须</a:t>
          </a:r>
          <a:r>
            <a:rPr lang="zh-CN" altLang="en-US" sz="2200" kern="1200">
              <a:solidFill>
                <a:srgbClr val="FF0000"/>
              </a:solidFill>
            </a:rPr>
            <a:t>类型一致</a:t>
          </a:r>
        </a:p>
      </dsp:txBody>
      <dsp:txXfrm>
        <a:off x="0" y="2165460"/>
        <a:ext cx="10871200" cy="1351349"/>
      </dsp:txXfrm>
    </dsp:sp>
    <dsp:sp modelId="{C339BAB3-3038-46B4-9F4F-41499BC24FB6}">
      <dsp:nvSpPr>
        <dsp:cNvPr id="0" name=""/>
        <dsp:cNvSpPr/>
      </dsp:nvSpPr>
      <dsp:spPr>
        <a:xfrm>
          <a:off x="543560" y="1840739"/>
          <a:ext cx="7609840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7634" tIns="0" rIns="287634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kern="1200"/>
            <a:t>如何在子表定义外键约束</a:t>
          </a:r>
        </a:p>
      </dsp:txBody>
      <dsp:txXfrm>
        <a:off x="575263" y="1872442"/>
        <a:ext cx="7546434" cy="586034"/>
      </dsp:txXfrm>
    </dsp:sp>
    <dsp:sp modelId="{962F6779-CE0D-4FF1-95EA-A56779411177}">
      <dsp:nvSpPr>
        <dsp:cNvPr id="0" name=""/>
        <dsp:cNvSpPr/>
      </dsp:nvSpPr>
      <dsp:spPr>
        <a:xfrm>
          <a:off x="0" y="3960330"/>
          <a:ext cx="10871200" cy="9182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3726" tIns="458216" rIns="843726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2200" kern="1200"/>
            <a:t>on update cascade</a:t>
          </a:r>
          <a:endParaRPr lang="zh-CN" altLang="en-US" sz="2200" kern="1200"/>
        </a:p>
      </dsp:txBody>
      <dsp:txXfrm>
        <a:off x="0" y="3960330"/>
        <a:ext cx="10871200" cy="918225"/>
      </dsp:txXfrm>
    </dsp:sp>
    <dsp:sp modelId="{38CB921B-8447-4B59-B9B7-1AFBC0F90181}">
      <dsp:nvSpPr>
        <dsp:cNvPr id="0" name=""/>
        <dsp:cNvSpPr/>
      </dsp:nvSpPr>
      <dsp:spPr>
        <a:xfrm>
          <a:off x="543560" y="3635609"/>
          <a:ext cx="7609840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7634" tIns="0" rIns="287634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kern="1200"/>
            <a:t>参照动作（</a:t>
          </a:r>
          <a:r>
            <a:rPr lang="zh-CN" altLang="en-US" sz="2200" kern="1200">
              <a:solidFill>
                <a:srgbClr val="FF0000"/>
              </a:solidFill>
            </a:rPr>
            <a:t>建议</a:t>
          </a:r>
          <a:r>
            <a:rPr lang="zh-CN" altLang="en-US" sz="2200" kern="1200"/>
            <a:t>）</a:t>
          </a:r>
        </a:p>
      </dsp:txBody>
      <dsp:txXfrm>
        <a:off x="575263" y="3667312"/>
        <a:ext cx="7546434" cy="586034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E02A84-BCC3-4569-8A31-DC87062E1998}">
      <dsp:nvSpPr>
        <dsp:cNvPr id="0" name=""/>
        <dsp:cNvSpPr/>
      </dsp:nvSpPr>
      <dsp:spPr>
        <a:xfrm>
          <a:off x="3027" y="418600"/>
          <a:ext cx="819530" cy="99159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系部表</a:t>
          </a:r>
        </a:p>
      </dsp:txBody>
      <dsp:txXfrm>
        <a:off x="27030" y="442603"/>
        <a:ext cx="771524" cy="943593"/>
      </dsp:txXfrm>
    </dsp:sp>
    <dsp:sp modelId="{2A0745CD-8BB8-4295-BF53-6A7C8AD0EBA5}">
      <dsp:nvSpPr>
        <dsp:cNvPr id="0" name=""/>
        <dsp:cNvSpPr/>
      </dsp:nvSpPr>
      <dsp:spPr>
        <a:xfrm>
          <a:off x="904510" y="812778"/>
          <a:ext cx="173740" cy="203243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900" kern="1200"/>
        </a:p>
      </dsp:txBody>
      <dsp:txXfrm>
        <a:off x="904510" y="853427"/>
        <a:ext cx="121618" cy="121945"/>
      </dsp:txXfrm>
    </dsp:sp>
    <dsp:sp modelId="{A8CA1B0C-5193-453D-9E52-E10DC6EEB274}">
      <dsp:nvSpPr>
        <dsp:cNvPr id="0" name=""/>
        <dsp:cNvSpPr/>
      </dsp:nvSpPr>
      <dsp:spPr>
        <a:xfrm>
          <a:off x="1150369" y="418600"/>
          <a:ext cx="819530" cy="99159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专业表</a:t>
          </a:r>
        </a:p>
      </dsp:txBody>
      <dsp:txXfrm>
        <a:off x="1174372" y="442603"/>
        <a:ext cx="771524" cy="943593"/>
      </dsp:txXfrm>
    </dsp:sp>
    <dsp:sp modelId="{DFF6F8A4-CC45-4047-9ABA-223FA411664E}">
      <dsp:nvSpPr>
        <dsp:cNvPr id="0" name=""/>
        <dsp:cNvSpPr/>
      </dsp:nvSpPr>
      <dsp:spPr>
        <a:xfrm>
          <a:off x="2051853" y="812778"/>
          <a:ext cx="173740" cy="203243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900" kern="1200"/>
        </a:p>
      </dsp:txBody>
      <dsp:txXfrm>
        <a:off x="2051853" y="853427"/>
        <a:ext cx="121618" cy="121945"/>
      </dsp:txXfrm>
    </dsp:sp>
    <dsp:sp modelId="{7B69F255-6789-4E68-9C1F-1E16F2520704}">
      <dsp:nvSpPr>
        <dsp:cNvPr id="0" name=""/>
        <dsp:cNvSpPr/>
      </dsp:nvSpPr>
      <dsp:spPr>
        <a:xfrm>
          <a:off x="2297712" y="418600"/>
          <a:ext cx="819530" cy="99159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班级表</a:t>
          </a:r>
        </a:p>
      </dsp:txBody>
      <dsp:txXfrm>
        <a:off x="2321715" y="442603"/>
        <a:ext cx="771524" cy="943593"/>
      </dsp:txXfrm>
    </dsp:sp>
    <dsp:sp modelId="{888D90B7-02A4-4F1D-9027-6DDAAB74CEB4}">
      <dsp:nvSpPr>
        <dsp:cNvPr id="0" name=""/>
        <dsp:cNvSpPr/>
      </dsp:nvSpPr>
      <dsp:spPr>
        <a:xfrm>
          <a:off x="3199196" y="812778"/>
          <a:ext cx="173740" cy="203243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900" kern="1200"/>
        </a:p>
      </dsp:txBody>
      <dsp:txXfrm>
        <a:off x="3199196" y="853427"/>
        <a:ext cx="121618" cy="121945"/>
      </dsp:txXfrm>
    </dsp:sp>
    <dsp:sp modelId="{2C5E5881-E6A6-4FBB-953E-B8A9C1375C8F}">
      <dsp:nvSpPr>
        <dsp:cNvPr id="0" name=""/>
        <dsp:cNvSpPr/>
      </dsp:nvSpPr>
      <dsp:spPr>
        <a:xfrm>
          <a:off x="3445055" y="418600"/>
          <a:ext cx="819530" cy="99159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学生表</a:t>
          </a:r>
        </a:p>
      </dsp:txBody>
      <dsp:txXfrm>
        <a:off x="3469058" y="442603"/>
        <a:ext cx="771524" cy="943593"/>
      </dsp:txXfrm>
    </dsp:sp>
    <dsp:sp modelId="{7CEA1368-BE19-4284-A756-CE2E1BF671FF}">
      <dsp:nvSpPr>
        <dsp:cNvPr id="0" name=""/>
        <dsp:cNvSpPr/>
      </dsp:nvSpPr>
      <dsp:spPr>
        <a:xfrm>
          <a:off x="4346538" y="812778"/>
          <a:ext cx="173740" cy="20324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900" kern="1200"/>
        </a:p>
      </dsp:txBody>
      <dsp:txXfrm>
        <a:off x="4346538" y="853427"/>
        <a:ext cx="121618" cy="121945"/>
      </dsp:txXfrm>
    </dsp:sp>
    <dsp:sp modelId="{F91A3585-7E68-4BE1-B557-4CBE4A1D0847}">
      <dsp:nvSpPr>
        <dsp:cNvPr id="0" name=""/>
        <dsp:cNvSpPr/>
      </dsp:nvSpPr>
      <dsp:spPr>
        <a:xfrm>
          <a:off x="4592398" y="418600"/>
          <a:ext cx="819530" cy="991599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老师表</a:t>
          </a:r>
        </a:p>
      </dsp:txBody>
      <dsp:txXfrm>
        <a:off x="4616401" y="442603"/>
        <a:ext cx="771524" cy="943593"/>
      </dsp:txXfrm>
    </dsp:sp>
    <dsp:sp modelId="{FB7341DF-BDC7-410E-8E05-543F6F624071}">
      <dsp:nvSpPr>
        <dsp:cNvPr id="0" name=""/>
        <dsp:cNvSpPr/>
      </dsp:nvSpPr>
      <dsp:spPr>
        <a:xfrm>
          <a:off x="5493881" y="812778"/>
          <a:ext cx="173740" cy="203243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900" kern="1200"/>
        </a:p>
      </dsp:txBody>
      <dsp:txXfrm>
        <a:off x="5493881" y="853427"/>
        <a:ext cx="121618" cy="121945"/>
      </dsp:txXfrm>
    </dsp:sp>
    <dsp:sp modelId="{9876C816-E72D-40D8-A7C8-C6ED119E3C82}">
      <dsp:nvSpPr>
        <dsp:cNvPr id="0" name=""/>
        <dsp:cNvSpPr/>
      </dsp:nvSpPr>
      <dsp:spPr>
        <a:xfrm>
          <a:off x="5739740" y="418600"/>
          <a:ext cx="819530" cy="99159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课程表</a:t>
          </a:r>
        </a:p>
      </dsp:txBody>
      <dsp:txXfrm>
        <a:off x="5763743" y="442603"/>
        <a:ext cx="771524" cy="943593"/>
      </dsp:txXfrm>
    </dsp:sp>
    <dsp:sp modelId="{D10992AC-F8BD-4076-9735-89FC0F72D2F1}">
      <dsp:nvSpPr>
        <dsp:cNvPr id="0" name=""/>
        <dsp:cNvSpPr/>
      </dsp:nvSpPr>
      <dsp:spPr>
        <a:xfrm>
          <a:off x="6641224" y="812778"/>
          <a:ext cx="173740" cy="203243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900" kern="1200"/>
        </a:p>
      </dsp:txBody>
      <dsp:txXfrm>
        <a:off x="6641224" y="853427"/>
        <a:ext cx="121618" cy="121945"/>
      </dsp:txXfrm>
    </dsp:sp>
    <dsp:sp modelId="{432EA0DE-BDE1-4A40-8C69-BDC3BC9BE65F}">
      <dsp:nvSpPr>
        <dsp:cNvPr id="0" name=""/>
        <dsp:cNvSpPr/>
      </dsp:nvSpPr>
      <dsp:spPr>
        <a:xfrm>
          <a:off x="6887083" y="418600"/>
          <a:ext cx="819530" cy="99159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教学任务表</a:t>
          </a:r>
        </a:p>
      </dsp:txBody>
      <dsp:txXfrm>
        <a:off x="6911086" y="442603"/>
        <a:ext cx="771524" cy="943593"/>
      </dsp:txXfrm>
    </dsp:sp>
    <dsp:sp modelId="{032ACDE5-5D27-4A4D-BFD9-705B5F80B9B3}">
      <dsp:nvSpPr>
        <dsp:cNvPr id="0" name=""/>
        <dsp:cNvSpPr/>
      </dsp:nvSpPr>
      <dsp:spPr>
        <a:xfrm>
          <a:off x="7788567" y="812778"/>
          <a:ext cx="173740" cy="203243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900" kern="1200"/>
        </a:p>
      </dsp:txBody>
      <dsp:txXfrm>
        <a:off x="7788567" y="853427"/>
        <a:ext cx="121618" cy="121945"/>
      </dsp:txXfrm>
    </dsp:sp>
    <dsp:sp modelId="{13D3C381-5877-445F-A633-4DF9E36B4DB9}">
      <dsp:nvSpPr>
        <dsp:cNvPr id="0" name=""/>
        <dsp:cNvSpPr/>
      </dsp:nvSpPr>
      <dsp:spPr>
        <a:xfrm>
          <a:off x="8034426" y="418600"/>
          <a:ext cx="819530" cy="99159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成绩表</a:t>
          </a:r>
        </a:p>
      </dsp:txBody>
      <dsp:txXfrm>
        <a:off x="8058429" y="442603"/>
        <a:ext cx="771524" cy="943593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395EA9-1AC2-4FF3-949E-944C09B9436D}">
      <dsp:nvSpPr>
        <dsp:cNvPr id="0" name=""/>
        <dsp:cNvSpPr/>
      </dsp:nvSpPr>
      <dsp:spPr>
        <a:xfrm>
          <a:off x="0" y="829488"/>
          <a:ext cx="10871200" cy="909562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3726" tIns="437388" rIns="843726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100" kern="1200"/>
            <a:t>判断操作是否成功的标志</a:t>
          </a:r>
          <a:r>
            <a:rPr lang="en-US" altLang="zh-CN" sz="2100" kern="1200"/>
            <a:t>——</a:t>
          </a:r>
          <a:r>
            <a:rPr lang="zh-CN" altLang="en-US" sz="2100" kern="1200"/>
            <a:t>操作执行后有无非法记录</a:t>
          </a:r>
        </a:p>
      </dsp:txBody>
      <dsp:txXfrm>
        <a:off x="0" y="829488"/>
        <a:ext cx="10871200" cy="909562"/>
      </dsp:txXfrm>
    </dsp:sp>
    <dsp:sp modelId="{E7C37912-A8CB-4046-888B-55C0CF0B780D}">
      <dsp:nvSpPr>
        <dsp:cNvPr id="0" name=""/>
        <dsp:cNvSpPr/>
      </dsp:nvSpPr>
      <dsp:spPr>
        <a:xfrm>
          <a:off x="543560" y="519528"/>
          <a:ext cx="7609840" cy="6199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47625" cap="flat" cmpd="dbl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30000" dir="5400000" rotWithShape="0">
            <a:srgbClr val="000000">
              <a:alpha val="4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87634" tIns="0" rIns="287634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/>
            <a:t>外键约束的作用</a:t>
          </a:r>
          <a:r>
            <a:rPr lang="zh-CN" altLang="en-US" sz="2100" kern="1200"/>
            <a:t>：保持父表和子表的</a:t>
          </a:r>
          <a:r>
            <a:rPr lang="zh-CN" altLang="en-US" sz="2100" kern="1200" dirty="0"/>
            <a:t>连接，消除</a:t>
          </a:r>
          <a:r>
            <a:rPr lang="zh-CN" altLang="en-US" sz="2100" kern="1200" dirty="0">
              <a:solidFill>
                <a:srgbClr val="FF0000"/>
              </a:solidFill>
            </a:rPr>
            <a:t>非法记录</a:t>
          </a:r>
        </a:p>
      </dsp:txBody>
      <dsp:txXfrm>
        <a:off x="573822" y="549790"/>
        <a:ext cx="7549316" cy="559396"/>
      </dsp:txXfrm>
    </dsp:sp>
    <dsp:sp modelId="{49D11A02-3444-411B-BA07-236891A9274B}">
      <dsp:nvSpPr>
        <dsp:cNvPr id="0" name=""/>
        <dsp:cNvSpPr/>
      </dsp:nvSpPr>
      <dsp:spPr>
        <a:xfrm>
          <a:off x="0" y="2162411"/>
          <a:ext cx="10871200" cy="909562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3726" tIns="437388" rIns="843726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100" kern="1200"/>
            <a:t>解锁父表的主键更新操作（子表自动跟着更新相关字段）</a:t>
          </a:r>
        </a:p>
      </dsp:txBody>
      <dsp:txXfrm>
        <a:off x="0" y="2162411"/>
        <a:ext cx="10871200" cy="909562"/>
      </dsp:txXfrm>
    </dsp:sp>
    <dsp:sp modelId="{2B9009D7-18D8-48B7-B0FE-0C30399860C0}">
      <dsp:nvSpPr>
        <dsp:cNvPr id="0" name=""/>
        <dsp:cNvSpPr/>
      </dsp:nvSpPr>
      <dsp:spPr>
        <a:xfrm>
          <a:off x="543560" y="1852451"/>
          <a:ext cx="7609840" cy="6199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47625" cap="flat" cmpd="dbl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30000" dir="5400000" rotWithShape="0">
            <a:srgbClr val="000000">
              <a:alpha val="4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87634" tIns="0" rIns="287634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/>
            <a:t>配置</a:t>
          </a:r>
          <a:r>
            <a:rPr lang="en-US" altLang="zh-CN" sz="2100" kern="1200" dirty="0"/>
            <a:t>on update cascade</a:t>
          </a:r>
          <a:endParaRPr lang="zh-CN" altLang="en-US" sz="2100" kern="1200" dirty="0"/>
        </a:p>
      </dsp:txBody>
      <dsp:txXfrm>
        <a:off x="573822" y="1882713"/>
        <a:ext cx="7549316" cy="559396"/>
      </dsp:txXfrm>
    </dsp:sp>
    <dsp:sp modelId="{F01A6DFE-866C-41D0-B1F7-F4B37EDA6D6B}">
      <dsp:nvSpPr>
        <dsp:cNvPr id="0" name=""/>
        <dsp:cNvSpPr/>
      </dsp:nvSpPr>
      <dsp:spPr>
        <a:xfrm>
          <a:off x="0" y="3495333"/>
          <a:ext cx="10871200" cy="909562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3726" tIns="437388" rIns="843726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100" kern="1200"/>
            <a:t>解锁父表的记录删除操作（子表自动跟着删除相关记录）</a:t>
          </a:r>
        </a:p>
      </dsp:txBody>
      <dsp:txXfrm>
        <a:off x="0" y="3495333"/>
        <a:ext cx="10871200" cy="909562"/>
      </dsp:txXfrm>
    </dsp:sp>
    <dsp:sp modelId="{97870460-FEA8-4124-894D-9FFB66C60C2F}">
      <dsp:nvSpPr>
        <dsp:cNvPr id="0" name=""/>
        <dsp:cNvSpPr/>
      </dsp:nvSpPr>
      <dsp:spPr>
        <a:xfrm>
          <a:off x="543560" y="3185373"/>
          <a:ext cx="7609840" cy="6199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47625" cap="flat" cmpd="dbl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30000" dir="5400000" rotWithShape="0">
            <a:srgbClr val="000000">
              <a:alpha val="45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87634" tIns="0" rIns="287634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/>
            <a:t>配置</a:t>
          </a:r>
          <a:r>
            <a:rPr lang="en-US" altLang="zh-CN" sz="2100" kern="1200"/>
            <a:t>on delete cascade</a:t>
          </a:r>
          <a:endParaRPr lang="zh-CN" altLang="en-US" sz="2100" kern="1200"/>
        </a:p>
      </dsp:txBody>
      <dsp:txXfrm>
        <a:off x="573822" y="3215635"/>
        <a:ext cx="7549316" cy="559396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53C023-3DB9-4016-8ECB-E58BC0532A27}">
      <dsp:nvSpPr>
        <dsp:cNvPr id="0" name=""/>
        <dsp:cNvSpPr/>
      </dsp:nvSpPr>
      <dsp:spPr>
        <a:xfrm>
          <a:off x="0" y="504290"/>
          <a:ext cx="9649072" cy="262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8875" tIns="666496" rIns="748875" bIns="227584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3200" kern="1200"/>
            <a:t>insert into guirz_class</a:t>
          </a:r>
          <a:br>
            <a:rPr lang="en-US" altLang="zh-CN" sz="3200" kern="1200"/>
          </a:br>
          <a:r>
            <a:rPr lang="en-US" altLang="zh-CN" sz="3200" kern="1200"/>
            <a:t>(clname,clyear,clmajor)</a:t>
          </a:r>
          <a:br>
            <a:rPr lang="en-US" altLang="zh-CN" sz="3200" kern="1200"/>
          </a:br>
          <a:r>
            <a:rPr lang="en-US" altLang="zh-CN" sz="3200" kern="1200"/>
            <a:t>values</a:t>
          </a:r>
          <a:br>
            <a:rPr lang="en-US" altLang="zh-CN" sz="3200" kern="1200"/>
          </a:br>
          <a:r>
            <a:rPr lang="en-US" altLang="zh-CN" sz="3200" kern="1200"/>
            <a:t>(……);</a:t>
          </a:r>
          <a:endParaRPr lang="zh-CN" altLang="en-US" sz="3200" kern="1200"/>
        </a:p>
      </dsp:txBody>
      <dsp:txXfrm>
        <a:off x="0" y="504290"/>
        <a:ext cx="9649072" cy="2620800"/>
      </dsp:txXfrm>
    </dsp:sp>
    <dsp:sp modelId="{6E356018-861C-4797-A425-8990E6A71CD5}">
      <dsp:nvSpPr>
        <dsp:cNvPr id="0" name=""/>
        <dsp:cNvSpPr/>
      </dsp:nvSpPr>
      <dsp:spPr>
        <a:xfrm>
          <a:off x="482453" y="17635"/>
          <a:ext cx="6754350" cy="9446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5298" tIns="0" rIns="255298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200" kern="1200"/>
            <a:t>建议插入记录的命令为：</a:t>
          </a:r>
        </a:p>
      </dsp:txBody>
      <dsp:txXfrm>
        <a:off x="528567" y="63749"/>
        <a:ext cx="6662122" cy="8524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61AC39-F736-4EC7-B04C-6E29A3CD4AC8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97A32B-B1EA-4C6B-AAB6-0303326BB3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0455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001E62-D991-4ED4-BFF3-EF64CEF0F55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2021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7A32B-B1EA-4C6B-AAB6-0303326BB35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44375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7A32B-B1EA-4C6B-AAB6-0303326BB35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7506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7A32B-B1EA-4C6B-AAB6-0303326BB35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28332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7A32B-B1EA-4C6B-AAB6-0303326BB35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27313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97A32B-B1EA-4C6B-AAB6-0303326BB35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55853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97A32B-B1EA-4C6B-AAB6-0303326BB354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47750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7A32B-B1EA-4C6B-AAB6-0303326BB354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89515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7A32B-B1EA-4C6B-AAB6-0303326BB354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2554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7A32B-B1EA-4C6B-AAB6-0303326BB354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51940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7A32B-B1EA-4C6B-AAB6-0303326BB354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8636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7A32B-B1EA-4C6B-AAB6-0303326BB354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90244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7A32B-B1EA-4C6B-AAB6-0303326BB354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65094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97A32B-B1EA-4C6B-AAB6-0303326BB354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81218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97A32B-B1EA-4C6B-AAB6-0303326BB354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5551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97A32B-B1EA-4C6B-AAB6-0303326BB354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09418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97A32B-B1EA-4C6B-AAB6-0303326BB354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12120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97A32B-B1EA-4C6B-AAB6-0303326BB354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28310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7A32B-B1EA-4C6B-AAB6-0303326BB354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07295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97A32B-B1EA-4C6B-AAB6-0303326BB354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013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97A32B-B1EA-4C6B-AAB6-0303326BB354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4845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>
            <a:alpha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white">
          <a:xfrm>
            <a:off x="0" y="5971032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矩形 9"/>
          <p:cNvSpPr/>
          <p:nvPr/>
        </p:nvSpPr>
        <p:spPr>
          <a:xfrm>
            <a:off x="-12192" y="6053328"/>
            <a:ext cx="2999232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矩形 10"/>
          <p:cNvSpPr/>
          <p:nvPr/>
        </p:nvSpPr>
        <p:spPr>
          <a:xfrm>
            <a:off x="3145536" y="6044184"/>
            <a:ext cx="90464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3149600" y="4038600"/>
            <a:ext cx="8636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3149600" y="6050037"/>
            <a:ext cx="89408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>
          <a:xfrm>
            <a:off x="101600" y="6068699"/>
            <a:ext cx="2743200" cy="685800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EB153BA2-96BB-47EA-B105-F0620427BFC0}" type="datetime1">
              <a:rPr lang="zh-CN" altLang="en-US" smtClean="0"/>
              <a:t>2026/3/16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6864" y="228600"/>
            <a:ext cx="10871200" cy="990600"/>
          </a:xfrm>
          <a:ln>
            <a:solidFill>
              <a:schemeClr val="accent2"/>
            </a:solidFill>
          </a:ln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4925144"/>
          </a:xfrm>
          <a:ln>
            <a:solidFill>
              <a:schemeClr val="accent1"/>
            </a:solidFill>
          </a:ln>
        </p:spPr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828801" y="2743200"/>
            <a:ext cx="9497484" cy="1673225"/>
          </a:xfrm>
        </p:spPr>
        <p:txBody>
          <a:bodyPr anchor="t"/>
          <a:lstStyle>
            <a:lvl1pPr marL="514350" indent="-514350">
              <a:buFont typeface="+mj-lt"/>
              <a:buAutoNum type="arabicPeriod"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7" name="矩形 6"/>
          <p:cNvSpPr/>
          <p:nvPr/>
        </p:nvSpPr>
        <p:spPr bwMode="white">
          <a:xfrm>
            <a:off x="0" y="1524000"/>
            <a:ext cx="12192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矩形 7"/>
          <p:cNvSpPr/>
          <p:nvPr/>
        </p:nvSpPr>
        <p:spPr>
          <a:xfrm>
            <a:off x="0" y="1600200"/>
            <a:ext cx="17272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矩形 8"/>
          <p:cNvSpPr/>
          <p:nvPr/>
        </p:nvSpPr>
        <p:spPr>
          <a:xfrm>
            <a:off x="1828800" y="1600200"/>
            <a:ext cx="103632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28800" y="1600200"/>
            <a:ext cx="1016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812800" y="1589567"/>
            <a:ext cx="5181600" cy="4935777"/>
          </a:xfrm>
        </p:spPr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6459868" y="1589567"/>
            <a:ext cx="5181600" cy="4935777"/>
          </a:xfrm>
        </p:spPr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200" y="273050"/>
            <a:ext cx="108712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812800" y="2438400"/>
            <a:ext cx="5181600" cy="4158952"/>
          </a:xfrm>
        </p:spPr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quarter" idx="4"/>
          </p:nvPr>
        </p:nvSpPr>
        <p:spPr>
          <a:xfrm>
            <a:off x="6400800" y="2438400"/>
            <a:ext cx="5181600" cy="4158952"/>
          </a:xfrm>
        </p:spPr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"/>
          </p:nvPr>
        </p:nvSpPr>
        <p:spPr>
          <a:xfrm>
            <a:off x="812800" y="1752600"/>
            <a:ext cx="51816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3"/>
          </p:nvPr>
        </p:nvSpPr>
        <p:spPr>
          <a:xfrm>
            <a:off x="6400800" y="1752600"/>
            <a:ext cx="51816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812800" y="1752600"/>
            <a:ext cx="2133600" cy="4772744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3149600" y="1752600"/>
            <a:ext cx="8534400" cy="4856476"/>
          </a:xfrm>
        </p:spPr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133600" y="5486400"/>
            <a:ext cx="97536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8" name="矩形 7"/>
          <p:cNvSpPr/>
          <p:nvPr/>
        </p:nvSpPr>
        <p:spPr bwMode="white">
          <a:xfrm>
            <a:off x="-12192" y="4572000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矩形 8"/>
          <p:cNvSpPr/>
          <p:nvPr/>
        </p:nvSpPr>
        <p:spPr>
          <a:xfrm>
            <a:off x="-12192" y="4663440"/>
            <a:ext cx="195072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矩形 9"/>
          <p:cNvSpPr/>
          <p:nvPr/>
        </p:nvSpPr>
        <p:spPr>
          <a:xfrm>
            <a:off x="2060448" y="4654296"/>
            <a:ext cx="10131552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33600" y="4648200"/>
            <a:ext cx="97536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1" name="矩形 10"/>
          <p:cNvSpPr/>
          <p:nvPr/>
        </p:nvSpPr>
        <p:spPr bwMode="white">
          <a:xfrm>
            <a:off x="1930400" y="0"/>
            <a:ext cx="134112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080768" y="0"/>
            <a:ext cx="10111232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128000" y="6248401"/>
            <a:ext cx="3556000" cy="365125"/>
          </a:xfrm>
          <a:prstGeom prst="rect">
            <a:avLst/>
          </a:prstGeom>
        </p:spPr>
        <p:txBody>
          <a:bodyPr/>
          <a:lstStyle/>
          <a:p>
            <a:fld id="{480E90F2-053E-4EB7-B7E5-22A88E210A22}" type="datetime1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2801" y="6248207"/>
            <a:ext cx="7228111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37600" y="609601"/>
            <a:ext cx="2743200" cy="5516563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7416800" cy="5516564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737600" y="6248403"/>
            <a:ext cx="2946400" cy="365125"/>
          </a:xfrm>
          <a:prstGeom prst="rect">
            <a:avLst/>
          </a:prstGeom>
        </p:spPr>
        <p:txBody>
          <a:bodyPr/>
          <a:lstStyle/>
          <a:p>
            <a:fld id="{4908D812-4990-4D46-A693-3F386089984B}" type="datetime1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609602" y="6248208"/>
            <a:ext cx="7431311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 bwMode="white">
          <a:xfrm>
            <a:off x="8128424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矩形 7"/>
          <p:cNvSpPr/>
          <p:nvPr/>
        </p:nvSpPr>
        <p:spPr>
          <a:xfrm>
            <a:off x="8189384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矩形 8"/>
          <p:cNvSpPr/>
          <p:nvPr/>
        </p:nvSpPr>
        <p:spPr>
          <a:xfrm>
            <a:off x="8189384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812800" y="228600"/>
            <a:ext cx="10871200" cy="990600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anchor="ctr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816864" y="1600200"/>
            <a:ext cx="10871200" cy="485313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7" name="矩形 6"/>
          <p:cNvSpPr/>
          <p:nvPr/>
        </p:nvSpPr>
        <p:spPr bwMode="white">
          <a:xfrm>
            <a:off x="0" y="1234440"/>
            <a:ext cx="12192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矩形 7"/>
          <p:cNvSpPr/>
          <p:nvPr/>
        </p:nvSpPr>
        <p:spPr>
          <a:xfrm>
            <a:off x="0" y="1280160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矩形 8"/>
          <p:cNvSpPr/>
          <p:nvPr/>
        </p:nvSpPr>
        <p:spPr>
          <a:xfrm>
            <a:off x="787400" y="1280160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400" b="1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0.xml"/><Relationship Id="rId3" Type="http://schemas.openxmlformats.org/officeDocument/2006/relationships/diagramLayout" Target="../diagrams/layout9.xml"/><Relationship Id="rId7" Type="http://schemas.openxmlformats.org/officeDocument/2006/relationships/diagramData" Target="../diagrams/data10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.xml"/><Relationship Id="rId11" Type="http://schemas.microsoft.com/office/2007/relationships/diagramDrawing" Target="../diagrams/drawing10.xml"/><Relationship Id="rId5" Type="http://schemas.openxmlformats.org/officeDocument/2006/relationships/diagramColors" Target="../diagrams/colors9.xml"/><Relationship Id="rId10" Type="http://schemas.openxmlformats.org/officeDocument/2006/relationships/diagramColors" Target="../diagrams/colors10.xml"/><Relationship Id="rId4" Type="http://schemas.openxmlformats.org/officeDocument/2006/relationships/diagramQuickStyle" Target="../diagrams/quickStyle9.xml"/><Relationship Id="rId9" Type="http://schemas.openxmlformats.org/officeDocument/2006/relationships/diagramQuickStyle" Target="../diagrams/quickStyle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10" Type="http://schemas.openxmlformats.org/officeDocument/2006/relationships/image" Target="../media/image12.png"/><Relationship Id="rId4" Type="http://schemas.openxmlformats.org/officeDocument/2006/relationships/diagramLayout" Target="../diagrams/layout11.xml"/><Relationship Id="rId9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3.xml"/><Relationship Id="rId13" Type="http://schemas.openxmlformats.org/officeDocument/2006/relationships/image" Target="../media/image11.png"/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12" Type="http://schemas.microsoft.com/office/2007/relationships/diagramDrawing" Target="../diagrams/drawing1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2.xml"/><Relationship Id="rId11" Type="http://schemas.openxmlformats.org/officeDocument/2006/relationships/diagramColors" Target="../diagrams/colors13.xml"/><Relationship Id="rId5" Type="http://schemas.openxmlformats.org/officeDocument/2006/relationships/diagramQuickStyle" Target="../diagrams/quickStyle12.xml"/><Relationship Id="rId10" Type="http://schemas.openxmlformats.org/officeDocument/2006/relationships/diagramQuickStyle" Target="../diagrams/quickStyle13.xml"/><Relationship Id="rId4" Type="http://schemas.openxmlformats.org/officeDocument/2006/relationships/diagramLayout" Target="../diagrams/layout12.xml"/><Relationship Id="rId9" Type="http://schemas.openxmlformats.org/officeDocument/2006/relationships/diagramLayout" Target="../diagrams/layout13.xml"/><Relationship Id="rId1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7" Type="http://schemas.openxmlformats.org/officeDocument/2006/relationships/image" Target="../media/image13.png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6.xml"/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12" Type="http://schemas.microsoft.com/office/2007/relationships/diagramDrawing" Target="../diagrams/drawing1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5.xml"/><Relationship Id="rId11" Type="http://schemas.openxmlformats.org/officeDocument/2006/relationships/diagramColors" Target="../diagrams/colors16.xml"/><Relationship Id="rId5" Type="http://schemas.openxmlformats.org/officeDocument/2006/relationships/diagramQuickStyle" Target="../diagrams/quickStyle15.xml"/><Relationship Id="rId10" Type="http://schemas.openxmlformats.org/officeDocument/2006/relationships/diagramQuickStyle" Target="../diagrams/quickStyle16.xml"/><Relationship Id="rId4" Type="http://schemas.openxmlformats.org/officeDocument/2006/relationships/diagramLayout" Target="../diagrams/layout15.xml"/><Relationship Id="rId9" Type="http://schemas.openxmlformats.org/officeDocument/2006/relationships/diagramLayout" Target="../diagrams/layout1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diagramData" Target="../diagrams/data25.xml"/><Relationship Id="rId7" Type="http://schemas.microsoft.com/office/2007/relationships/diagramDrawing" Target="../diagrams/drawing25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5.xml"/><Relationship Id="rId5" Type="http://schemas.openxmlformats.org/officeDocument/2006/relationships/diagramQuickStyle" Target="../diagrams/quickStyle25.xml"/><Relationship Id="rId4" Type="http://schemas.openxmlformats.org/officeDocument/2006/relationships/diagramLayout" Target="../diagrams/layout2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1" name="组合 410"/>
          <p:cNvGrpSpPr/>
          <p:nvPr/>
        </p:nvGrpSpPr>
        <p:grpSpPr>
          <a:xfrm>
            <a:off x="6955861" y="2322568"/>
            <a:ext cx="2204670" cy="2215011"/>
            <a:chOff x="6128821" y="1388791"/>
            <a:chExt cx="4182529" cy="4202150"/>
          </a:xfrm>
        </p:grpSpPr>
        <p:sp>
          <p:nvSpPr>
            <p:cNvPr id="419" name="Freeform 5"/>
            <p:cNvSpPr/>
            <p:nvPr/>
          </p:nvSpPr>
          <p:spPr bwMode="auto">
            <a:xfrm rot="10800000">
              <a:off x="6128821" y="2486791"/>
              <a:ext cx="2263538" cy="2006155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  <a:ln w="38100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88900" dist="1016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b="1">
                <a:sym typeface="Arial" panose="020B0604020202020204" pitchFamily="34" charset="0"/>
              </a:endParaRPr>
            </a:p>
          </p:txBody>
        </p:sp>
        <p:sp>
          <p:nvSpPr>
            <p:cNvPr id="417" name="Freeform 5"/>
            <p:cNvSpPr/>
            <p:nvPr/>
          </p:nvSpPr>
          <p:spPr bwMode="auto">
            <a:xfrm rot="10800000">
              <a:off x="8047812" y="1388791"/>
              <a:ext cx="2263538" cy="2006155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  <a:ln w="38100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88900" dist="1016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b="1">
                <a:sym typeface="Arial" panose="020B0604020202020204" pitchFamily="34" charset="0"/>
              </a:endParaRPr>
            </a:p>
          </p:txBody>
        </p:sp>
        <p:sp>
          <p:nvSpPr>
            <p:cNvPr id="415" name="Freeform 5"/>
            <p:cNvSpPr/>
            <p:nvPr/>
          </p:nvSpPr>
          <p:spPr bwMode="auto">
            <a:xfrm rot="10800000">
              <a:off x="8047812" y="3584786"/>
              <a:ext cx="2263538" cy="2006155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  <a:ln w="38100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88900" dist="1016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b="1">
                <a:sym typeface="Arial" panose="020B0604020202020204" pitchFamily="34" charset="0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6621629" y="668473"/>
            <a:ext cx="3939158" cy="5332075"/>
            <a:chOff x="6798609" y="-251869"/>
            <a:chExt cx="5253578" cy="7111285"/>
          </a:xfrm>
        </p:grpSpPr>
        <p:sp>
          <p:nvSpPr>
            <p:cNvPr id="421" name="Freeform 5"/>
            <p:cNvSpPr/>
            <p:nvPr/>
          </p:nvSpPr>
          <p:spPr bwMode="auto">
            <a:xfrm rot="10800000">
              <a:off x="7731152" y="1751506"/>
              <a:ext cx="949002" cy="841094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noFill/>
            <a:ln w="9525">
              <a:solidFill>
                <a:schemeClr val="accent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4795" tIns="32398" rIns="64795" bIns="32398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46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422" name="Freeform 5"/>
            <p:cNvSpPr/>
            <p:nvPr/>
          </p:nvSpPr>
          <p:spPr bwMode="auto">
            <a:xfrm rot="10800000">
              <a:off x="7731152" y="4269844"/>
              <a:ext cx="949002" cy="841094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noFill/>
            <a:ln w="9525">
              <a:solidFill>
                <a:schemeClr val="accent2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4795" tIns="32398" rIns="64795" bIns="32398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46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423" name="Freeform 5"/>
            <p:cNvSpPr/>
            <p:nvPr/>
          </p:nvSpPr>
          <p:spPr bwMode="auto">
            <a:xfrm rot="10800000">
              <a:off x="9919526" y="3012713"/>
              <a:ext cx="949002" cy="841094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noFill/>
            <a:ln w="9525">
              <a:solidFill>
                <a:schemeClr val="accent3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4795" tIns="32398" rIns="64795" bIns="32398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46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cxnSp>
          <p:nvCxnSpPr>
            <p:cNvPr id="424" name="直接连接符 423"/>
            <p:cNvCxnSpPr/>
            <p:nvPr/>
          </p:nvCxnSpPr>
          <p:spPr>
            <a:xfrm>
              <a:off x="10863943" y="3431223"/>
              <a:ext cx="1188244" cy="0"/>
            </a:xfrm>
            <a:prstGeom prst="line">
              <a:avLst/>
            </a:prstGeom>
            <a:ln w="952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直接连接符 424"/>
            <p:cNvCxnSpPr/>
            <p:nvPr/>
          </p:nvCxnSpPr>
          <p:spPr>
            <a:xfrm flipV="1">
              <a:off x="6955437" y="5111885"/>
              <a:ext cx="1008937" cy="1747531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直接连接符 425"/>
            <p:cNvCxnSpPr/>
            <p:nvPr/>
          </p:nvCxnSpPr>
          <p:spPr>
            <a:xfrm>
              <a:off x="6798609" y="-251869"/>
              <a:ext cx="1165761" cy="2019159"/>
            </a:xfrm>
            <a:prstGeom prst="line">
              <a:avLst/>
            </a:prstGeom>
            <a:ln w="952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34" name="组合 433"/>
            <p:cNvGrpSpPr/>
            <p:nvPr/>
          </p:nvGrpSpPr>
          <p:grpSpPr>
            <a:xfrm>
              <a:off x="8059703" y="2042916"/>
              <a:ext cx="303617" cy="258274"/>
              <a:chOff x="6339462" y="3747511"/>
              <a:chExt cx="907547" cy="772010"/>
            </a:xfrm>
            <a:solidFill>
              <a:schemeClr val="accent1"/>
            </a:solidFill>
          </p:grpSpPr>
          <p:sp>
            <p:nvSpPr>
              <p:cNvPr id="435" name="Rectangle 130"/>
              <p:cNvSpPr>
                <a:spLocks noChangeArrowheads="1"/>
              </p:cNvSpPr>
              <p:nvPr/>
            </p:nvSpPr>
            <p:spPr bwMode="auto">
              <a:xfrm>
                <a:off x="6339462" y="4489161"/>
                <a:ext cx="881523" cy="3036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436" name="Freeform 131"/>
              <p:cNvSpPr/>
              <p:nvPr/>
            </p:nvSpPr>
            <p:spPr bwMode="auto">
              <a:xfrm>
                <a:off x="6398014" y="4350373"/>
                <a:ext cx="123608" cy="114934"/>
              </a:xfrm>
              <a:custGeom>
                <a:avLst/>
                <a:gdLst>
                  <a:gd name="T0" fmla="*/ 43 w 48"/>
                  <a:gd name="T1" fmla="*/ 45 h 45"/>
                  <a:gd name="T2" fmla="*/ 48 w 48"/>
                  <a:gd name="T3" fmla="*/ 39 h 45"/>
                  <a:gd name="T4" fmla="*/ 48 w 48"/>
                  <a:gd name="T5" fmla="*/ 0 h 45"/>
                  <a:gd name="T6" fmla="*/ 0 w 48"/>
                  <a:gd name="T7" fmla="*/ 8 h 45"/>
                  <a:gd name="T8" fmla="*/ 0 w 48"/>
                  <a:gd name="T9" fmla="*/ 39 h 45"/>
                  <a:gd name="T10" fmla="*/ 6 w 48"/>
                  <a:gd name="T11" fmla="*/ 45 h 45"/>
                  <a:gd name="T12" fmla="*/ 43 w 48"/>
                  <a:gd name="T13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45">
                    <a:moveTo>
                      <a:pt x="43" y="45"/>
                    </a:moveTo>
                    <a:cubicBezTo>
                      <a:pt x="46" y="45"/>
                      <a:pt x="48" y="42"/>
                      <a:pt x="48" y="39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29" y="5"/>
                      <a:pt x="12" y="7"/>
                      <a:pt x="0" y="8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0" y="42"/>
                      <a:pt x="3" y="45"/>
                      <a:pt x="6" y="45"/>
                    </a:cubicBezTo>
                    <a:lnTo>
                      <a:pt x="43" y="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437" name="Freeform 132"/>
              <p:cNvSpPr/>
              <p:nvPr/>
            </p:nvSpPr>
            <p:spPr bwMode="auto">
              <a:xfrm>
                <a:off x="6557403" y="4299411"/>
                <a:ext cx="122524" cy="165896"/>
              </a:xfrm>
              <a:custGeom>
                <a:avLst/>
                <a:gdLst>
                  <a:gd name="T0" fmla="*/ 43 w 48"/>
                  <a:gd name="T1" fmla="*/ 65 h 65"/>
                  <a:gd name="T2" fmla="*/ 48 w 48"/>
                  <a:gd name="T3" fmla="*/ 59 h 65"/>
                  <a:gd name="T4" fmla="*/ 48 w 48"/>
                  <a:gd name="T5" fmla="*/ 0 h 65"/>
                  <a:gd name="T6" fmla="*/ 44 w 48"/>
                  <a:gd name="T7" fmla="*/ 2 h 65"/>
                  <a:gd name="T8" fmla="*/ 0 w 48"/>
                  <a:gd name="T9" fmla="*/ 16 h 65"/>
                  <a:gd name="T10" fmla="*/ 0 w 48"/>
                  <a:gd name="T11" fmla="*/ 59 h 65"/>
                  <a:gd name="T12" fmla="*/ 6 w 48"/>
                  <a:gd name="T13" fmla="*/ 65 h 65"/>
                  <a:gd name="T14" fmla="*/ 43 w 48"/>
                  <a:gd name="T15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65">
                    <a:moveTo>
                      <a:pt x="43" y="65"/>
                    </a:moveTo>
                    <a:cubicBezTo>
                      <a:pt x="46" y="65"/>
                      <a:pt x="48" y="62"/>
                      <a:pt x="48" y="59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7" y="1"/>
                      <a:pt x="46" y="1"/>
                      <a:pt x="44" y="2"/>
                    </a:cubicBezTo>
                    <a:cubicBezTo>
                      <a:pt x="29" y="8"/>
                      <a:pt x="14" y="13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2"/>
                      <a:pt x="3" y="65"/>
                      <a:pt x="6" y="65"/>
                    </a:cubicBezTo>
                    <a:lnTo>
                      <a:pt x="43" y="6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438" name="Freeform 133"/>
              <p:cNvSpPr/>
              <p:nvPr/>
            </p:nvSpPr>
            <p:spPr bwMode="auto">
              <a:xfrm>
                <a:off x="6715709" y="4219174"/>
                <a:ext cx="123608" cy="246133"/>
              </a:xfrm>
              <a:custGeom>
                <a:avLst/>
                <a:gdLst>
                  <a:gd name="T0" fmla="*/ 43 w 48"/>
                  <a:gd name="T1" fmla="*/ 96 h 96"/>
                  <a:gd name="T2" fmla="*/ 48 w 48"/>
                  <a:gd name="T3" fmla="*/ 90 h 96"/>
                  <a:gd name="T4" fmla="*/ 48 w 48"/>
                  <a:gd name="T5" fmla="*/ 0 h 96"/>
                  <a:gd name="T6" fmla="*/ 0 w 48"/>
                  <a:gd name="T7" fmla="*/ 25 h 96"/>
                  <a:gd name="T8" fmla="*/ 0 w 48"/>
                  <a:gd name="T9" fmla="*/ 90 h 96"/>
                  <a:gd name="T10" fmla="*/ 6 w 48"/>
                  <a:gd name="T11" fmla="*/ 96 h 96"/>
                  <a:gd name="T12" fmla="*/ 43 w 48"/>
                  <a:gd name="T13" fmla="*/ 96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96">
                    <a:moveTo>
                      <a:pt x="43" y="96"/>
                    </a:moveTo>
                    <a:cubicBezTo>
                      <a:pt x="46" y="96"/>
                      <a:pt x="48" y="93"/>
                      <a:pt x="48" y="9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33" y="10"/>
                      <a:pt x="17" y="18"/>
                      <a:pt x="0" y="25"/>
                    </a:cubicBezTo>
                    <a:cubicBezTo>
                      <a:pt x="0" y="90"/>
                      <a:pt x="0" y="90"/>
                      <a:pt x="0" y="90"/>
                    </a:cubicBezTo>
                    <a:cubicBezTo>
                      <a:pt x="0" y="93"/>
                      <a:pt x="3" y="96"/>
                      <a:pt x="6" y="96"/>
                    </a:cubicBezTo>
                    <a:lnTo>
                      <a:pt x="43" y="9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439" name="Freeform 134"/>
              <p:cNvSpPr/>
              <p:nvPr/>
            </p:nvSpPr>
            <p:spPr bwMode="auto">
              <a:xfrm>
                <a:off x="6875099" y="4100987"/>
                <a:ext cx="123608" cy="364319"/>
              </a:xfrm>
              <a:custGeom>
                <a:avLst/>
                <a:gdLst>
                  <a:gd name="T0" fmla="*/ 43 w 48"/>
                  <a:gd name="T1" fmla="*/ 142 h 142"/>
                  <a:gd name="T2" fmla="*/ 48 w 48"/>
                  <a:gd name="T3" fmla="*/ 136 h 142"/>
                  <a:gd name="T4" fmla="*/ 48 w 48"/>
                  <a:gd name="T5" fmla="*/ 0 h 142"/>
                  <a:gd name="T6" fmla="*/ 32 w 48"/>
                  <a:gd name="T7" fmla="*/ 14 h 142"/>
                  <a:gd name="T8" fmla="*/ 0 w 48"/>
                  <a:gd name="T9" fmla="*/ 37 h 142"/>
                  <a:gd name="T10" fmla="*/ 0 w 48"/>
                  <a:gd name="T11" fmla="*/ 136 h 142"/>
                  <a:gd name="T12" fmla="*/ 6 w 48"/>
                  <a:gd name="T13" fmla="*/ 142 h 142"/>
                  <a:gd name="T14" fmla="*/ 43 w 48"/>
                  <a:gd name="T15" fmla="*/ 14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142">
                    <a:moveTo>
                      <a:pt x="43" y="142"/>
                    </a:moveTo>
                    <a:cubicBezTo>
                      <a:pt x="46" y="142"/>
                      <a:pt x="48" y="139"/>
                      <a:pt x="48" y="136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3" y="5"/>
                      <a:pt x="37" y="10"/>
                      <a:pt x="32" y="14"/>
                    </a:cubicBezTo>
                    <a:cubicBezTo>
                      <a:pt x="21" y="23"/>
                      <a:pt x="11" y="30"/>
                      <a:pt x="0" y="37"/>
                    </a:cubicBezTo>
                    <a:cubicBezTo>
                      <a:pt x="0" y="136"/>
                      <a:pt x="0" y="136"/>
                      <a:pt x="0" y="136"/>
                    </a:cubicBezTo>
                    <a:cubicBezTo>
                      <a:pt x="0" y="139"/>
                      <a:pt x="3" y="142"/>
                      <a:pt x="6" y="142"/>
                    </a:cubicBezTo>
                    <a:lnTo>
                      <a:pt x="43" y="14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440" name="Freeform 135"/>
              <p:cNvSpPr/>
              <p:nvPr/>
            </p:nvSpPr>
            <p:spPr bwMode="auto">
              <a:xfrm>
                <a:off x="7034488" y="3927502"/>
                <a:ext cx="122524" cy="537805"/>
              </a:xfrm>
              <a:custGeom>
                <a:avLst/>
                <a:gdLst>
                  <a:gd name="T0" fmla="*/ 43 w 48"/>
                  <a:gd name="T1" fmla="*/ 210 h 210"/>
                  <a:gd name="T2" fmla="*/ 48 w 48"/>
                  <a:gd name="T3" fmla="*/ 204 h 210"/>
                  <a:gd name="T4" fmla="*/ 48 w 48"/>
                  <a:gd name="T5" fmla="*/ 0 h 210"/>
                  <a:gd name="T6" fmla="*/ 0 w 48"/>
                  <a:gd name="T7" fmla="*/ 56 h 210"/>
                  <a:gd name="T8" fmla="*/ 0 w 48"/>
                  <a:gd name="T9" fmla="*/ 204 h 210"/>
                  <a:gd name="T10" fmla="*/ 6 w 48"/>
                  <a:gd name="T11" fmla="*/ 210 h 210"/>
                  <a:gd name="T12" fmla="*/ 43 w 48"/>
                  <a:gd name="T13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210">
                    <a:moveTo>
                      <a:pt x="43" y="210"/>
                    </a:moveTo>
                    <a:cubicBezTo>
                      <a:pt x="46" y="210"/>
                      <a:pt x="48" y="207"/>
                      <a:pt x="48" y="204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33" y="20"/>
                      <a:pt x="17" y="39"/>
                      <a:pt x="0" y="56"/>
                    </a:cubicBezTo>
                    <a:cubicBezTo>
                      <a:pt x="0" y="204"/>
                      <a:pt x="0" y="204"/>
                      <a:pt x="0" y="204"/>
                    </a:cubicBezTo>
                    <a:cubicBezTo>
                      <a:pt x="0" y="207"/>
                      <a:pt x="3" y="210"/>
                      <a:pt x="6" y="210"/>
                    </a:cubicBezTo>
                    <a:lnTo>
                      <a:pt x="43" y="2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441" name="Freeform 136"/>
              <p:cNvSpPr/>
              <p:nvPr/>
            </p:nvSpPr>
            <p:spPr bwMode="auto">
              <a:xfrm>
                <a:off x="6343800" y="3747511"/>
                <a:ext cx="903209" cy="587682"/>
              </a:xfrm>
              <a:custGeom>
                <a:avLst/>
                <a:gdLst>
                  <a:gd name="T0" fmla="*/ 350 w 352"/>
                  <a:gd name="T1" fmla="*/ 58 h 229"/>
                  <a:gd name="T2" fmla="*/ 335 w 352"/>
                  <a:gd name="T3" fmla="*/ 8 h 229"/>
                  <a:gd name="T4" fmla="*/ 322 w 352"/>
                  <a:gd name="T5" fmla="*/ 2 h 229"/>
                  <a:gd name="T6" fmla="*/ 273 w 352"/>
                  <a:gd name="T7" fmla="*/ 17 h 229"/>
                  <a:gd name="T8" fmla="*/ 266 w 352"/>
                  <a:gd name="T9" fmla="*/ 30 h 229"/>
                  <a:gd name="T10" fmla="*/ 279 w 352"/>
                  <a:gd name="T11" fmla="*/ 36 h 229"/>
                  <a:gd name="T12" fmla="*/ 304 w 352"/>
                  <a:gd name="T13" fmla="*/ 29 h 229"/>
                  <a:gd name="T14" fmla="*/ 219 w 352"/>
                  <a:gd name="T15" fmla="*/ 121 h 229"/>
                  <a:gd name="T16" fmla="*/ 71 w 352"/>
                  <a:gd name="T17" fmla="*/ 194 h 229"/>
                  <a:gd name="T18" fmla="*/ 0 w 352"/>
                  <a:gd name="T19" fmla="*/ 205 h 229"/>
                  <a:gd name="T20" fmla="*/ 0 w 352"/>
                  <a:gd name="T21" fmla="*/ 205 h 229"/>
                  <a:gd name="T22" fmla="*/ 0 w 352"/>
                  <a:gd name="T23" fmla="*/ 229 h 229"/>
                  <a:gd name="T24" fmla="*/ 0 w 352"/>
                  <a:gd name="T25" fmla="*/ 229 h 229"/>
                  <a:gd name="T26" fmla="*/ 125 w 352"/>
                  <a:gd name="T27" fmla="*/ 202 h 229"/>
                  <a:gd name="T28" fmla="*/ 234 w 352"/>
                  <a:gd name="T29" fmla="*/ 139 h 229"/>
                  <a:gd name="T30" fmla="*/ 324 w 352"/>
                  <a:gd name="T31" fmla="*/ 41 h 229"/>
                  <a:gd name="T32" fmla="*/ 331 w 352"/>
                  <a:gd name="T33" fmla="*/ 64 h 229"/>
                  <a:gd name="T34" fmla="*/ 344 w 352"/>
                  <a:gd name="T35" fmla="*/ 70 h 229"/>
                  <a:gd name="T36" fmla="*/ 350 w 352"/>
                  <a:gd name="T37" fmla="*/ 58 h 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52" h="229">
                    <a:moveTo>
                      <a:pt x="350" y="58"/>
                    </a:moveTo>
                    <a:cubicBezTo>
                      <a:pt x="335" y="8"/>
                      <a:pt x="335" y="8"/>
                      <a:pt x="335" y="8"/>
                    </a:cubicBezTo>
                    <a:cubicBezTo>
                      <a:pt x="333" y="3"/>
                      <a:pt x="327" y="0"/>
                      <a:pt x="322" y="2"/>
                    </a:cubicBezTo>
                    <a:cubicBezTo>
                      <a:pt x="273" y="17"/>
                      <a:pt x="273" y="17"/>
                      <a:pt x="273" y="17"/>
                    </a:cubicBezTo>
                    <a:cubicBezTo>
                      <a:pt x="268" y="19"/>
                      <a:pt x="265" y="25"/>
                      <a:pt x="266" y="30"/>
                    </a:cubicBezTo>
                    <a:cubicBezTo>
                      <a:pt x="268" y="35"/>
                      <a:pt x="274" y="38"/>
                      <a:pt x="279" y="36"/>
                    </a:cubicBezTo>
                    <a:cubicBezTo>
                      <a:pt x="304" y="29"/>
                      <a:pt x="304" y="29"/>
                      <a:pt x="304" y="29"/>
                    </a:cubicBezTo>
                    <a:cubicBezTo>
                      <a:pt x="278" y="67"/>
                      <a:pt x="249" y="97"/>
                      <a:pt x="219" y="121"/>
                    </a:cubicBezTo>
                    <a:cubicBezTo>
                      <a:pt x="166" y="163"/>
                      <a:pt x="112" y="184"/>
                      <a:pt x="71" y="194"/>
                    </a:cubicBezTo>
                    <a:cubicBezTo>
                      <a:pt x="29" y="205"/>
                      <a:pt x="1" y="205"/>
                      <a:pt x="0" y="205"/>
                    </a:cubicBezTo>
                    <a:cubicBezTo>
                      <a:pt x="0" y="205"/>
                      <a:pt x="0" y="205"/>
                      <a:pt x="0" y="205"/>
                    </a:cubicBezTo>
                    <a:cubicBezTo>
                      <a:pt x="0" y="229"/>
                      <a:pt x="0" y="229"/>
                      <a:pt x="0" y="229"/>
                    </a:cubicBezTo>
                    <a:cubicBezTo>
                      <a:pt x="0" y="229"/>
                      <a:pt x="0" y="229"/>
                      <a:pt x="0" y="229"/>
                    </a:cubicBezTo>
                    <a:cubicBezTo>
                      <a:pt x="3" y="229"/>
                      <a:pt x="56" y="229"/>
                      <a:pt x="125" y="202"/>
                    </a:cubicBezTo>
                    <a:cubicBezTo>
                      <a:pt x="159" y="189"/>
                      <a:pt x="197" y="169"/>
                      <a:pt x="234" y="139"/>
                    </a:cubicBezTo>
                    <a:cubicBezTo>
                      <a:pt x="265" y="114"/>
                      <a:pt x="296" y="82"/>
                      <a:pt x="324" y="41"/>
                    </a:cubicBezTo>
                    <a:cubicBezTo>
                      <a:pt x="331" y="64"/>
                      <a:pt x="331" y="64"/>
                      <a:pt x="331" y="64"/>
                    </a:cubicBezTo>
                    <a:cubicBezTo>
                      <a:pt x="333" y="69"/>
                      <a:pt x="339" y="72"/>
                      <a:pt x="344" y="70"/>
                    </a:cubicBezTo>
                    <a:cubicBezTo>
                      <a:pt x="349" y="69"/>
                      <a:pt x="352" y="63"/>
                      <a:pt x="35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442" name="Freeform 137"/>
              <p:cNvSpPr/>
              <p:nvPr/>
            </p:nvSpPr>
            <p:spPr bwMode="auto">
              <a:xfrm>
                <a:off x="6375243" y="3837506"/>
                <a:ext cx="217941" cy="353477"/>
              </a:xfrm>
              <a:custGeom>
                <a:avLst/>
                <a:gdLst>
                  <a:gd name="T0" fmla="*/ 57 w 85"/>
                  <a:gd name="T1" fmla="*/ 104 h 138"/>
                  <a:gd name="T2" fmla="*/ 45 w 85"/>
                  <a:gd name="T3" fmla="*/ 108 h 138"/>
                  <a:gd name="T4" fmla="*/ 30 w 85"/>
                  <a:gd name="T5" fmla="*/ 105 h 138"/>
                  <a:gd name="T6" fmla="*/ 20 w 85"/>
                  <a:gd name="T7" fmla="*/ 100 h 138"/>
                  <a:gd name="T8" fmla="*/ 19 w 85"/>
                  <a:gd name="T9" fmla="*/ 98 h 138"/>
                  <a:gd name="T10" fmla="*/ 19 w 85"/>
                  <a:gd name="T11" fmla="*/ 98 h 138"/>
                  <a:gd name="T12" fmla="*/ 19 w 85"/>
                  <a:gd name="T13" fmla="*/ 98 h 138"/>
                  <a:gd name="T14" fmla="*/ 19 w 85"/>
                  <a:gd name="T15" fmla="*/ 97 h 138"/>
                  <a:gd name="T16" fmla="*/ 13 w 85"/>
                  <a:gd name="T17" fmla="*/ 94 h 138"/>
                  <a:gd name="T18" fmla="*/ 3 w 85"/>
                  <a:gd name="T19" fmla="*/ 101 h 138"/>
                  <a:gd name="T20" fmla="*/ 3 w 85"/>
                  <a:gd name="T21" fmla="*/ 109 h 138"/>
                  <a:gd name="T22" fmla="*/ 33 w 85"/>
                  <a:gd name="T23" fmla="*/ 125 h 138"/>
                  <a:gd name="T24" fmla="*/ 33 w 85"/>
                  <a:gd name="T25" fmla="*/ 135 h 138"/>
                  <a:gd name="T26" fmla="*/ 36 w 85"/>
                  <a:gd name="T27" fmla="*/ 138 h 138"/>
                  <a:gd name="T28" fmla="*/ 46 w 85"/>
                  <a:gd name="T29" fmla="*/ 138 h 138"/>
                  <a:gd name="T30" fmla="*/ 49 w 85"/>
                  <a:gd name="T31" fmla="*/ 135 h 138"/>
                  <a:gd name="T32" fmla="*/ 49 w 85"/>
                  <a:gd name="T33" fmla="*/ 126 h 138"/>
                  <a:gd name="T34" fmla="*/ 72 w 85"/>
                  <a:gd name="T35" fmla="*/ 118 h 138"/>
                  <a:gd name="T36" fmla="*/ 81 w 85"/>
                  <a:gd name="T37" fmla="*/ 86 h 138"/>
                  <a:gd name="T38" fmla="*/ 49 w 85"/>
                  <a:gd name="T39" fmla="*/ 62 h 138"/>
                  <a:gd name="T40" fmla="*/ 47 w 85"/>
                  <a:gd name="T41" fmla="*/ 61 h 138"/>
                  <a:gd name="T42" fmla="*/ 35 w 85"/>
                  <a:gd name="T43" fmla="*/ 56 h 138"/>
                  <a:gd name="T44" fmla="*/ 34 w 85"/>
                  <a:gd name="T45" fmla="*/ 56 h 138"/>
                  <a:gd name="T46" fmla="*/ 25 w 85"/>
                  <a:gd name="T47" fmla="*/ 49 h 138"/>
                  <a:gd name="T48" fmla="*/ 27 w 85"/>
                  <a:gd name="T49" fmla="*/ 36 h 138"/>
                  <a:gd name="T50" fmla="*/ 41 w 85"/>
                  <a:gd name="T51" fmla="*/ 31 h 138"/>
                  <a:gd name="T52" fmla="*/ 51 w 85"/>
                  <a:gd name="T53" fmla="*/ 32 h 138"/>
                  <a:gd name="T54" fmla="*/ 61 w 85"/>
                  <a:gd name="T55" fmla="*/ 39 h 138"/>
                  <a:gd name="T56" fmla="*/ 62 w 85"/>
                  <a:gd name="T57" fmla="*/ 40 h 138"/>
                  <a:gd name="T58" fmla="*/ 62 w 85"/>
                  <a:gd name="T59" fmla="*/ 40 h 138"/>
                  <a:gd name="T60" fmla="*/ 62 w 85"/>
                  <a:gd name="T61" fmla="*/ 41 h 138"/>
                  <a:gd name="T62" fmla="*/ 68 w 85"/>
                  <a:gd name="T63" fmla="*/ 44 h 138"/>
                  <a:gd name="T64" fmla="*/ 78 w 85"/>
                  <a:gd name="T65" fmla="*/ 38 h 138"/>
                  <a:gd name="T66" fmla="*/ 78 w 85"/>
                  <a:gd name="T67" fmla="*/ 29 h 138"/>
                  <a:gd name="T68" fmla="*/ 56 w 85"/>
                  <a:gd name="T69" fmla="*/ 14 h 138"/>
                  <a:gd name="T70" fmla="*/ 49 w 85"/>
                  <a:gd name="T71" fmla="*/ 13 h 138"/>
                  <a:gd name="T72" fmla="*/ 49 w 85"/>
                  <a:gd name="T73" fmla="*/ 3 h 138"/>
                  <a:gd name="T74" fmla="*/ 46 w 85"/>
                  <a:gd name="T75" fmla="*/ 0 h 138"/>
                  <a:gd name="T76" fmla="*/ 36 w 85"/>
                  <a:gd name="T77" fmla="*/ 0 h 138"/>
                  <a:gd name="T78" fmla="*/ 33 w 85"/>
                  <a:gd name="T79" fmla="*/ 3 h 138"/>
                  <a:gd name="T80" fmla="*/ 33 w 85"/>
                  <a:gd name="T81" fmla="*/ 13 h 138"/>
                  <a:gd name="T82" fmla="*/ 12 w 85"/>
                  <a:gd name="T83" fmla="*/ 24 h 138"/>
                  <a:gd name="T84" fmla="*/ 5 w 85"/>
                  <a:gd name="T85" fmla="*/ 56 h 138"/>
                  <a:gd name="T86" fmla="*/ 17 w 85"/>
                  <a:gd name="T87" fmla="*/ 68 h 138"/>
                  <a:gd name="T88" fmla="*/ 47 w 85"/>
                  <a:gd name="T89" fmla="*/ 83 h 138"/>
                  <a:gd name="T90" fmla="*/ 51 w 85"/>
                  <a:gd name="T91" fmla="*/ 85 h 138"/>
                  <a:gd name="T92" fmla="*/ 59 w 85"/>
                  <a:gd name="T93" fmla="*/ 92 h 138"/>
                  <a:gd name="T94" fmla="*/ 57 w 85"/>
                  <a:gd name="T95" fmla="*/ 104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85" h="138">
                    <a:moveTo>
                      <a:pt x="57" y="104"/>
                    </a:moveTo>
                    <a:cubicBezTo>
                      <a:pt x="54" y="107"/>
                      <a:pt x="50" y="108"/>
                      <a:pt x="45" y="108"/>
                    </a:cubicBezTo>
                    <a:cubicBezTo>
                      <a:pt x="40" y="108"/>
                      <a:pt x="35" y="107"/>
                      <a:pt x="30" y="105"/>
                    </a:cubicBezTo>
                    <a:cubicBezTo>
                      <a:pt x="27" y="104"/>
                      <a:pt x="23" y="102"/>
                      <a:pt x="20" y="100"/>
                    </a:cubicBezTo>
                    <a:cubicBezTo>
                      <a:pt x="20" y="99"/>
                      <a:pt x="20" y="99"/>
                      <a:pt x="19" y="98"/>
                    </a:cubicBezTo>
                    <a:cubicBezTo>
                      <a:pt x="19" y="98"/>
                      <a:pt x="19" y="98"/>
                      <a:pt x="19" y="98"/>
                    </a:cubicBezTo>
                    <a:cubicBezTo>
                      <a:pt x="19" y="98"/>
                      <a:pt x="19" y="98"/>
                      <a:pt x="19" y="98"/>
                    </a:cubicBezTo>
                    <a:cubicBezTo>
                      <a:pt x="19" y="97"/>
                      <a:pt x="19" y="97"/>
                      <a:pt x="19" y="97"/>
                    </a:cubicBezTo>
                    <a:cubicBezTo>
                      <a:pt x="17" y="95"/>
                      <a:pt x="15" y="94"/>
                      <a:pt x="13" y="94"/>
                    </a:cubicBezTo>
                    <a:cubicBezTo>
                      <a:pt x="9" y="94"/>
                      <a:pt x="5" y="97"/>
                      <a:pt x="3" y="101"/>
                    </a:cubicBezTo>
                    <a:cubicBezTo>
                      <a:pt x="1" y="104"/>
                      <a:pt x="1" y="107"/>
                      <a:pt x="3" y="109"/>
                    </a:cubicBezTo>
                    <a:cubicBezTo>
                      <a:pt x="8" y="118"/>
                      <a:pt x="21" y="123"/>
                      <a:pt x="33" y="125"/>
                    </a:cubicBezTo>
                    <a:cubicBezTo>
                      <a:pt x="33" y="135"/>
                      <a:pt x="33" y="135"/>
                      <a:pt x="33" y="135"/>
                    </a:cubicBezTo>
                    <a:cubicBezTo>
                      <a:pt x="33" y="137"/>
                      <a:pt x="35" y="138"/>
                      <a:pt x="36" y="138"/>
                    </a:cubicBezTo>
                    <a:cubicBezTo>
                      <a:pt x="46" y="138"/>
                      <a:pt x="46" y="138"/>
                      <a:pt x="46" y="138"/>
                    </a:cubicBezTo>
                    <a:cubicBezTo>
                      <a:pt x="47" y="138"/>
                      <a:pt x="49" y="137"/>
                      <a:pt x="49" y="135"/>
                    </a:cubicBezTo>
                    <a:cubicBezTo>
                      <a:pt x="49" y="126"/>
                      <a:pt x="49" y="126"/>
                      <a:pt x="49" y="126"/>
                    </a:cubicBezTo>
                    <a:cubicBezTo>
                      <a:pt x="59" y="125"/>
                      <a:pt x="67" y="122"/>
                      <a:pt x="72" y="118"/>
                    </a:cubicBezTo>
                    <a:cubicBezTo>
                      <a:pt x="81" y="109"/>
                      <a:pt x="85" y="97"/>
                      <a:pt x="81" y="86"/>
                    </a:cubicBezTo>
                    <a:cubicBezTo>
                      <a:pt x="77" y="74"/>
                      <a:pt x="61" y="67"/>
                      <a:pt x="49" y="62"/>
                    </a:cubicBezTo>
                    <a:cubicBezTo>
                      <a:pt x="47" y="61"/>
                      <a:pt x="47" y="61"/>
                      <a:pt x="47" y="61"/>
                    </a:cubicBezTo>
                    <a:cubicBezTo>
                      <a:pt x="43" y="59"/>
                      <a:pt x="37" y="57"/>
                      <a:pt x="35" y="56"/>
                    </a:cubicBezTo>
                    <a:cubicBezTo>
                      <a:pt x="34" y="56"/>
                      <a:pt x="34" y="56"/>
                      <a:pt x="34" y="56"/>
                    </a:cubicBezTo>
                    <a:cubicBezTo>
                      <a:pt x="30" y="54"/>
                      <a:pt x="27" y="52"/>
                      <a:pt x="25" y="49"/>
                    </a:cubicBezTo>
                    <a:cubicBezTo>
                      <a:pt x="23" y="45"/>
                      <a:pt x="23" y="39"/>
                      <a:pt x="27" y="36"/>
                    </a:cubicBezTo>
                    <a:cubicBezTo>
                      <a:pt x="32" y="32"/>
                      <a:pt x="37" y="31"/>
                      <a:pt x="41" y="31"/>
                    </a:cubicBezTo>
                    <a:cubicBezTo>
                      <a:pt x="44" y="31"/>
                      <a:pt x="48" y="31"/>
                      <a:pt x="51" y="32"/>
                    </a:cubicBezTo>
                    <a:cubicBezTo>
                      <a:pt x="54" y="33"/>
                      <a:pt x="58" y="36"/>
                      <a:pt x="61" y="39"/>
                    </a:cubicBezTo>
                    <a:cubicBezTo>
                      <a:pt x="61" y="39"/>
                      <a:pt x="61" y="39"/>
                      <a:pt x="62" y="40"/>
                    </a:cubicBezTo>
                    <a:cubicBezTo>
                      <a:pt x="62" y="40"/>
                      <a:pt x="62" y="40"/>
                      <a:pt x="62" y="40"/>
                    </a:cubicBezTo>
                    <a:cubicBezTo>
                      <a:pt x="62" y="41"/>
                      <a:pt x="62" y="41"/>
                      <a:pt x="62" y="41"/>
                    </a:cubicBezTo>
                    <a:cubicBezTo>
                      <a:pt x="64" y="43"/>
                      <a:pt x="66" y="44"/>
                      <a:pt x="68" y="44"/>
                    </a:cubicBezTo>
                    <a:cubicBezTo>
                      <a:pt x="72" y="44"/>
                      <a:pt x="76" y="41"/>
                      <a:pt x="78" y="38"/>
                    </a:cubicBezTo>
                    <a:cubicBezTo>
                      <a:pt x="80" y="35"/>
                      <a:pt x="80" y="32"/>
                      <a:pt x="78" y="29"/>
                    </a:cubicBezTo>
                    <a:cubicBezTo>
                      <a:pt x="74" y="22"/>
                      <a:pt x="64" y="17"/>
                      <a:pt x="56" y="14"/>
                    </a:cubicBezTo>
                    <a:cubicBezTo>
                      <a:pt x="54" y="14"/>
                      <a:pt x="51" y="13"/>
                      <a:pt x="49" y="13"/>
                    </a:cubicBezTo>
                    <a:cubicBezTo>
                      <a:pt x="49" y="3"/>
                      <a:pt x="49" y="3"/>
                      <a:pt x="49" y="3"/>
                    </a:cubicBezTo>
                    <a:cubicBezTo>
                      <a:pt x="49" y="1"/>
                      <a:pt x="47" y="0"/>
                      <a:pt x="4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5" y="0"/>
                      <a:pt x="33" y="1"/>
                      <a:pt x="33" y="3"/>
                    </a:cubicBezTo>
                    <a:cubicBezTo>
                      <a:pt x="33" y="13"/>
                      <a:pt x="33" y="13"/>
                      <a:pt x="33" y="13"/>
                    </a:cubicBezTo>
                    <a:cubicBezTo>
                      <a:pt x="25" y="15"/>
                      <a:pt x="17" y="18"/>
                      <a:pt x="12" y="24"/>
                    </a:cubicBezTo>
                    <a:cubicBezTo>
                      <a:pt x="3" y="32"/>
                      <a:pt x="0" y="45"/>
                      <a:pt x="5" y="56"/>
                    </a:cubicBezTo>
                    <a:cubicBezTo>
                      <a:pt x="8" y="62"/>
                      <a:pt x="12" y="66"/>
                      <a:pt x="17" y="68"/>
                    </a:cubicBezTo>
                    <a:cubicBezTo>
                      <a:pt x="20" y="70"/>
                      <a:pt x="38" y="79"/>
                      <a:pt x="47" y="83"/>
                    </a:cubicBezTo>
                    <a:cubicBezTo>
                      <a:pt x="51" y="85"/>
                      <a:pt x="51" y="85"/>
                      <a:pt x="51" y="85"/>
                    </a:cubicBezTo>
                    <a:cubicBezTo>
                      <a:pt x="55" y="87"/>
                      <a:pt x="58" y="89"/>
                      <a:pt x="59" y="92"/>
                    </a:cubicBezTo>
                    <a:cubicBezTo>
                      <a:pt x="61" y="96"/>
                      <a:pt x="60" y="102"/>
                      <a:pt x="57" y="10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443" name="组合 442"/>
            <p:cNvGrpSpPr/>
            <p:nvPr/>
          </p:nvGrpSpPr>
          <p:grpSpPr>
            <a:xfrm>
              <a:off x="8062201" y="4560896"/>
              <a:ext cx="300352" cy="258999"/>
              <a:chOff x="3548515" y="964154"/>
              <a:chExt cx="897787" cy="774179"/>
            </a:xfrm>
            <a:solidFill>
              <a:schemeClr val="accent2"/>
            </a:solidFill>
          </p:grpSpPr>
          <p:sp>
            <p:nvSpPr>
              <p:cNvPr id="444" name="Freeform 222"/>
              <p:cNvSpPr/>
              <p:nvPr/>
            </p:nvSpPr>
            <p:spPr bwMode="auto">
              <a:xfrm>
                <a:off x="3548515" y="964154"/>
                <a:ext cx="897787" cy="774179"/>
              </a:xfrm>
              <a:custGeom>
                <a:avLst/>
                <a:gdLst>
                  <a:gd name="T0" fmla="*/ 28 w 828"/>
                  <a:gd name="T1" fmla="*/ 686 h 714"/>
                  <a:gd name="T2" fmla="*/ 28 w 828"/>
                  <a:gd name="T3" fmla="*/ 605 h 714"/>
                  <a:gd name="T4" fmla="*/ 66 w 828"/>
                  <a:gd name="T5" fmla="*/ 605 h 714"/>
                  <a:gd name="T6" fmla="*/ 66 w 828"/>
                  <a:gd name="T7" fmla="*/ 577 h 714"/>
                  <a:gd name="T8" fmla="*/ 28 w 828"/>
                  <a:gd name="T9" fmla="*/ 577 h 714"/>
                  <a:gd name="T10" fmla="*/ 28 w 828"/>
                  <a:gd name="T11" fmla="*/ 435 h 714"/>
                  <a:gd name="T12" fmla="*/ 66 w 828"/>
                  <a:gd name="T13" fmla="*/ 435 h 714"/>
                  <a:gd name="T14" fmla="*/ 66 w 828"/>
                  <a:gd name="T15" fmla="*/ 407 h 714"/>
                  <a:gd name="T16" fmla="*/ 28 w 828"/>
                  <a:gd name="T17" fmla="*/ 407 h 714"/>
                  <a:gd name="T18" fmla="*/ 28 w 828"/>
                  <a:gd name="T19" fmla="*/ 265 h 714"/>
                  <a:gd name="T20" fmla="*/ 66 w 828"/>
                  <a:gd name="T21" fmla="*/ 265 h 714"/>
                  <a:gd name="T22" fmla="*/ 66 w 828"/>
                  <a:gd name="T23" fmla="*/ 236 h 714"/>
                  <a:gd name="T24" fmla="*/ 28 w 828"/>
                  <a:gd name="T25" fmla="*/ 236 h 714"/>
                  <a:gd name="T26" fmla="*/ 28 w 828"/>
                  <a:gd name="T27" fmla="*/ 94 h 714"/>
                  <a:gd name="T28" fmla="*/ 66 w 828"/>
                  <a:gd name="T29" fmla="*/ 94 h 714"/>
                  <a:gd name="T30" fmla="*/ 66 w 828"/>
                  <a:gd name="T31" fmla="*/ 66 h 714"/>
                  <a:gd name="T32" fmla="*/ 28 w 828"/>
                  <a:gd name="T33" fmla="*/ 66 h 714"/>
                  <a:gd name="T34" fmla="*/ 28 w 828"/>
                  <a:gd name="T35" fmla="*/ 0 h 714"/>
                  <a:gd name="T36" fmla="*/ 0 w 828"/>
                  <a:gd name="T37" fmla="*/ 0 h 714"/>
                  <a:gd name="T38" fmla="*/ 0 w 828"/>
                  <a:gd name="T39" fmla="*/ 714 h 714"/>
                  <a:gd name="T40" fmla="*/ 828 w 828"/>
                  <a:gd name="T41" fmla="*/ 714 h 714"/>
                  <a:gd name="T42" fmla="*/ 828 w 828"/>
                  <a:gd name="T43" fmla="*/ 686 h 714"/>
                  <a:gd name="T44" fmla="*/ 28 w 828"/>
                  <a:gd name="T45" fmla="*/ 686 h 7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828" h="714">
                    <a:moveTo>
                      <a:pt x="28" y="686"/>
                    </a:moveTo>
                    <a:lnTo>
                      <a:pt x="28" y="605"/>
                    </a:lnTo>
                    <a:lnTo>
                      <a:pt x="66" y="605"/>
                    </a:lnTo>
                    <a:lnTo>
                      <a:pt x="66" y="577"/>
                    </a:lnTo>
                    <a:lnTo>
                      <a:pt x="28" y="577"/>
                    </a:lnTo>
                    <a:lnTo>
                      <a:pt x="28" y="435"/>
                    </a:lnTo>
                    <a:lnTo>
                      <a:pt x="66" y="435"/>
                    </a:lnTo>
                    <a:lnTo>
                      <a:pt x="66" y="407"/>
                    </a:lnTo>
                    <a:lnTo>
                      <a:pt x="28" y="407"/>
                    </a:lnTo>
                    <a:lnTo>
                      <a:pt x="28" y="265"/>
                    </a:lnTo>
                    <a:lnTo>
                      <a:pt x="66" y="265"/>
                    </a:lnTo>
                    <a:lnTo>
                      <a:pt x="66" y="236"/>
                    </a:lnTo>
                    <a:lnTo>
                      <a:pt x="28" y="236"/>
                    </a:lnTo>
                    <a:lnTo>
                      <a:pt x="28" y="94"/>
                    </a:lnTo>
                    <a:lnTo>
                      <a:pt x="66" y="94"/>
                    </a:lnTo>
                    <a:lnTo>
                      <a:pt x="66" y="66"/>
                    </a:lnTo>
                    <a:lnTo>
                      <a:pt x="28" y="66"/>
                    </a:lnTo>
                    <a:lnTo>
                      <a:pt x="28" y="0"/>
                    </a:lnTo>
                    <a:lnTo>
                      <a:pt x="0" y="0"/>
                    </a:lnTo>
                    <a:lnTo>
                      <a:pt x="0" y="714"/>
                    </a:lnTo>
                    <a:lnTo>
                      <a:pt x="828" y="714"/>
                    </a:lnTo>
                    <a:lnTo>
                      <a:pt x="828" y="686"/>
                    </a:lnTo>
                    <a:lnTo>
                      <a:pt x="28" y="68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445" name="Freeform 223"/>
              <p:cNvSpPr/>
              <p:nvPr/>
            </p:nvSpPr>
            <p:spPr bwMode="auto">
              <a:xfrm>
                <a:off x="3681882" y="1381603"/>
                <a:ext cx="125777" cy="303599"/>
              </a:xfrm>
              <a:custGeom>
                <a:avLst/>
                <a:gdLst>
                  <a:gd name="T0" fmla="*/ 6 w 49"/>
                  <a:gd name="T1" fmla="*/ 118 h 118"/>
                  <a:gd name="T2" fmla="*/ 43 w 49"/>
                  <a:gd name="T3" fmla="*/ 118 h 118"/>
                  <a:gd name="T4" fmla="*/ 49 w 49"/>
                  <a:gd name="T5" fmla="*/ 112 h 118"/>
                  <a:gd name="T6" fmla="*/ 49 w 49"/>
                  <a:gd name="T7" fmla="*/ 6 h 118"/>
                  <a:gd name="T8" fmla="*/ 43 w 49"/>
                  <a:gd name="T9" fmla="*/ 0 h 118"/>
                  <a:gd name="T10" fmla="*/ 6 w 49"/>
                  <a:gd name="T11" fmla="*/ 0 h 118"/>
                  <a:gd name="T12" fmla="*/ 0 w 49"/>
                  <a:gd name="T13" fmla="*/ 6 h 118"/>
                  <a:gd name="T14" fmla="*/ 0 w 49"/>
                  <a:gd name="T15" fmla="*/ 112 h 118"/>
                  <a:gd name="T16" fmla="*/ 6 w 49"/>
                  <a:gd name="T17" fmla="*/ 118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9" h="118">
                    <a:moveTo>
                      <a:pt x="6" y="118"/>
                    </a:moveTo>
                    <a:cubicBezTo>
                      <a:pt x="43" y="118"/>
                      <a:pt x="43" y="118"/>
                      <a:pt x="43" y="118"/>
                    </a:cubicBezTo>
                    <a:cubicBezTo>
                      <a:pt x="46" y="118"/>
                      <a:pt x="49" y="115"/>
                      <a:pt x="49" y="112"/>
                    </a:cubicBezTo>
                    <a:cubicBezTo>
                      <a:pt x="49" y="6"/>
                      <a:pt x="49" y="6"/>
                      <a:pt x="49" y="6"/>
                    </a:cubicBezTo>
                    <a:cubicBezTo>
                      <a:pt x="49" y="3"/>
                      <a:pt x="46" y="0"/>
                      <a:pt x="43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12"/>
                      <a:pt x="0" y="112"/>
                      <a:pt x="0" y="112"/>
                    </a:cubicBezTo>
                    <a:cubicBezTo>
                      <a:pt x="0" y="115"/>
                      <a:pt x="3" y="118"/>
                      <a:pt x="6" y="1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446" name="Freeform 224"/>
              <p:cNvSpPr/>
              <p:nvPr/>
            </p:nvSpPr>
            <p:spPr bwMode="auto">
              <a:xfrm>
                <a:off x="3879222" y="1274259"/>
                <a:ext cx="123608" cy="410944"/>
              </a:xfrm>
              <a:custGeom>
                <a:avLst/>
                <a:gdLst>
                  <a:gd name="T0" fmla="*/ 5 w 48"/>
                  <a:gd name="T1" fmla="*/ 160 h 160"/>
                  <a:gd name="T2" fmla="*/ 43 w 48"/>
                  <a:gd name="T3" fmla="*/ 160 h 160"/>
                  <a:gd name="T4" fmla="*/ 48 w 48"/>
                  <a:gd name="T5" fmla="*/ 154 h 160"/>
                  <a:gd name="T6" fmla="*/ 48 w 48"/>
                  <a:gd name="T7" fmla="*/ 6 h 160"/>
                  <a:gd name="T8" fmla="*/ 43 w 48"/>
                  <a:gd name="T9" fmla="*/ 0 h 160"/>
                  <a:gd name="T10" fmla="*/ 5 w 48"/>
                  <a:gd name="T11" fmla="*/ 0 h 160"/>
                  <a:gd name="T12" fmla="*/ 0 w 48"/>
                  <a:gd name="T13" fmla="*/ 6 h 160"/>
                  <a:gd name="T14" fmla="*/ 0 w 48"/>
                  <a:gd name="T15" fmla="*/ 154 h 160"/>
                  <a:gd name="T16" fmla="*/ 5 w 48"/>
                  <a:gd name="T17" fmla="*/ 160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160">
                    <a:moveTo>
                      <a:pt x="5" y="160"/>
                    </a:moveTo>
                    <a:cubicBezTo>
                      <a:pt x="43" y="160"/>
                      <a:pt x="43" y="160"/>
                      <a:pt x="43" y="160"/>
                    </a:cubicBezTo>
                    <a:cubicBezTo>
                      <a:pt x="46" y="160"/>
                      <a:pt x="48" y="157"/>
                      <a:pt x="48" y="154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48" y="2"/>
                      <a:pt x="46" y="0"/>
                      <a:pt x="43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6"/>
                    </a:cubicBezTo>
                    <a:cubicBezTo>
                      <a:pt x="0" y="154"/>
                      <a:pt x="0" y="154"/>
                      <a:pt x="0" y="154"/>
                    </a:cubicBezTo>
                    <a:cubicBezTo>
                      <a:pt x="0" y="157"/>
                      <a:pt x="2" y="160"/>
                      <a:pt x="5" y="1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447" name="Freeform 225"/>
              <p:cNvSpPr/>
              <p:nvPr/>
            </p:nvSpPr>
            <p:spPr bwMode="auto">
              <a:xfrm>
                <a:off x="4074393" y="1166915"/>
                <a:ext cx="125777" cy="518288"/>
              </a:xfrm>
              <a:custGeom>
                <a:avLst/>
                <a:gdLst>
                  <a:gd name="T0" fmla="*/ 6 w 49"/>
                  <a:gd name="T1" fmla="*/ 202 h 202"/>
                  <a:gd name="T2" fmla="*/ 43 w 49"/>
                  <a:gd name="T3" fmla="*/ 202 h 202"/>
                  <a:gd name="T4" fmla="*/ 49 w 49"/>
                  <a:gd name="T5" fmla="*/ 196 h 202"/>
                  <a:gd name="T6" fmla="*/ 49 w 49"/>
                  <a:gd name="T7" fmla="*/ 5 h 202"/>
                  <a:gd name="T8" fmla="*/ 43 w 49"/>
                  <a:gd name="T9" fmla="*/ 0 h 202"/>
                  <a:gd name="T10" fmla="*/ 6 w 49"/>
                  <a:gd name="T11" fmla="*/ 0 h 202"/>
                  <a:gd name="T12" fmla="*/ 0 w 49"/>
                  <a:gd name="T13" fmla="*/ 5 h 202"/>
                  <a:gd name="T14" fmla="*/ 0 w 49"/>
                  <a:gd name="T15" fmla="*/ 196 h 202"/>
                  <a:gd name="T16" fmla="*/ 6 w 49"/>
                  <a:gd name="T17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9" h="202">
                    <a:moveTo>
                      <a:pt x="6" y="202"/>
                    </a:moveTo>
                    <a:cubicBezTo>
                      <a:pt x="43" y="202"/>
                      <a:pt x="43" y="202"/>
                      <a:pt x="43" y="202"/>
                    </a:cubicBezTo>
                    <a:cubicBezTo>
                      <a:pt x="46" y="202"/>
                      <a:pt x="49" y="199"/>
                      <a:pt x="49" y="196"/>
                    </a:cubicBezTo>
                    <a:cubicBezTo>
                      <a:pt x="49" y="5"/>
                      <a:pt x="49" y="5"/>
                      <a:pt x="49" y="5"/>
                    </a:cubicBezTo>
                    <a:cubicBezTo>
                      <a:pt x="49" y="2"/>
                      <a:pt x="46" y="0"/>
                      <a:pt x="43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2"/>
                      <a:pt x="0" y="5"/>
                    </a:cubicBezTo>
                    <a:cubicBezTo>
                      <a:pt x="0" y="196"/>
                      <a:pt x="0" y="196"/>
                      <a:pt x="0" y="196"/>
                    </a:cubicBezTo>
                    <a:cubicBezTo>
                      <a:pt x="0" y="199"/>
                      <a:pt x="3" y="202"/>
                      <a:pt x="6" y="2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448" name="Freeform 226"/>
              <p:cNvSpPr/>
              <p:nvPr/>
            </p:nvSpPr>
            <p:spPr bwMode="auto">
              <a:xfrm>
                <a:off x="4271732" y="1058486"/>
                <a:ext cx="125777" cy="626716"/>
              </a:xfrm>
              <a:custGeom>
                <a:avLst/>
                <a:gdLst>
                  <a:gd name="T0" fmla="*/ 6 w 49"/>
                  <a:gd name="T1" fmla="*/ 244 h 244"/>
                  <a:gd name="T2" fmla="*/ 43 w 49"/>
                  <a:gd name="T3" fmla="*/ 244 h 244"/>
                  <a:gd name="T4" fmla="*/ 49 w 49"/>
                  <a:gd name="T5" fmla="*/ 238 h 244"/>
                  <a:gd name="T6" fmla="*/ 49 w 49"/>
                  <a:gd name="T7" fmla="*/ 5 h 244"/>
                  <a:gd name="T8" fmla="*/ 43 w 49"/>
                  <a:gd name="T9" fmla="*/ 0 h 244"/>
                  <a:gd name="T10" fmla="*/ 6 w 49"/>
                  <a:gd name="T11" fmla="*/ 0 h 244"/>
                  <a:gd name="T12" fmla="*/ 0 w 49"/>
                  <a:gd name="T13" fmla="*/ 5 h 244"/>
                  <a:gd name="T14" fmla="*/ 0 w 49"/>
                  <a:gd name="T15" fmla="*/ 238 h 244"/>
                  <a:gd name="T16" fmla="*/ 6 w 49"/>
                  <a:gd name="T17" fmla="*/ 244 h 2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9" h="244">
                    <a:moveTo>
                      <a:pt x="6" y="244"/>
                    </a:moveTo>
                    <a:cubicBezTo>
                      <a:pt x="43" y="244"/>
                      <a:pt x="43" y="244"/>
                      <a:pt x="43" y="244"/>
                    </a:cubicBezTo>
                    <a:cubicBezTo>
                      <a:pt x="46" y="244"/>
                      <a:pt x="49" y="241"/>
                      <a:pt x="49" y="238"/>
                    </a:cubicBezTo>
                    <a:cubicBezTo>
                      <a:pt x="49" y="5"/>
                      <a:pt x="49" y="5"/>
                      <a:pt x="49" y="5"/>
                    </a:cubicBezTo>
                    <a:cubicBezTo>
                      <a:pt x="49" y="2"/>
                      <a:pt x="46" y="0"/>
                      <a:pt x="43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2"/>
                      <a:pt x="0" y="5"/>
                    </a:cubicBezTo>
                    <a:cubicBezTo>
                      <a:pt x="0" y="238"/>
                      <a:pt x="0" y="238"/>
                      <a:pt x="0" y="238"/>
                    </a:cubicBezTo>
                    <a:cubicBezTo>
                      <a:pt x="0" y="241"/>
                      <a:pt x="3" y="244"/>
                      <a:pt x="6" y="2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449" name="组合 448"/>
            <p:cNvGrpSpPr/>
            <p:nvPr/>
          </p:nvGrpSpPr>
          <p:grpSpPr>
            <a:xfrm>
              <a:off x="10240844" y="3302449"/>
              <a:ext cx="300352" cy="257548"/>
              <a:chOff x="3546346" y="2339026"/>
              <a:chExt cx="897787" cy="769842"/>
            </a:xfrm>
            <a:solidFill>
              <a:schemeClr val="accent3"/>
            </a:solidFill>
          </p:grpSpPr>
          <p:sp>
            <p:nvSpPr>
              <p:cNvPr id="450" name="Rectangle 227"/>
              <p:cNvSpPr>
                <a:spLocks noChangeArrowheads="1"/>
              </p:cNvSpPr>
              <p:nvPr/>
            </p:nvSpPr>
            <p:spPr bwMode="auto">
              <a:xfrm>
                <a:off x="3561526" y="3077423"/>
                <a:ext cx="882607" cy="3144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451" name="Freeform 228"/>
              <p:cNvSpPr/>
              <p:nvPr/>
            </p:nvSpPr>
            <p:spPr bwMode="auto">
              <a:xfrm>
                <a:off x="3617909" y="2844302"/>
                <a:ext cx="125777" cy="210351"/>
              </a:xfrm>
              <a:custGeom>
                <a:avLst/>
                <a:gdLst>
                  <a:gd name="T0" fmla="*/ 6 w 49"/>
                  <a:gd name="T1" fmla="*/ 82 h 82"/>
                  <a:gd name="T2" fmla="*/ 43 w 49"/>
                  <a:gd name="T3" fmla="*/ 82 h 82"/>
                  <a:gd name="T4" fmla="*/ 49 w 49"/>
                  <a:gd name="T5" fmla="*/ 76 h 82"/>
                  <a:gd name="T6" fmla="*/ 49 w 49"/>
                  <a:gd name="T7" fmla="*/ 0 h 82"/>
                  <a:gd name="T8" fmla="*/ 0 w 49"/>
                  <a:gd name="T9" fmla="*/ 49 h 82"/>
                  <a:gd name="T10" fmla="*/ 0 w 49"/>
                  <a:gd name="T11" fmla="*/ 76 h 82"/>
                  <a:gd name="T12" fmla="*/ 6 w 49"/>
                  <a:gd name="T13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9" h="82">
                    <a:moveTo>
                      <a:pt x="6" y="82"/>
                    </a:moveTo>
                    <a:cubicBezTo>
                      <a:pt x="43" y="82"/>
                      <a:pt x="43" y="82"/>
                      <a:pt x="43" y="82"/>
                    </a:cubicBezTo>
                    <a:cubicBezTo>
                      <a:pt x="46" y="82"/>
                      <a:pt x="49" y="79"/>
                      <a:pt x="49" y="76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0" y="76"/>
                      <a:pt x="0" y="76"/>
                    </a:cubicBezTo>
                    <a:cubicBezTo>
                      <a:pt x="0" y="79"/>
                      <a:pt x="3" y="82"/>
                      <a:pt x="6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452" name="Freeform 229"/>
              <p:cNvSpPr/>
              <p:nvPr/>
            </p:nvSpPr>
            <p:spPr bwMode="auto">
              <a:xfrm>
                <a:off x="3779467" y="2682744"/>
                <a:ext cx="122524" cy="371910"/>
              </a:xfrm>
              <a:custGeom>
                <a:avLst/>
                <a:gdLst>
                  <a:gd name="T0" fmla="*/ 5 w 48"/>
                  <a:gd name="T1" fmla="*/ 145 h 145"/>
                  <a:gd name="T2" fmla="*/ 43 w 48"/>
                  <a:gd name="T3" fmla="*/ 145 h 145"/>
                  <a:gd name="T4" fmla="*/ 48 w 48"/>
                  <a:gd name="T5" fmla="*/ 139 h 145"/>
                  <a:gd name="T6" fmla="*/ 48 w 48"/>
                  <a:gd name="T7" fmla="*/ 0 h 145"/>
                  <a:gd name="T8" fmla="*/ 0 w 48"/>
                  <a:gd name="T9" fmla="*/ 49 h 145"/>
                  <a:gd name="T10" fmla="*/ 0 w 48"/>
                  <a:gd name="T11" fmla="*/ 139 h 145"/>
                  <a:gd name="T12" fmla="*/ 5 w 48"/>
                  <a:gd name="T13" fmla="*/ 145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145">
                    <a:moveTo>
                      <a:pt x="5" y="145"/>
                    </a:moveTo>
                    <a:cubicBezTo>
                      <a:pt x="43" y="145"/>
                      <a:pt x="43" y="145"/>
                      <a:pt x="43" y="145"/>
                    </a:cubicBezTo>
                    <a:cubicBezTo>
                      <a:pt x="46" y="145"/>
                      <a:pt x="48" y="142"/>
                      <a:pt x="48" y="139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139"/>
                      <a:pt x="0" y="139"/>
                      <a:pt x="0" y="139"/>
                    </a:cubicBezTo>
                    <a:cubicBezTo>
                      <a:pt x="0" y="142"/>
                      <a:pt x="2" y="145"/>
                      <a:pt x="5" y="1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453" name="Freeform 230"/>
              <p:cNvSpPr/>
              <p:nvPr/>
            </p:nvSpPr>
            <p:spPr bwMode="auto">
              <a:xfrm>
                <a:off x="3938857" y="2713104"/>
                <a:ext cx="124693" cy="341550"/>
              </a:xfrm>
              <a:custGeom>
                <a:avLst/>
                <a:gdLst>
                  <a:gd name="T0" fmla="*/ 22 w 49"/>
                  <a:gd name="T1" fmla="*/ 22 h 133"/>
                  <a:gd name="T2" fmla="*/ 0 w 49"/>
                  <a:gd name="T3" fmla="*/ 0 h 133"/>
                  <a:gd name="T4" fmla="*/ 0 w 49"/>
                  <a:gd name="T5" fmla="*/ 127 h 133"/>
                  <a:gd name="T6" fmla="*/ 6 w 49"/>
                  <a:gd name="T7" fmla="*/ 133 h 133"/>
                  <a:gd name="T8" fmla="*/ 43 w 49"/>
                  <a:gd name="T9" fmla="*/ 133 h 133"/>
                  <a:gd name="T10" fmla="*/ 49 w 49"/>
                  <a:gd name="T11" fmla="*/ 127 h 133"/>
                  <a:gd name="T12" fmla="*/ 49 w 49"/>
                  <a:gd name="T13" fmla="*/ 26 h 133"/>
                  <a:gd name="T14" fmla="*/ 38 w 49"/>
                  <a:gd name="T15" fmla="*/ 29 h 133"/>
                  <a:gd name="T16" fmla="*/ 22 w 49"/>
                  <a:gd name="T17" fmla="*/ 22 h 1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9" h="133">
                    <a:moveTo>
                      <a:pt x="22" y="22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27"/>
                      <a:pt x="0" y="127"/>
                      <a:pt x="0" y="127"/>
                    </a:cubicBezTo>
                    <a:cubicBezTo>
                      <a:pt x="0" y="130"/>
                      <a:pt x="3" y="133"/>
                      <a:pt x="6" y="133"/>
                    </a:cubicBezTo>
                    <a:cubicBezTo>
                      <a:pt x="43" y="133"/>
                      <a:pt x="43" y="133"/>
                      <a:pt x="43" y="133"/>
                    </a:cubicBezTo>
                    <a:cubicBezTo>
                      <a:pt x="46" y="133"/>
                      <a:pt x="49" y="130"/>
                      <a:pt x="49" y="127"/>
                    </a:cubicBezTo>
                    <a:cubicBezTo>
                      <a:pt x="49" y="26"/>
                      <a:pt x="49" y="26"/>
                      <a:pt x="49" y="26"/>
                    </a:cubicBezTo>
                    <a:cubicBezTo>
                      <a:pt x="46" y="28"/>
                      <a:pt x="42" y="29"/>
                      <a:pt x="38" y="29"/>
                    </a:cubicBezTo>
                    <a:cubicBezTo>
                      <a:pt x="32" y="29"/>
                      <a:pt x="27" y="26"/>
                      <a:pt x="2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454" name="Freeform 231"/>
              <p:cNvSpPr/>
              <p:nvPr/>
            </p:nvSpPr>
            <p:spPr bwMode="auto">
              <a:xfrm>
                <a:off x="4100415" y="2624193"/>
                <a:ext cx="122524" cy="430461"/>
              </a:xfrm>
              <a:custGeom>
                <a:avLst/>
                <a:gdLst>
                  <a:gd name="T0" fmla="*/ 5 w 48"/>
                  <a:gd name="T1" fmla="*/ 168 h 168"/>
                  <a:gd name="T2" fmla="*/ 43 w 48"/>
                  <a:gd name="T3" fmla="*/ 168 h 168"/>
                  <a:gd name="T4" fmla="*/ 48 w 48"/>
                  <a:gd name="T5" fmla="*/ 162 h 168"/>
                  <a:gd name="T6" fmla="*/ 48 w 48"/>
                  <a:gd name="T7" fmla="*/ 0 h 168"/>
                  <a:gd name="T8" fmla="*/ 0 w 48"/>
                  <a:gd name="T9" fmla="*/ 48 h 168"/>
                  <a:gd name="T10" fmla="*/ 0 w 48"/>
                  <a:gd name="T11" fmla="*/ 162 h 168"/>
                  <a:gd name="T12" fmla="*/ 5 w 48"/>
                  <a:gd name="T13" fmla="*/ 168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168">
                    <a:moveTo>
                      <a:pt x="5" y="168"/>
                    </a:moveTo>
                    <a:cubicBezTo>
                      <a:pt x="43" y="168"/>
                      <a:pt x="43" y="168"/>
                      <a:pt x="43" y="168"/>
                    </a:cubicBezTo>
                    <a:cubicBezTo>
                      <a:pt x="46" y="168"/>
                      <a:pt x="48" y="165"/>
                      <a:pt x="48" y="162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162"/>
                      <a:pt x="0" y="162"/>
                      <a:pt x="0" y="162"/>
                    </a:cubicBezTo>
                    <a:cubicBezTo>
                      <a:pt x="0" y="165"/>
                      <a:pt x="2" y="168"/>
                      <a:pt x="5" y="1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455" name="Freeform 232"/>
              <p:cNvSpPr/>
              <p:nvPr/>
            </p:nvSpPr>
            <p:spPr bwMode="auto">
              <a:xfrm>
                <a:off x="4258721" y="2513596"/>
                <a:ext cx="125777" cy="541058"/>
              </a:xfrm>
              <a:custGeom>
                <a:avLst/>
                <a:gdLst>
                  <a:gd name="T0" fmla="*/ 29 w 49"/>
                  <a:gd name="T1" fmla="*/ 0 h 211"/>
                  <a:gd name="T2" fmla="*/ 0 w 49"/>
                  <a:gd name="T3" fmla="*/ 29 h 211"/>
                  <a:gd name="T4" fmla="*/ 0 w 49"/>
                  <a:gd name="T5" fmla="*/ 205 h 211"/>
                  <a:gd name="T6" fmla="*/ 6 w 49"/>
                  <a:gd name="T7" fmla="*/ 211 h 211"/>
                  <a:gd name="T8" fmla="*/ 43 w 49"/>
                  <a:gd name="T9" fmla="*/ 211 h 211"/>
                  <a:gd name="T10" fmla="*/ 49 w 49"/>
                  <a:gd name="T11" fmla="*/ 205 h 211"/>
                  <a:gd name="T12" fmla="*/ 49 w 49"/>
                  <a:gd name="T13" fmla="*/ 22 h 211"/>
                  <a:gd name="T14" fmla="*/ 29 w 49"/>
                  <a:gd name="T15" fmla="*/ 0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9" h="211">
                    <a:moveTo>
                      <a:pt x="29" y="0"/>
                    </a:moveTo>
                    <a:cubicBezTo>
                      <a:pt x="0" y="29"/>
                      <a:pt x="0" y="29"/>
                      <a:pt x="0" y="29"/>
                    </a:cubicBezTo>
                    <a:cubicBezTo>
                      <a:pt x="0" y="205"/>
                      <a:pt x="0" y="205"/>
                      <a:pt x="0" y="205"/>
                    </a:cubicBezTo>
                    <a:cubicBezTo>
                      <a:pt x="0" y="208"/>
                      <a:pt x="3" y="211"/>
                      <a:pt x="6" y="211"/>
                    </a:cubicBezTo>
                    <a:cubicBezTo>
                      <a:pt x="43" y="211"/>
                      <a:pt x="43" y="211"/>
                      <a:pt x="43" y="211"/>
                    </a:cubicBezTo>
                    <a:cubicBezTo>
                      <a:pt x="46" y="211"/>
                      <a:pt x="49" y="208"/>
                      <a:pt x="49" y="205"/>
                    </a:cubicBezTo>
                    <a:cubicBezTo>
                      <a:pt x="49" y="22"/>
                      <a:pt x="49" y="22"/>
                      <a:pt x="49" y="22"/>
                    </a:cubicBezTo>
                    <a:cubicBezTo>
                      <a:pt x="38" y="21"/>
                      <a:pt x="29" y="12"/>
                      <a:pt x="29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456" name="Freeform 233"/>
              <p:cNvSpPr/>
              <p:nvPr/>
            </p:nvSpPr>
            <p:spPr bwMode="auto">
              <a:xfrm>
                <a:off x="3546346" y="2339026"/>
                <a:ext cx="871764" cy="610452"/>
              </a:xfrm>
              <a:custGeom>
                <a:avLst/>
                <a:gdLst>
                  <a:gd name="T0" fmla="*/ 20 w 340"/>
                  <a:gd name="T1" fmla="*/ 234 h 238"/>
                  <a:gd name="T2" fmla="*/ 140 w 340"/>
                  <a:gd name="T3" fmla="*/ 113 h 238"/>
                  <a:gd name="T4" fmla="*/ 183 w 340"/>
                  <a:gd name="T5" fmla="*/ 156 h 238"/>
                  <a:gd name="T6" fmla="*/ 199 w 340"/>
                  <a:gd name="T7" fmla="*/ 156 h 238"/>
                  <a:gd name="T8" fmla="*/ 318 w 340"/>
                  <a:gd name="T9" fmla="*/ 37 h 238"/>
                  <a:gd name="T10" fmla="*/ 318 w 340"/>
                  <a:gd name="T11" fmla="*/ 64 h 238"/>
                  <a:gd name="T12" fmla="*/ 329 w 340"/>
                  <a:gd name="T13" fmla="*/ 75 h 238"/>
                  <a:gd name="T14" fmla="*/ 340 w 340"/>
                  <a:gd name="T15" fmla="*/ 64 h 238"/>
                  <a:gd name="T16" fmla="*/ 340 w 340"/>
                  <a:gd name="T17" fmla="*/ 11 h 238"/>
                  <a:gd name="T18" fmla="*/ 337 w 340"/>
                  <a:gd name="T19" fmla="*/ 3 h 238"/>
                  <a:gd name="T20" fmla="*/ 329 w 340"/>
                  <a:gd name="T21" fmla="*/ 0 h 238"/>
                  <a:gd name="T22" fmla="*/ 276 w 340"/>
                  <a:gd name="T23" fmla="*/ 0 h 238"/>
                  <a:gd name="T24" fmla="*/ 265 w 340"/>
                  <a:gd name="T25" fmla="*/ 11 h 238"/>
                  <a:gd name="T26" fmla="*/ 276 w 340"/>
                  <a:gd name="T27" fmla="*/ 22 h 238"/>
                  <a:gd name="T28" fmla="*/ 302 w 340"/>
                  <a:gd name="T29" fmla="*/ 22 h 238"/>
                  <a:gd name="T30" fmla="*/ 191 w 340"/>
                  <a:gd name="T31" fmla="*/ 133 h 238"/>
                  <a:gd name="T32" fmla="*/ 148 w 340"/>
                  <a:gd name="T33" fmla="*/ 90 h 238"/>
                  <a:gd name="T34" fmla="*/ 133 w 340"/>
                  <a:gd name="T35" fmla="*/ 90 h 238"/>
                  <a:gd name="T36" fmla="*/ 4 w 340"/>
                  <a:gd name="T37" fmla="*/ 219 h 238"/>
                  <a:gd name="T38" fmla="*/ 4 w 340"/>
                  <a:gd name="T39" fmla="*/ 234 h 238"/>
                  <a:gd name="T40" fmla="*/ 20 w 340"/>
                  <a:gd name="T41" fmla="*/ 234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40" h="238">
                    <a:moveTo>
                      <a:pt x="20" y="234"/>
                    </a:moveTo>
                    <a:cubicBezTo>
                      <a:pt x="140" y="113"/>
                      <a:pt x="140" y="113"/>
                      <a:pt x="140" y="113"/>
                    </a:cubicBezTo>
                    <a:cubicBezTo>
                      <a:pt x="183" y="156"/>
                      <a:pt x="183" y="156"/>
                      <a:pt x="183" y="156"/>
                    </a:cubicBezTo>
                    <a:cubicBezTo>
                      <a:pt x="188" y="160"/>
                      <a:pt x="195" y="160"/>
                      <a:pt x="199" y="156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64"/>
                      <a:pt x="318" y="64"/>
                      <a:pt x="318" y="64"/>
                    </a:cubicBezTo>
                    <a:cubicBezTo>
                      <a:pt x="318" y="70"/>
                      <a:pt x="323" y="75"/>
                      <a:pt x="329" y="75"/>
                    </a:cubicBezTo>
                    <a:cubicBezTo>
                      <a:pt x="335" y="75"/>
                      <a:pt x="340" y="70"/>
                      <a:pt x="340" y="64"/>
                    </a:cubicBezTo>
                    <a:cubicBezTo>
                      <a:pt x="340" y="11"/>
                      <a:pt x="340" y="11"/>
                      <a:pt x="340" y="11"/>
                    </a:cubicBezTo>
                    <a:cubicBezTo>
                      <a:pt x="340" y="8"/>
                      <a:pt x="339" y="5"/>
                      <a:pt x="337" y="3"/>
                    </a:cubicBezTo>
                    <a:cubicBezTo>
                      <a:pt x="335" y="1"/>
                      <a:pt x="332" y="0"/>
                      <a:pt x="329" y="0"/>
                    </a:cubicBezTo>
                    <a:cubicBezTo>
                      <a:pt x="276" y="0"/>
                      <a:pt x="276" y="0"/>
                      <a:pt x="276" y="0"/>
                    </a:cubicBezTo>
                    <a:cubicBezTo>
                      <a:pt x="270" y="0"/>
                      <a:pt x="265" y="4"/>
                      <a:pt x="265" y="11"/>
                    </a:cubicBezTo>
                    <a:cubicBezTo>
                      <a:pt x="265" y="17"/>
                      <a:pt x="270" y="22"/>
                      <a:pt x="276" y="22"/>
                    </a:cubicBezTo>
                    <a:cubicBezTo>
                      <a:pt x="302" y="22"/>
                      <a:pt x="302" y="22"/>
                      <a:pt x="302" y="22"/>
                    </a:cubicBezTo>
                    <a:cubicBezTo>
                      <a:pt x="191" y="133"/>
                      <a:pt x="191" y="133"/>
                      <a:pt x="191" y="133"/>
                    </a:cubicBezTo>
                    <a:cubicBezTo>
                      <a:pt x="148" y="90"/>
                      <a:pt x="148" y="90"/>
                      <a:pt x="148" y="90"/>
                    </a:cubicBezTo>
                    <a:cubicBezTo>
                      <a:pt x="144" y="86"/>
                      <a:pt x="137" y="86"/>
                      <a:pt x="133" y="90"/>
                    </a:cubicBezTo>
                    <a:cubicBezTo>
                      <a:pt x="4" y="219"/>
                      <a:pt x="4" y="219"/>
                      <a:pt x="4" y="219"/>
                    </a:cubicBezTo>
                    <a:cubicBezTo>
                      <a:pt x="0" y="223"/>
                      <a:pt x="0" y="230"/>
                      <a:pt x="4" y="234"/>
                    </a:cubicBezTo>
                    <a:cubicBezTo>
                      <a:pt x="8" y="238"/>
                      <a:pt x="15" y="238"/>
                      <a:pt x="20" y="2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</p:grpSp>
      </p:grpSp>
      <p:grpSp>
        <p:nvGrpSpPr>
          <p:cNvPr id="457" name="组合 456"/>
          <p:cNvGrpSpPr/>
          <p:nvPr/>
        </p:nvGrpSpPr>
        <p:grpSpPr>
          <a:xfrm>
            <a:off x="8454140" y="2724209"/>
            <a:ext cx="231462" cy="229714"/>
            <a:chOff x="7078908" y="5461438"/>
            <a:chExt cx="430461" cy="427208"/>
          </a:xfrm>
          <a:solidFill>
            <a:schemeClr val="bg1">
              <a:lumMod val="50000"/>
            </a:schemeClr>
          </a:solidFill>
        </p:grpSpPr>
        <p:sp>
          <p:nvSpPr>
            <p:cNvPr id="458" name="Freeform 236"/>
            <p:cNvSpPr/>
            <p:nvPr/>
          </p:nvSpPr>
          <p:spPr bwMode="auto">
            <a:xfrm>
              <a:off x="7078908" y="5461438"/>
              <a:ext cx="418534" cy="417450"/>
            </a:xfrm>
            <a:custGeom>
              <a:avLst/>
              <a:gdLst>
                <a:gd name="T0" fmla="*/ 84 w 163"/>
                <a:gd name="T1" fmla="*/ 129 h 163"/>
                <a:gd name="T2" fmla="*/ 46 w 163"/>
                <a:gd name="T3" fmla="*/ 50 h 163"/>
                <a:gd name="T4" fmla="*/ 81 w 163"/>
                <a:gd name="T5" fmla="*/ 34 h 163"/>
                <a:gd name="T6" fmla="*/ 127 w 163"/>
                <a:gd name="T7" fmla="*/ 89 h 163"/>
                <a:gd name="T8" fmla="*/ 147 w 163"/>
                <a:gd name="T9" fmla="*/ 94 h 163"/>
                <a:gd name="T10" fmla="*/ 162 w 163"/>
                <a:gd name="T11" fmla="*/ 86 h 163"/>
                <a:gd name="T12" fmla="*/ 162 w 163"/>
                <a:gd name="T13" fmla="*/ 70 h 163"/>
                <a:gd name="T14" fmla="*/ 144 w 163"/>
                <a:gd name="T15" fmla="*/ 59 h 163"/>
                <a:gd name="T16" fmla="*/ 154 w 163"/>
                <a:gd name="T17" fmla="*/ 45 h 163"/>
                <a:gd name="T18" fmla="*/ 145 w 163"/>
                <a:gd name="T19" fmla="*/ 32 h 163"/>
                <a:gd name="T20" fmla="*/ 125 w 163"/>
                <a:gd name="T21" fmla="*/ 30 h 163"/>
                <a:gd name="T22" fmla="*/ 126 w 163"/>
                <a:gd name="T23" fmla="*/ 13 h 163"/>
                <a:gd name="T24" fmla="*/ 112 w 163"/>
                <a:gd name="T25" fmla="*/ 6 h 163"/>
                <a:gd name="T26" fmla="*/ 93 w 163"/>
                <a:gd name="T27" fmla="*/ 15 h 163"/>
                <a:gd name="T28" fmla="*/ 86 w 163"/>
                <a:gd name="T29" fmla="*/ 0 h 163"/>
                <a:gd name="T30" fmla="*/ 70 w 163"/>
                <a:gd name="T31" fmla="*/ 1 h 163"/>
                <a:gd name="T32" fmla="*/ 58 w 163"/>
                <a:gd name="T33" fmla="*/ 18 h 163"/>
                <a:gd name="T34" fmla="*/ 44 w 163"/>
                <a:gd name="T35" fmla="*/ 9 h 163"/>
                <a:gd name="T36" fmla="*/ 31 w 163"/>
                <a:gd name="T37" fmla="*/ 17 h 163"/>
                <a:gd name="T38" fmla="*/ 31 w 163"/>
                <a:gd name="T39" fmla="*/ 36 h 163"/>
                <a:gd name="T40" fmla="*/ 15 w 163"/>
                <a:gd name="T41" fmla="*/ 33 h 163"/>
                <a:gd name="T42" fmla="*/ 8 w 163"/>
                <a:gd name="T43" fmla="*/ 47 h 163"/>
                <a:gd name="T44" fmla="*/ 18 w 163"/>
                <a:gd name="T45" fmla="*/ 59 h 163"/>
                <a:gd name="T46" fmla="*/ 0 w 163"/>
                <a:gd name="T47" fmla="*/ 73 h 163"/>
                <a:gd name="T48" fmla="*/ 0 w 163"/>
                <a:gd name="T49" fmla="*/ 88 h 163"/>
                <a:gd name="T50" fmla="*/ 15 w 163"/>
                <a:gd name="T51" fmla="*/ 94 h 163"/>
                <a:gd name="T52" fmla="*/ 6 w 163"/>
                <a:gd name="T53" fmla="*/ 114 h 163"/>
                <a:gd name="T54" fmla="*/ 15 w 163"/>
                <a:gd name="T55" fmla="*/ 128 h 163"/>
                <a:gd name="T56" fmla="*/ 30 w 163"/>
                <a:gd name="T57" fmla="*/ 125 h 163"/>
                <a:gd name="T58" fmla="*/ 33 w 163"/>
                <a:gd name="T59" fmla="*/ 148 h 163"/>
                <a:gd name="T60" fmla="*/ 47 w 163"/>
                <a:gd name="T61" fmla="*/ 155 h 163"/>
                <a:gd name="T62" fmla="*/ 59 w 163"/>
                <a:gd name="T63" fmla="*/ 145 h 163"/>
                <a:gd name="T64" fmla="*/ 72 w 163"/>
                <a:gd name="T65" fmla="*/ 163 h 163"/>
                <a:gd name="T66" fmla="*/ 88 w 163"/>
                <a:gd name="T67" fmla="*/ 162 h 163"/>
                <a:gd name="T68" fmla="*/ 94 w 163"/>
                <a:gd name="T69" fmla="*/ 148 h 163"/>
                <a:gd name="T70" fmla="*/ 89 w 163"/>
                <a:gd name="T71" fmla="*/ 12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3" h="163">
                  <a:moveTo>
                    <a:pt x="89" y="128"/>
                  </a:moveTo>
                  <a:cubicBezTo>
                    <a:pt x="88" y="128"/>
                    <a:pt x="86" y="129"/>
                    <a:pt x="84" y="129"/>
                  </a:cubicBezTo>
                  <a:cubicBezTo>
                    <a:pt x="58" y="130"/>
                    <a:pt x="36" y="110"/>
                    <a:pt x="35" y="84"/>
                  </a:cubicBezTo>
                  <a:cubicBezTo>
                    <a:pt x="34" y="71"/>
                    <a:pt x="38" y="59"/>
                    <a:pt x="46" y="50"/>
                  </a:cubicBezTo>
                  <a:cubicBezTo>
                    <a:pt x="55" y="40"/>
                    <a:pt x="66" y="35"/>
                    <a:pt x="79" y="34"/>
                  </a:cubicBezTo>
                  <a:cubicBezTo>
                    <a:pt x="79" y="34"/>
                    <a:pt x="80" y="34"/>
                    <a:pt x="81" y="34"/>
                  </a:cubicBezTo>
                  <a:cubicBezTo>
                    <a:pt x="106" y="34"/>
                    <a:pt x="127" y="54"/>
                    <a:pt x="128" y="79"/>
                  </a:cubicBezTo>
                  <a:cubicBezTo>
                    <a:pt x="128" y="82"/>
                    <a:pt x="128" y="85"/>
                    <a:pt x="127" y="89"/>
                  </a:cubicBezTo>
                  <a:cubicBezTo>
                    <a:pt x="144" y="105"/>
                    <a:pt x="144" y="105"/>
                    <a:pt x="144" y="105"/>
                  </a:cubicBezTo>
                  <a:cubicBezTo>
                    <a:pt x="145" y="101"/>
                    <a:pt x="146" y="97"/>
                    <a:pt x="147" y="94"/>
                  </a:cubicBezTo>
                  <a:cubicBezTo>
                    <a:pt x="163" y="90"/>
                    <a:pt x="163" y="90"/>
                    <a:pt x="163" y="90"/>
                  </a:cubicBezTo>
                  <a:cubicBezTo>
                    <a:pt x="162" y="86"/>
                    <a:pt x="162" y="86"/>
                    <a:pt x="162" y="86"/>
                  </a:cubicBezTo>
                  <a:cubicBezTo>
                    <a:pt x="162" y="75"/>
                    <a:pt x="162" y="75"/>
                    <a:pt x="162" y="75"/>
                  </a:cubicBezTo>
                  <a:cubicBezTo>
                    <a:pt x="162" y="70"/>
                    <a:pt x="162" y="70"/>
                    <a:pt x="162" y="70"/>
                  </a:cubicBezTo>
                  <a:cubicBezTo>
                    <a:pt x="147" y="69"/>
                    <a:pt x="147" y="69"/>
                    <a:pt x="147" y="69"/>
                  </a:cubicBezTo>
                  <a:cubicBezTo>
                    <a:pt x="146" y="66"/>
                    <a:pt x="145" y="62"/>
                    <a:pt x="144" y="59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48" y="35"/>
                    <a:pt x="148" y="35"/>
                    <a:pt x="148" y="35"/>
                  </a:cubicBezTo>
                  <a:cubicBezTo>
                    <a:pt x="145" y="32"/>
                    <a:pt x="145" y="32"/>
                    <a:pt x="145" y="32"/>
                  </a:cubicBezTo>
                  <a:cubicBezTo>
                    <a:pt x="132" y="38"/>
                    <a:pt x="132" y="38"/>
                    <a:pt x="132" y="38"/>
                  </a:cubicBezTo>
                  <a:cubicBezTo>
                    <a:pt x="130" y="35"/>
                    <a:pt x="127" y="32"/>
                    <a:pt x="125" y="30"/>
                  </a:cubicBezTo>
                  <a:cubicBezTo>
                    <a:pt x="130" y="15"/>
                    <a:pt x="130" y="15"/>
                    <a:pt x="130" y="15"/>
                  </a:cubicBezTo>
                  <a:cubicBezTo>
                    <a:pt x="126" y="13"/>
                    <a:pt x="126" y="13"/>
                    <a:pt x="126" y="13"/>
                  </a:cubicBezTo>
                  <a:cubicBezTo>
                    <a:pt x="116" y="8"/>
                    <a:pt x="116" y="8"/>
                    <a:pt x="116" y="8"/>
                  </a:cubicBezTo>
                  <a:cubicBezTo>
                    <a:pt x="112" y="6"/>
                    <a:pt x="112" y="6"/>
                    <a:pt x="112" y="6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0" y="17"/>
                    <a:pt x="97" y="16"/>
                    <a:pt x="93" y="15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75" y="1"/>
                    <a:pt x="75" y="1"/>
                    <a:pt x="75" y="1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69" y="15"/>
                    <a:pt x="69" y="15"/>
                    <a:pt x="69" y="15"/>
                  </a:cubicBezTo>
                  <a:cubicBezTo>
                    <a:pt x="65" y="16"/>
                    <a:pt x="62" y="17"/>
                    <a:pt x="58" y="18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4" y="9"/>
                    <a:pt x="44" y="9"/>
                    <a:pt x="44" y="9"/>
                  </a:cubicBezTo>
                  <a:cubicBezTo>
                    <a:pt x="35" y="15"/>
                    <a:pt x="35" y="15"/>
                    <a:pt x="35" y="15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37" y="30"/>
                    <a:pt x="37" y="30"/>
                    <a:pt x="37" y="30"/>
                  </a:cubicBezTo>
                  <a:cubicBezTo>
                    <a:pt x="35" y="32"/>
                    <a:pt x="33" y="34"/>
                    <a:pt x="31" y="36"/>
                  </a:cubicBezTo>
                  <a:cubicBezTo>
                    <a:pt x="31" y="37"/>
                    <a:pt x="30" y="37"/>
                    <a:pt x="30" y="38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6" y="51"/>
                    <a:pt x="6" y="51"/>
                    <a:pt x="6" y="51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7" y="63"/>
                    <a:pt x="16" y="66"/>
                    <a:pt x="15" y="69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1" y="92"/>
                    <a:pt x="1" y="92"/>
                    <a:pt x="1" y="92"/>
                  </a:cubicBezTo>
                  <a:cubicBezTo>
                    <a:pt x="15" y="94"/>
                    <a:pt x="15" y="94"/>
                    <a:pt x="15" y="94"/>
                  </a:cubicBezTo>
                  <a:cubicBezTo>
                    <a:pt x="16" y="97"/>
                    <a:pt x="17" y="101"/>
                    <a:pt x="18" y="104"/>
                  </a:cubicBezTo>
                  <a:cubicBezTo>
                    <a:pt x="6" y="114"/>
                    <a:pt x="6" y="114"/>
                    <a:pt x="6" y="114"/>
                  </a:cubicBezTo>
                  <a:cubicBezTo>
                    <a:pt x="9" y="118"/>
                    <a:pt x="9" y="118"/>
                    <a:pt x="9" y="118"/>
                  </a:cubicBezTo>
                  <a:cubicBezTo>
                    <a:pt x="15" y="128"/>
                    <a:pt x="15" y="128"/>
                    <a:pt x="15" y="128"/>
                  </a:cubicBezTo>
                  <a:cubicBezTo>
                    <a:pt x="17" y="131"/>
                    <a:pt x="17" y="131"/>
                    <a:pt x="17" y="131"/>
                  </a:cubicBezTo>
                  <a:cubicBezTo>
                    <a:pt x="30" y="125"/>
                    <a:pt x="30" y="125"/>
                    <a:pt x="30" y="125"/>
                  </a:cubicBezTo>
                  <a:cubicBezTo>
                    <a:pt x="33" y="128"/>
                    <a:pt x="35" y="130"/>
                    <a:pt x="38" y="133"/>
                  </a:cubicBezTo>
                  <a:cubicBezTo>
                    <a:pt x="33" y="148"/>
                    <a:pt x="33" y="148"/>
                    <a:pt x="33" y="148"/>
                  </a:cubicBezTo>
                  <a:cubicBezTo>
                    <a:pt x="37" y="150"/>
                    <a:pt x="37" y="150"/>
                    <a:pt x="37" y="150"/>
                  </a:cubicBezTo>
                  <a:cubicBezTo>
                    <a:pt x="47" y="155"/>
                    <a:pt x="47" y="155"/>
                    <a:pt x="47" y="155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9" y="145"/>
                    <a:pt x="59" y="145"/>
                    <a:pt x="59" y="145"/>
                  </a:cubicBezTo>
                  <a:cubicBezTo>
                    <a:pt x="62" y="146"/>
                    <a:pt x="66" y="147"/>
                    <a:pt x="69" y="148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7" y="163"/>
                    <a:pt x="77" y="163"/>
                    <a:pt x="77" y="163"/>
                  </a:cubicBezTo>
                  <a:cubicBezTo>
                    <a:pt x="88" y="162"/>
                    <a:pt x="88" y="162"/>
                    <a:pt x="88" y="162"/>
                  </a:cubicBezTo>
                  <a:cubicBezTo>
                    <a:pt x="92" y="162"/>
                    <a:pt x="92" y="162"/>
                    <a:pt x="92" y="162"/>
                  </a:cubicBezTo>
                  <a:cubicBezTo>
                    <a:pt x="94" y="148"/>
                    <a:pt x="94" y="148"/>
                    <a:pt x="94" y="148"/>
                  </a:cubicBezTo>
                  <a:cubicBezTo>
                    <a:pt x="98" y="147"/>
                    <a:pt x="102" y="146"/>
                    <a:pt x="105" y="144"/>
                  </a:cubicBezTo>
                  <a:lnTo>
                    <a:pt x="89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  <p:sp>
          <p:nvSpPr>
            <p:cNvPr id="459" name="Freeform 237"/>
            <p:cNvSpPr/>
            <p:nvPr/>
          </p:nvSpPr>
          <p:spPr bwMode="auto">
            <a:xfrm>
              <a:off x="7197095" y="5576372"/>
              <a:ext cx="312274" cy="312274"/>
            </a:xfrm>
            <a:custGeom>
              <a:avLst/>
              <a:gdLst>
                <a:gd name="T0" fmla="*/ 122 w 122"/>
                <a:gd name="T1" fmla="*/ 101 h 122"/>
                <a:gd name="T2" fmla="*/ 119 w 122"/>
                <a:gd name="T3" fmla="*/ 94 h 122"/>
                <a:gd name="T4" fmla="*/ 67 w 122"/>
                <a:gd name="T5" fmla="*/ 43 h 122"/>
                <a:gd name="T6" fmla="*/ 58 w 122"/>
                <a:gd name="T7" fmla="*/ 12 h 122"/>
                <a:gd name="T8" fmla="*/ 23 w 122"/>
                <a:gd name="T9" fmla="*/ 5 h 122"/>
                <a:gd name="T10" fmla="*/ 41 w 122"/>
                <a:gd name="T11" fmla="*/ 23 h 122"/>
                <a:gd name="T12" fmla="*/ 41 w 122"/>
                <a:gd name="T13" fmla="*/ 29 h 122"/>
                <a:gd name="T14" fmla="*/ 29 w 122"/>
                <a:gd name="T15" fmla="*/ 41 h 122"/>
                <a:gd name="T16" fmla="*/ 23 w 122"/>
                <a:gd name="T17" fmla="*/ 41 h 122"/>
                <a:gd name="T18" fmla="*/ 5 w 122"/>
                <a:gd name="T19" fmla="*/ 23 h 122"/>
                <a:gd name="T20" fmla="*/ 12 w 122"/>
                <a:gd name="T21" fmla="*/ 58 h 122"/>
                <a:gd name="T22" fmla="*/ 43 w 122"/>
                <a:gd name="T23" fmla="*/ 67 h 122"/>
                <a:gd name="T24" fmla="*/ 94 w 122"/>
                <a:gd name="T25" fmla="*/ 119 h 122"/>
                <a:gd name="T26" fmla="*/ 101 w 122"/>
                <a:gd name="T27" fmla="*/ 122 h 122"/>
                <a:gd name="T28" fmla="*/ 122 w 122"/>
                <a:gd name="T29" fmla="*/ 101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2" h="122">
                  <a:moveTo>
                    <a:pt x="122" y="101"/>
                  </a:moveTo>
                  <a:cubicBezTo>
                    <a:pt x="122" y="99"/>
                    <a:pt x="121" y="95"/>
                    <a:pt x="119" y="94"/>
                  </a:cubicBezTo>
                  <a:cubicBezTo>
                    <a:pt x="102" y="77"/>
                    <a:pt x="84" y="60"/>
                    <a:pt x="67" y="43"/>
                  </a:cubicBezTo>
                  <a:cubicBezTo>
                    <a:pt x="69" y="32"/>
                    <a:pt x="66" y="21"/>
                    <a:pt x="58" y="12"/>
                  </a:cubicBezTo>
                  <a:cubicBezTo>
                    <a:pt x="49" y="3"/>
                    <a:pt x="35" y="0"/>
                    <a:pt x="23" y="5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42" y="25"/>
                    <a:pt x="42" y="27"/>
                    <a:pt x="41" y="29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7" y="43"/>
                    <a:pt x="25" y="43"/>
                    <a:pt x="23" y="41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0" y="35"/>
                    <a:pt x="3" y="49"/>
                    <a:pt x="12" y="58"/>
                  </a:cubicBezTo>
                  <a:cubicBezTo>
                    <a:pt x="20" y="66"/>
                    <a:pt x="32" y="69"/>
                    <a:pt x="43" y="67"/>
                  </a:cubicBezTo>
                  <a:cubicBezTo>
                    <a:pt x="60" y="84"/>
                    <a:pt x="77" y="102"/>
                    <a:pt x="94" y="119"/>
                  </a:cubicBezTo>
                  <a:cubicBezTo>
                    <a:pt x="95" y="121"/>
                    <a:pt x="98" y="122"/>
                    <a:pt x="101" y="122"/>
                  </a:cubicBezTo>
                  <a:cubicBezTo>
                    <a:pt x="111" y="120"/>
                    <a:pt x="120" y="112"/>
                    <a:pt x="122" y="1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</p:grpSp>
      <p:grpSp>
        <p:nvGrpSpPr>
          <p:cNvPr id="460" name="组合 459"/>
          <p:cNvGrpSpPr/>
          <p:nvPr/>
        </p:nvGrpSpPr>
        <p:grpSpPr>
          <a:xfrm>
            <a:off x="7447085" y="3277266"/>
            <a:ext cx="260614" cy="299094"/>
            <a:chOff x="2733098" y="4187405"/>
            <a:chExt cx="484675" cy="556238"/>
          </a:xfrm>
          <a:solidFill>
            <a:schemeClr val="bg1">
              <a:lumMod val="50000"/>
            </a:schemeClr>
          </a:solidFill>
        </p:grpSpPr>
        <p:sp>
          <p:nvSpPr>
            <p:cNvPr id="461" name="Oval 302"/>
            <p:cNvSpPr>
              <a:spLocks noChangeArrowheads="1"/>
            </p:cNvSpPr>
            <p:nvPr/>
          </p:nvSpPr>
          <p:spPr bwMode="auto">
            <a:xfrm>
              <a:off x="2849117" y="4187405"/>
              <a:ext cx="84574" cy="10734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  <p:sp>
          <p:nvSpPr>
            <p:cNvPr id="462" name="Freeform 303"/>
            <p:cNvSpPr>
              <a:spLocks noEditPoints="1"/>
            </p:cNvSpPr>
            <p:nvPr/>
          </p:nvSpPr>
          <p:spPr bwMode="auto">
            <a:xfrm>
              <a:off x="2733098" y="4304508"/>
              <a:ext cx="310105" cy="439135"/>
            </a:xfrm>
            <a:custGeom>
              <a:avLst/>
              <a:gdLst>
                <a:gd name="T0" fmla="*/ 121 w 121"/>
                <a:gd name="T1" fmla="*/ 26 h 171"/>
                <a:gd name="T2" fmla="*/ 120 w 121"/>
                <a:gd name="T3" fmla="*/ 26 h 171"/>
                <a:gd name="T4" fmla="*/ 114 w 121"/>
                <a:gd name="T5" fmla="*/ 21 h 171"/>
                <a:gd name="T6" fmla="*/ 90 w 121"/>
                <a:gd name="T7" fmla="*/ 3 h 171"/>
                <a:gd name="T8" fmla="*/ 84 w 121"/>
                <a:gd name="T9" fmla="*/ 1 h 171"/>
                <a:gd name="T10" fmla="*/ 76 w 121"/>
                <a:gd name="T11" fmla="*/ 1 h 171"/>
                <a:gd name="T12" fmla="*/ 74 w 121"/>
                <a:gd name="T13" fmla="*/ 11 h 171"/>
                <a:gd name="T14" fmla="*/ 67 w 121"/>
                <a:gd name="T15" fmla="*/ 42 h 171"/>
                <a:gd name="T16" fmla="*/ 67 w 121"/>
                <a:gd name="T17" fmla="*/ 7 h 171"/>
                <a:gd name="T18" fmla="*/ 58 w 121"/>
                <a:gd name="T19" fmla="*/ 0 h 171"/>
                <a:gd name="T20" fmla="*/ 58 w 121"/>
                <a:gd name="T21" fmla="*/ 9 h 171"/>
                <a:gd name="T22" fmla="*/ 45 w 121"/>
                <a:gd name="T23" fmla="*/ 18 h 171"/>
                <a:gd name="T24" fmla="*/ 40 w 121"/>
                <a:gd name="T25" fmla="*/ 7 h 171"/>
                <a:gd name="T26" fmla="*/ 47 w 121"/>
                <a:gd name="T27" fmla="*/ 0 h 171"/>
                <a:gd name="T28" fmla="*/ 38 w 121"/>
                <a:gd name="T29" fmla="*/ 1 h 171"/>
                <a:gd name="T30" fmla="*/ 3 w 121"/>
                <a:gd name="T31" fmla="*/ 35 h 171"/>
                <a:gd name="T32" fmla="*/ 3 w 121"/>
                <a:gd name="T33" fmla="*/ 36 h 171"/>
                <a:gd name="T34" fmla="*/ 1 w 121"/>
                <a:gd name="T35" fmla="*/ 48 h 171"/>
                <a:gd name="T36" fmla="*/ 2 w 121"/>
                <a:gd name="T37" fmla="*/ 48 h 171"/>
                <a:gd name="T38" fmla="*/ 2 w 121"/>
                <a:gd name="T39" fmla="*/ 50 h 171"/>
                <a:gd name="T40" fmla="*/ 6 w 121"/>
                <a:gd name="T41" fmla="*/ 57 h 171"/>
                <a:gd name="T42" fmla="*/ 20 w 121"/>
                <a:gd name="T43" fmla="*/ 85 h 171"/>
                <a:gd name="T44" fmla="*/ 33 w 121"/>
                <a:gd name="T45" fmla="*/ 90 h 171"/>
                <a:gd name="T46" fmla="*/ 35 w 121"/>
                <a:gd name="T47" fmla="*/ 90 h 171"/>
                <a:gd name="T48" fmla="*/ 60 w 121"/>
                <a:gd name="T49" fmla="*/ 171 h 171"/>
                <a:gd name="T50" fmla="*/ 56 w 121"/>
                <a:gd name="T51" fmla="*/ 110 h 171"/>
                <a:gd name="T52" fmla="*/ 89 w 121"/>
                <a:gd name="T53" fmla="*/ 33 h 171"/>
                <a:gd name="T54" fmla="*/ 93 w 121"/>
                <a:gd name="T55" fmla="*/ 31 h 171"/>
                <a:gd name="T56" fmla="*/ 75 w 121"/>
                <a:gd name="T57" fmla="*/ 45 h 171"/>
                <a:gd name="T58" fmla="*/ 89 w 121"/>
                <a:gd name="T59" fmla="*/ 33 h 171"/>
                <a:gd name="T60" fmla="*/ 30 w 121"/>
                <a:gd name="T61" fmla="*/ 55 h 171"/>
                <a:gd name="T62" fmla="*/ 24 w 121"/>
                <a:gd name="T63" fmla="*/ 44 h 171"/>
                <a:gd name="T64" fmla="*/ 33 w 121"/>
                <a:gd name="T65" fmla="*/ 60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1" h="171">
                  <a:moveTo>
                    <a:pt x="120" y="42"/>
                  </a:moveTo>
                  <a:cubicBezTo>
                    <a:pt x="120" y="35"/>
                    <a:pt x="121" y="24"/>
                    <a:pt x="121" y="26"/>
                  </a:cubicBezTo>
                  <a:cubicBezTo>
                    <a:pt x="121" y="26"/>
                    <a:pt x="121" y="26"/>
                    <a:pt x="121" y="26"/>
                  </a:cubicBezTo>
                  <a:cubicBezTo>
                    <a:pt x="120" y="26"/>
                    <a:pt x="120" y="26"/>
                    <a:pt x="120" y="26"/>
                  </a:cubicBezTo>
                  <a:cubicBezTo>
                    <a:pt x="118" y="24"/>
                    <a:pt x="118" y="24"/>
                    <a:pt x="118" y="24"/>
                  </a:cubicBezTo>
                  <a:cubicBezTo>
                    <a:pt x="114" y="21"/>
                    <a:pt x="114" y="21"/>
                    <a:pt x="114" y="21"/>
                  </a:cubicBezTo>
                  <a:cubicBezTo>
                    <a:pt x="106" y="15"/>
                    <a:pt x="106" y="15"/>
                    <a:pt x="106" y="15"/>
                  </a:cubicBezTo>
                  <a:cubicBezTo>
                    <a:pt x="90" y="3"/>
                    <a:pt x="90" y="3"/>
                    <a:pt x="90" y="3"/>
                  </a:cubicBezTo>
                  <a:cubicBezTo>
                    <a:pt x="88" y="2"/>
                    <a:pt x="86" y="1"/>
                    <a:pt x="84" y="1"/>
                  </a:cubicBezTo>
                  <a:cubicBezTo>
                    <a:pt x="84" y="1"/>
                    <a:pt x="84" y="1"/>
                    <a:pt x="84" y="1"/>
                  </a:cubicBezTo>
                  <a:cubicBezTo>
                    <a:pt x="81" y="1"/>
                    <a:pt x="78" y="1"/>
                    <a:pt x="76" y="0"/>
                  </a:cubicBezTo>
                  <a:cubicBezTo>
                    <a:pt x="76" y="1"/>
                    <a:pt x="76" y="1"/>
                    <a:pt x="76" y="1"/>
                  </a:cubicBezTo>
                  <a:cubicBezTo>
                    <a:pt x="83" y="7"/>
                    <a:pt x="83" y="7"/>
                    <a:pt x="83" y="7"/>
                  </a:cubicBezTo>
                  <a:cubicBezTo>
                    <a:pt x="74" y="11"/>
                    <a:pt x="74" y="11"/>
                    <a:pt x="74" y="11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5" y="9"/>
                    <a:pt x="65" y="9"/>
                    <a:pt x="65" y="9"/>
                  </a:cubicBezTo>
                  <a:cubicBezTo>
                    <a:pt x="67" y="7"/>
                    <a:pt x="67" y="7"/>
                    <a:pt x="67" y="7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6" y="7"/>
                    <a:pt x="56" y="7"/>
                    <a:pt x="56" y="7"/>
                  </a:cubicBezTo>
                  <a:cubicBezTo>
                    <a:pt x="58" y="9"/>
                    <a:pt x="58" y="9"/>
                    <a:pt x="58" y="9"/>
                  </a:cubicBezTo>
                  <a:cubicBezTo>
                    <a:pt x="56" y="42"/>
                    <a:pt x="56" y="42"/>
                    <a:pt x="56" y="42"/>
                  </a:cubicBezTo>
                  <a:cubicBezTo>
                    <a:pt x="45" y="18"/>
                    <a:pt x="45" y="18"/>
                    <a:pt x="45" y="18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5" y="1"/>
                    <a:pt x="42" y="1"/>
                    <a:pt x="39" y="1"/>
                  </a:cubicBezTo>
                  <a:cubicBezTo>
                    <a:pt x="39" y="1"/>
                    <a:pt x="39" y="1"/>
                    <a:pt x="38" y="1"/>
                  </a:cubicBezTo>
                  <a:cubicBezTo>
                    <a:pt x="36" y="2"/>
                    <a:pt x="33" y="3"/>
                    <a:pt x="31" y="5"/>
                  </a:cubicBezTo>
                  <a:cubicBezTo>
                    <a:pt x="3" y="35"/>
                    <a:pt x="3" y="35"/>
                    <a:pt x="3" y="35"/>
                  </a:cubicBezTo>
                  <a:cubicBezTo>
                    <a:pt x="3" y="36"/>
                    <a:pt x="3" y="36"/>
                    <a:pt x="3" y="36"/>
                  </a:cubicBezTo>
                  <a:cubicBezTo>
                    <a:pt x="3" y="36"/>
                    <a:pt x="3" y="36"/>
                    <a:pt x="3" y="36"/>
                  </a:cubicBezTo>
                  <a:cubicBezTo>
                    <a:pt x="0" y="60"/>
                    <a:pt x="2" y="42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6" y="57"/>
                    <a:pt x="6" y="57"/>
                    <a:pt x="6" y="57"/>
                  </a:cubicBezTo>
                  <a:cubicBezTo>
                    <a:pt x="11" y="66"/>
                    <a:pt x="11" y="66"/>
                    <a:pt x="11" y="66"/>
                  </a:cubicBezTo>
                  <a:cubicBezTo>
                    <a:pt x="20" y="85"/>
                    <a:pt x="20" y="85"/>
                    <a:pt x="20" y="85"/>
                  </a:cubicBezTo>
                  <a:cubicBezTo>
                    <a:pt x="24" y="82"/>
                    <a:pt x="29" y="80"/>
                    <a:pt x="33" y="78"/>
                  </a:cubicBezTo>
                  <a:cubicBezTo>
                    <a:pt x="33" y="82"/>
                    <a:pt x="33" y="86"/>
                    <a:pt x="33" y="90"/>
                  </a:cubicBezTo>
                  <a:cubicBezTo>
                    <a:pt x="33" y="90"/>
                    <a:pt x="33" y="90"/>
                    <a:pt x="33" y="90"/>
                  </a:cubicBezTo>
                  <a:cubicBezTo>
                    <a:pt x="33" y="90"/>
                    <a:pt x="34" y="90"/>
                    <a:pt x="35" y="90"/>
                  </a:cubicBezTo>
                  <a:cubicBezTo>
                    <a:pt x="37" y="171"/>
                    <a:pt x="37" y="171"/>
                    <a:pt x="37" y="171"/>
                  </a:cubicBezTo>
                  <a:cubicBezTo>
                    <a:pt x="60" y="171"/>
                    <a:pt x="60" y="171"/>
                    <a:pt x="60" y="171"/>
                  </a:cubicBezTo>
                  <a:cubicBezTo>
                    <a:pt x="61" y="161"/>
                    <a:pt x="61" y="148"/>
                    <a:pt x="61" y="134"/>
                  </a:cubicBezTo>
                  <a:cubicBezTo>
                    <a:pt x="58" y="127"/>
                    <a:pt x="56" y="118"/>
                    <a:pt x="56" y="110"/>
                  </a:cubicBezTo>
                  <a:cubicBezTo>
                    <a:pt x="56" y="74"/>
                    <a:pt x="84" y="44"/>
                    <a:pt x="120" y="42"/>
                  </a:cubicBezTo>
                  <a:close/>
                  <a:moveTo>
                    <a:pt x="89" y="33"/>
                  </a:moveTo>
                  <a:cubicBezTo>
                    <a:pt x="89" y="31"/>
                    <a:pt x="89" y="29"/>
                    <a:pt x="89" y="27"/>
                  </a:cubicBezTo>
                  <a:cubicBezTo>
                    <a:pt x="93" y="31"/>
                    <a:pt x="93" y="31"/>
                    <a:pt x="93" y="31"/>
                  </a:cubicBezTo>
                  <a:cubicBezTo>
                    <a:pt x="96" y="33"/>
                    <a:pt x="96" y="33"/>
                    <a:pt x="96" y="33"/>
                  </a:cubicBezTo>
                  <a:cubicBezTo>
                    <a:pt x="75" y="45"/>
                    <a:pt x="75" y="45"/>
                    <a:pt x="75" y="45"/>
                  </a:cubicBezTo>
                  <a:cubicBezTo>
                    <a:pt x="74" y="42"/>
                    <a:pt x="74" y="42"/>
                    <a:pt x="74" y="42"/>
                  </a:cubicBezTo>
                  <a:lnTo>
                    <a:pt x="89" y="33"/>
                  </a:lnTo>
                  <a:close/>
                  <a:moveTo>
                    <a:pt x="33" y="60"/>
                  </a:moveTo>
                  <a:cubicBezTo>
                    <a:pt x="30" y="55"/>
                    <a:pt x="30" y="55"/>
                    <a:pt x="30" y="55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4" y="44"/>
                    <a:pt x="24" y="44"/>
                    <a:pt x="24" y="44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41"/>
                    <a:pt x="33" y="50"/>
                    <a:pt x="33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  <p:sp>
          <p:nvSpPr>
            <p:cNvPr id="463" name="Freeform 304"/>
            <p:cNvSpPr/>
            <p:nvPr/>
          </p:nvSpPr>
          <p:spPr bwMode="auto">
            <a:xfrm>
              <a:off x="2897909" y="4668827"/>
              <a:ext cx="60720" cy="74816"/>
            </a:xfrm>
            <a:custGeom>
              <a:avLst/>
              <a:gdLst>
                <a:gd name="T0" fmla="*/ 0 w 24"/>
                <a:gd name="T1" fmla="*/ 0 h 29"/>
                <a:gd name="T2" fmla="*/ 1 w 24"/>
                <a:gd name="T3" fmla="*/ 29 h 29"/>
                <a:gd name="T4" fmla="*/ 24 w 24"/>
                <a:gd name="T5" fmla="*/ 29 h 29"/>
                <a:gd name="T6" fmla="*/ 24 w 24"/>
                <a:gd name="T7" fmla="*/ 26 h 29"/>
                <a:gd name="T8" fmla="*/ 0 w 24"/>
                <a:gd name="T9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9">
                  <a:moveTo>
                    <a:pt x="0" y="0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8"/>
                    <a:pt x="24" y="27"/>
                    <a:pt x="24" y="26"/>
                  </a:cubicBezTo>
                  <a:cubicBezTo>
                    <a:pt x="14" y="19"/>
                    <a:pt x="6" y="1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  <p:sp>
          <p:nvSpPr>
            <p:cNvPr id="464" name="Freeform 305"/>
            <p:cNvSpPr/>
            <p:nvPr/>
          </p:nvSpPr>
          <p:spPr bwMode="auto">
            <a:xfrm>
              <a:off x="3035614" y="4422694"/>
              <a:ext cx="54214" cy="41203"/>
            </a:xfrm>
            <a:custGeom>
              <a:avLst/>
              <a:gdLst>
                <a:gd name="T0" fmla="*/ 43 w 50"/>
                <a:gd name="T1" fmla="*/ 0 h 38"/>
                <a:gd name="T2" fmla="*/ 36 w 50"/>
                <a:gd name="T3" fmla="*/ 0 h 38"/>
                <a:gd name="T4" fmla="*/ 14 w 50"/>
                <a:gd name="T5" fmla="*/ 0 h 38"/>
                <a:gd name="T6" fmla="*/ 7 w 50"/>
                <a:gd name="T7" fmla="*/ 0 h 38"/>
                <a:gd name="T8" fmla="*/ 0 w 50"/>
                <a:gd name="T9" fmla="*/ 38 h 38"/>
                <a:gd name="T10" fmla="*/ 14 w 50"/>
                <a:gd name="T11" fmla="*/ 38 h 38"/>
                <a:gd name="T12" fmla="*/ 36 w 50"/>
                <a:gd name="T13" fmla="*/ 38 h 38"/>
                <a:gd name="T14" fmla="*/ 50 w 50"/>
                <a:gd name="T15" fmla="*/ 38 h 38"/>
                <a:gd name="T16" fmla="*/ 43 w 50"/>
                <a:gd name="T1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" h="38">
                  <a:moveTo>
                    <a:pt x="43" y="0"/>
                  </a:moveTo>
                  <a:lnTo>
                    <a:pt x="36" y="0"/>
                  </a:lnTo>
                  <a:lnTo>
                    <a:pt x="14" y="0"/>
                  </a:lnTo>
                  <a:lnTo>
                    <a:pt x="7" y="0"/>
                  </a:lnTo>
                  <a:lnTo>
                    <a:pt x="0" y="38"/>
                  </a:lnTo>
                  <a:lnTo>
                    <a:pt x="14" y="38"/>
                  </a:lnTo>
                  <a:lnTo>
                    <a:pt x="36" y="38"/>
                  </a:lnTo>
                  <a:lnTo>
                    <a:pt x="50" y="38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  <p:sp>
          <p:nvSpPr>
            <p:cNvPr id="465" name="Freeform 306"/>
            <p:cNvSpPr/>
            <p:nvPr/>
          </p:nvSpPr>
          <p:spPr bwMode="auto">
            <a:xfrm>
              <a:off x="2964051" y="4430285"/>
              <a:ext cx="61805" cy="59636"/>
            </a:xfrm>
            <a:custGeom>
              <a:avLst/>
              <a:gdLst>
                <a:gd name="T0" fmla="*/ 33 w 57"/>
                <a:gd name="T1" fmla="*/ 0 h 55"/>
                <a:gd name="T2" fmla="*/ 26 w 57"/>
                <a:gd name="T3" fmla="*/ 5 h 55"/>
                <a:gd name="T4" fmla="*/ 7 w 57"/>
                <a:gd name="T5" fmla="*/ 14 h 55"/>
                <a:gd name="T6" fmla="*/ 0 w 57"/>
                <a:gd name="T7" fmla="*/ 19 h 55"/>
                <a:gd name="T8" fmla="*/ 14 w 57"/>
                <a:gd name="T9" fmla="*/ 55 h 55"/>
                <a:gd name="T10" fmla="*/ 28 w 57"/>
                <a:gd name="T11" fmla="*/ 47 h 55"/>
                <a:gd name="T12" fmla="*/ 45 w 57"/>
                <a:gd name="T13" fmla="*/ 38 h 55"/>
                <a:gd name="T14" fmla="*/ 57 w 57"/>
                <a:gd name="T15" fmla="*/ 31 h 55"/>
                <a:gd name="T16" fmla="*/ 33 w 57"/>
                <a:gd name="T17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" h="55">
                  <a:moveTo>
                    <a:pt x="33" y="0"/>
                  </a:moveTo>
                  <a:lnTo>
                    <a:pt x="26" y="5"/>
                  </a:lnTo>
                  <a:lnTo>
                    <a:pt x="7" y="14"/>
                  </a:lnTo>
                  <a:lnTo>
                    <a:pt x="0" y="19"/>
                  </a:lnTo>
                  <a:lnTo>
                    <a:pt x="14" y="55"/>
                  </a:lnTo>
                  <a:lnTo>
                    <a:pt x="28" y="47"/>
                  </a:lnTo>
                  <a:lnTo>
                    <a:pt x="45" y="38"/>
                  </a:lnTo>
                  <a:lnTo>
                    <a:pt x="57" y="31"/>
                  </a:lnTo>
                  <a:lnTo>
                    <a:pt x="3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  <p:sp>
          <p:nvSpPr>
            <p:cNvPr id="466" name="Freeform 307"/>
            <p:cNvSpPr/>
            <p:nvPr/>
          </p:nvSpPr>
          <p:spPr bwMode="auto">
            <a:xfrm>
              <a:off x="2909837" y="4479077"/>
              <a:ext cx="61805" cy="61805"/>
            </a:xfrm>
            <a:custGeom>
              <a:avLst/>
              <a:gdLst>
                <a:gd name="T0" fmla="*/ 19 w 57"/>
                <a:gd name="T1" fmla="*/ 0 h 57"/>
                <a:gd name="T2" fmla="*/ 15 w 57"/>
                <a:gd name="T3" fmla="*/ 7 h 57"/>
                <a:gd name="T4" fmla="*/ 5 w 57"/>
                <a:gd name="T5" fmla="*/ 26 h 57"/>
                <a:gd name="T6" fmla="*/ 0 w 57"/>
                <a:gd name="T7" fmla="*/ 33 h 57"/>
                <a:gd name="T8" fmla="*/ 31 w 57"/>
                <a:gd name="T9" fmla="*/ 57 h 57"/>
                <a:gd name="T10" fmla="*/ 38 w 57"/>
                <a:gd name="T11" fmla="*/ 45 h 57"/>
                <a:gd name="T12" fmla="*/ 50 w 57"/>
                <a:gd name="T13" fmla="*/ 26 h 57"/>
                <a:gd name="T14" fmla="*/ 57 w 57"/>
                <a:gd name="T15" fmla="*/ 14 h 57"/>
                <a:gd name="T16" fmla="*/ 19 w 57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" h="57">
                  <a:moveTo>
                    <a:pt x="19" y="0"/>
                  </a:moveTo>
                  <a:lnTo>
                    <a:pt x="15" y="7"/>
                  </a:lnTo>
                  <a:lnTo>
                    <a:pt x="5" y="26"/>
                  </a:lnTo>
                  <a:lnTo>
                    <a:pt x="0" y="33"/>
                  </a:lnTo>
                  <a:lnTo>
                    <a:pt x="31" y="57"/>
                  </a:lnTo>
                  <a:lnTo>
                    <a:pt x="38" y="45"/>
                  </a:lnTo>
                  <a:lnTo>
                    <a:pt x="50" y="26"/>
                  </a:lnTo>
                  <a:lnTo>
                    <a:pt x="57" y="14"/>
                  </a:lnTo>
                  <a:lnTo>
                    <a:pt x="1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  <p:sp>
          <p:nvSpPr>
            <p:cNvPr id="467" name="Freeform 308"/>
            <p:cNvSpPr/>
            <p:nvPr/>
          </p:nvSpPr>
          <p:spPr bwMode="auto">
            <a:xfrm>
              <a:off x="2897909" y="4550640"/>
              <a:ext cx="40119" cy="52046"/>
            </a:xfrm>
            <a:custGeom>
              <a:avLst/>
              <a:gdLst>
                <a:gd name="T0" fmla="*/ 0 w 37"/>
                <a:gd name="T1" fmla="*/ 5 h 48"/>
                <a:gd name="T2" fmla="*/ 0 w 37"/>
                <a:gd name="T3" fmla="*/ 14 h 48"/>
                <a:gd name="T4" fmla="*/ 0 w 37"/>
                <a:gd name="T5" fmla="*/ 33 h 48"/>
                <a:gd name="T6" fmla="*/ 0 w 37"/>
                <a:gd name="T7" fmla="*/ 43 h 48"/>
                <a:gd name="T8" fmla="*/ 37 w 37"/>
                <a:gd name="T9" fmla="*/ 48 h 48"/>
                <a:gd name="T10" fmla="*/ 37 w 37"/>
                <a:gd name="T11" fmla="*/ 33 h 48"/>
                <a:gd name="T12" fmla="*/ 37 w 37"/>
                <a:gd name="T13" fmla="*/ 14 h 48"/>
                <a:gd name="T14" fmla="*/ 37 w 37"/>
                <a:gd name="T15" fmla="*/ 0 h 48"/>
                <a:gd name="T16" fmla="*/ 0 w 37"/>
                <a:gd name="T17" fmla="*/ 5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" h="48">
                  <a:moveTo>
                    <a:pt x="0" y="5"/>
                  </a:moveTo>
                  <a:lnTo>
                    <a:pt x="0" y="14"/>
                  </a:lnTo>
                  <a:lnTo>
                    <a:pt x="0" y="33"/>
                  </a:lnTo>
                  <a:lnTo>
                    <a:pt x="0" y="43"/>
                  </a:lnTo>
                  <a:lnTo>
                    <a:pt x="37" y="48"/>
                  </a:lnTo>
                  <a:lnTo>
                    <a:pt x="37" y="33"/>
                  </a:lnTo>
                  <a:lnTo>
                    <a:pt x="37" y="14"/>
                  </a:lnTo>
                  <a:lnTo>
                    <a:pt x="37" y="0"/>
                  </a:lnTo>
                  <a:lnTo>
                    <a:pt x="0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  <p:sp>
          <p:nvSpPr>
            <p:cNvPr id="468" name="Freeform 309"/>
            <p:cNvSpPr/>
            <p:nvPr/>
          </p:nvSpPr>
          <p:spPr bwMode="auto">
            <a:xfrm>
              <a:off x="2905500" y="4612444"/>
              <a:ext cx="58551" cy="61805"/>
            </a:xfrm>
            <a:custGeom>
              <a:avLst/>
              <a:gdLst>
                <a:gd name="T0" fmla="*/ 0 w 54"/>
                <a:gd name="T1" fmla="*/ 26 h 57"/>
                <a:gd name="T2" fmla="*/ 4 w 54"/>
                <a:gd name="T3" fmla="*/ 33 h 57"/>
                <a:gd name="T4" fmla="*/ 14 w 54"/>
                <a:gd name="T5" fmla="*/ 50 h 57"/>
                <a:gd name="T6" fmla="*/ 19 w 54"/>
                <a:gd name="T7" fmla="*/ 57 h 57"/>
                <a:gd name="T8" fmla="*/ 54 w 54"/>
                <a:gd name="T9" fmla="*/ 43 h 57"/>
                <a:gd name="T10" fmla="*/ 47 w 54"/>
                <a:gd name="T11" fmla="*/ 31 h 57"/>
                <a:gd name="T12" fmla="*/ 37 w 54"/>
                <a:gd name="T13" fmla="*/ 14 h 57"/>
                <a:gd name="T14" fmla="*/ 30 w 54"/>
                <a:gd name="T15" fmla="*/ 0 h 57"/>
                <a:gd name="T16" fmla="*/ 0 w 54"/>
                <a:gd name="T17" fmla="*/ 2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57">
                  <a:moveTo>
                    <a:pt x="0" y="26"/>
                  </a:moveTo>
                  <a:lnTo>
                    <a:pt x="4" y="33"/>
                  </a:lnTo>
                  <a:lnTo>
                    <a:pt x="14" y="50"/>
                  </a:lnTo>
                  <a:lnTo>
                    <a:pt x="19" y="57"/>
                  </a:lnTo>
                  <a:lnTo>
                    <a:pt x="54" y="43"/>
                  </a:lnTo>
                  <a:lnTo>
                    <a:pt x="47" y="31"/>
                  </a:lnTo>
                  <a:lnTo>
                    <a:pt x="37" y="14"/>
                  </a:lnTo>
                  <a:lnTo>
                    <a:pt x="30" y="0"/>
                  </a:lnTo>
                  <a:lnTo>
                    <a:pt x="0" y="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  <p:sp>
          <p:nvSpPr>
            <p:cNvPr id="469" name="Freeform 310"/>
            <p:cNvSpPr/>
            <p:nvPr/>
          </p:nvSpPr>
          <p:spPr bwMode="auto">
            <a:xfrm>
              <a:off x="2954292" y="4668827"/>
              <a:ext cx="60720" cy="58551"/>
            </a:xfrm>
            <a:custGeom>
              <a:avLst/>
              <a:gdLst>
                <a:gd name="T0" fmla="*/ 0 w 56"/>
                <a:gd name="T1" fmla="*/ 35 h 54"/>
                <a:gd name="T2" fmla="*/ 7 w 56"/>
                <a:gd name="T3" fmla="*/ 40 h 54"/>
                <a:gd name="T4" fmla="*/ 26 w 56"/>
                <a:gd name="T5" fmla="*/ 50 h 54"/>
                <a:gd name="T6" fmla="*/ 30 w 56"/>
                <a:gd name="T7" fmla="*/ 54 h 54"/>
                <a:gd name="T8" fmla="*/ 56 w 56"/>
                <a:gd name="T9" fmla="*/ 24 h 54"/>
                <a:gd name="T10" fmla="*/ 45 w 56"/>
                <a:gd name="T11" fmla="*/ 17 h 54"/>
                <a:gd name="T12" fmla="*/ 26 w 56"/>
                <a:gd name="T13" fmla="*/ 7 h 54"/>
                <a:gd name="T14" fmla="*/ 14 w 56"/>
                <a:gd name="T15" fmla="*/ 0 h 54"/>
                <a:gd name="T16" fmla="*/ 0 w 56"/>
                <a:gd name="T17" fmla="*/ 3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4">
                  <a:moveTo>
                    <a:pt x="0" y="35"/>
                  </a:moveTo>
                  <a:lnTo>
                    <a:pt x="7" y="40"/>
                  </a:lnTo>
                  <a:lnTo>
                    <a:pt x="26" y="50"/>
                  </a:lnTo>
                  <a:lnTo>
                    <a:pt x="30" y="54"/>
                  </a:lnTo>
                  <a:lnTo>
                    <a:pt x="56" y="24"/>
                  </a:lnTo>
                  <a:lnTo>
                    <a:pt x="45" y="17"/>
                  </a:lnTo>
                  <a:lnTo>
                    <a:pt x="26" y="7"/>
                  </a:lnTo>
                  <a:lnTo>
                    <a:pt x="14" y="0"/>
                  </a:lnTo>
                  <a:lnTo>
                    <a:pt x="0" y="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  <p:sp>
          <p:nvSpPr>
            <p:cNvPr id="470" name="Freeform 311"/>
            <p:cNvSpPr/>
            <p:nvPr/>
          </p:nvSpPr>
          <p:spPr bwMode="auto">
            <a:xfrm>
              <a:off x="3022602" y="4699187"/>
              <a:ext cx="54214" cy="44456"/>
            </a:xfrm>
            <a:custGeom>
              <a:avLst/>
              <a:gdLst>
                <a:gd name="T0" fmla="*/ 8 w 50"/>
                <a:gd name="T1" fmla="*/ 41 h 41"/>
                <a:gd name="T2" fmla="*/ 15 w 50"/>
                <a:gd name="T3" fmla="*/ 41 h 41"/>
                <a:gd name="T4" fmla="*/ 36 w 50"/>
                <a:gd name="T5" fmla="*/ 41 h 41"/>
                <a:gd name="T6" fmla="*/ 43 w 50"/>
                <a:gd name="T7" fmla="*/ 41 h 41"/>
                <a:gd name="T8" fmla="*/ 50 w 50"/>
                <a:gd name="T9" fmla="*/ 0 h 41"/>
                <a:gd name="T10" fmla="*/ 36 w 50"/>
                <a:gd name="T11" fmla="*/ 0 h 41"/>
                <a:gd name="T12" fmla="*/ 15 w 50"/>
                <a:gd name="T13" fmla="*/ 0 h 41"/>
                <a:gd name="T14" fmla="*/ 0 w 50"/>
                <a:gd name="T15" fmla="*/ 0 h 41"/>
                <a:gd name="T16" fmla="*/ 8 w 50"/>
                <a:gd name="T17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" h="41">
                  <a:moveTo>
                    <a:pt x="8" y="41"/>
                  </a:moveTo>
                  <a:lnTo>
                    <a:pt x="15" y="41"/>
                  </a:lnTo>
                  <a:lnTo>
                    <a:pt x="36" y="41"/>
                  </a:lnTo>
                  <a:lnTo>
                    <a:pt x="43" y="41"/>
                  </a:lnTo>
                  <a:lnTo>
                    <a:pt x="50" y="0"/>
                  </a:lnTo>
                  <a:lnTo>
                    <a:pt x="36" y="0"/>
                  </a:lnTo>
                  <a:lnTo>
                    <a:pt x="15" y="0"/>
                  </a:lnTo>
                  <a:lnTo>
                    <a:pt x="0" y="0"/>
                  </a:lnTo>
                  <a:lnTo>
                    <a:pt x="8" y="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  <p:sp>
          <p:nvSpPr>
            <p:cNvPr id="471" name="Freeform 312"/>
            <p:cNvSpPr/>
            <p:nvPr/>
          </p:nvSpPr>
          <p:spPr bwMode="auto">
            <a:xfrm>
              <a:off x="3087659" y="4674248"/>
              <a:ext cx="60720" cy="58551"/>
            </a:xfrm>
            <a:custGeom>
              <a:avLst/>
              <a:gdLst>
                <a:gd name="T0" fmla="*/ 26 w 56"/>
                <a:gd name="T1" fmla="*/ 54 h 54"/>
                <a:gd name="T2" fmla="*/ 30 w 56"/>
                <a:gd name="T3" fmla="*/ 52 h 54"/>
                <a:gd name="T4" fmla="*/ 49 w 56"/>
                <a:gd name="T5" fmla="*/ 40 h 54"/>
                <a:gd name="T6" fmla="*/ 56 w 56"/>
                <a:gd name="T7" fmla="*/ 38 h 54"/>
                <a:gd name="T8" fmla="*/ 42 w 56"/>
                <a:gd name="T9" fmla="*/ 0 h 54"/>
                <a:gd name="T10" fmla="*/ 30 w 56"/>
                <a:gd name="T11" fmla="*/ 7 h 54"/>
                <a:gd name="T12" fmla="*/ 11 w 56"/>
                <a:gd name="T13" fmla="*/ 19 h 54"/>
                <a:gd name="T14" fmla="*/ 0 w 56"/>
                <a:gd name="T15" fmla="*/ 26 h 54"/>
                <a:gd name="T16" fmla="*/ 26 w 56"/>
                <a:gd name="T17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4">
                  <a:moveTo>
                    <a:pt x="26" y="54"/>
                  </a:moveTo>
                  <a:lnTo>
                    <a:pt x="30" y="52"/>
                  </a:lnTo>
                  <a:lnTo>
                    <a:pt x="49" y="40"/>
                  </a:lnTo>
                  <a:lnTo>
                    <a:pt x="56" y="38"/>
                  </a:lnTo>
                  <a:lnTo>
                    <a:pt x="42" y="0"/>
                  </a:lnTo>
                  <a:lnTo>
                    <a:pt x="30" y="7"/>
                  </a:lnTo>
                  <a:lnTo>
                    <a:pt x="11" y="19"/>
                  </a:lnTo>
                  <a:lnTo>
                    <a:pt x="0" y="26"/>
                  </a:lnTo>
                  <a:lnTo>
                    <a:pt x="26" y="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  <p:sp>
          <p:nvSpPr>
            <p:cNvPr id="472" name="Freeform 313"/>
            <p:cNvSpPr/>
            <p:nvPr/>
          </p:nvSpPr>
          <p:spPr bwMode="auto">
            <a:xfrm>
              <a:off x="3144042" y="4625456"/>
              <a:ext cx="58551" cy="58551"/>
            </a:xfrm>
            <a:custGeom>
              <a:avLst/>
              <a:gdLst>
                <a:gd name="T0" fmla="*/ 35 w 54"/>
                <a:gd name="T1" fmla="*/ 54 h 54"/>
                <a:gd name="T2" fmla="*/ 40 w 54"/>
                <a:gd name="T3" fmla="*/ 47 h 54"/>
                <a:gd name="T4" fmla="*/ 49 w 54"/>
                <a:gd name="T5" fmla="*/ 31 h 54"/>
                <a:gd name="T6" fmla="*/ 54 w 54"/>
                <a:gd name="T7" fmla="*/ 23 h 54"/>
                <a:gd name="T8" fmla="*/ 23 w 54"/>
                <a:gd name="T9" fmla="*/ 0 h 54"/>
                <a:gd name="T10" fmla="*/ 16 w 54"/>
                <a:gd name="T11" fmla="*/ 12 h 54"/>
                <a:gd name="T12" fmla="*/ 7 w 54"/>
                <a:gd name="T13" fmla="*/ 28 h 54"/>
                <a:gd name="T14" fmla="*/ 0 w 54"/>
                <a:gd name="T15" fmla="*/ 40 h 54"/>
                <a:gd name="T16" fmla="*/ 35 w 54"/>
                <a:gd name="T17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54">
                  <a:moveTo>
                    <a:pt x="35" y="54"/>
                  </a:moveTo>
                  <a:lnTo>
                    <a:pt x="40" y="47"/>
                  </a:lnTo>
                  <a:lnTo>
                    <a:pt x="49" y="31"/>
                  </a:lnTo>
                  <a:lnTo>
                    <a:pt x="54" y="23"/>
                  </a:lnTo>
                  <a:lnTo>
                    <a:pt x="23" y="0"/>
                  </a:lnTo>
                  <a:lnTo>
                    <a:pt x="16" y="12"/>
                  </a:lnTo>
                  <a:lnTo>
                    <a:pt x="7" y="28"/>
                  </a:lnTo>
                  <a:lnTo>
                    <a:pt x="0" y="40"/>
                  </a:lnTo>
                  <a:lnTo>
                    <a:pt x="35" y="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  <p:sp>
          <p:nvSpPr>
            <p:cNvPr id="473" name="Freeform 314"/>
            <p:cNvSpPr/>
            <p:nvPr/>
          </p:nvSpPr>
          <p:spPr bwMode="auto">
            <a:xfrm>
              <a:off x="3174402" y="4563651"/>
              <a:ext cx="43371" cy="50962"/>
            </a:xfrm>
            <a:custGeom>
              <a:avLst/>
              <a:gdLst>
                <a:gd name="T0" fmla="*/ 40 w 40"/>
                <a:gd name="T1" fmla="*/ 43 h 47"/>
                <a:gd name="T2" fmla="*/ 40 w 40"/>
                <a:gd name="T3" fmla="*/ 33 h 47"/>
                <a:gd name="T4" fmla="*/ 40 w 40"/>
                <a:gd name="T5" fmla="*/ 14 h 47"/>
                <a:gd name="T6" fmla="*/ 40 w 40"/>
                <a:gd name="T7" fmla="*/ 5 h 47"/>
                <a:gd name="T8" fmla="*/ 0 w 40"/>
                <a:gd name="T9" fmla="*/ 0 h 47"/>
                <a:gd name="T10" fmla="*/ 0 w 40"/>
                <a:gd name="T11" fmla="*/ 14 h 47"/>
                <a:gd name="T12" fmla="*/ 0 w 40"/>
                <a:gd name="T13" fmla="*/ 33 h 47"/>
                <a:gd name="T14" fmla="*/ 0 w 40"/>
                <a:gd name="T15" fmla="*/ 47 h 47"/>
                <a:gd name="T16" fmla="*/ 40 w 40"/>
                <a:gd name="T17" fmla="*/ 43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" h="47">
                  <a:moveTo>
                    <a:pt x="40" y="43"/>
                  </a:moveTo>
                  <a:lnTo>
                    <a:pt x="40" y="33"/>
                  </a:lnTo>
                  <a:lnTo>
                    <a:pt x="40" y="14"/>
                  </a:lnTo>
                  <a:lnTo>
                    <a:pt x="40" y="5"/>
                  </a:lnTo>
                  <a:lnTo>
                    <a:pt x="0" y="0"/>
                  </a:lnTo>
                  <a:lnTo>
                    <a:pt x="0" y="14"/>
                  </a:lnTo>
                  <a:lnTo>
                    <a:pt x="0" y="33"/>
                  </a:lnTo>
                  <a:lnTo>
                    <a:pt x="0" y="47"/>
                  </a:lnTo>
                  <a:lnTo>
                    <a:pt x="40" y="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  <p:sp>
          <p:nvSpPr>
            <p:cNvPr id="474" name="Freeform 315"/>
            <p:cNvSpPr/>
            <p:nvPr/>
          </p:nvSpPr>
          <p:spPr bwMode="auto">
            <a:xfrm>
              <a:off x="3148379" y="4492088"/>
              <a:ext cx="59636" cy="58551"/>
            </a:xfrm>
            <a:custGeom>
              <a:avLst/>
              <a:gdLst>
                <a:gd name="T0" fmla="*/ 55 w 55"/>
                <a:gd name="T1" fmla="*/ 31 h 54"/>
                <a:gd name="T2" fmla="*/ 52 w 55"/>
                <a:gd name="T3" fmla="*/ 24 h 54"/>
                <a:gd name="T4" fmla="*/ 40 w 55"/>
                <a:gd name="T5" fmla="*/ 7 h 54"/>
                <a:gd name="T6" fmla="*/ 38 w 55"/>
                <a:gd name="T7" fmla="*/ 0 h 54"/>
                <a:gd name="T8" fmla="*/ 0 w 55"/>
                <a:gd name="T9" fmla="*/ 14 h 54"/>
                <a:gd name="T10" fmla="*/ 7 w 55"/>
                <a:gd name="T11" fmla="*/ 26 h 54"/>
                <a:gd name="T12" fmla="*/ 17 w 55"/>
                <a:gd name="T13" fmla="*/ 42 h 54"/>
                <a:gd name="T14" fmla="*/ 24 w 55"/>
                <a:gd name="T15" fmla="*/ 54 h 54"/>
                <a:gd name="T16" fmla="*/ 55 w 55"/>
                <a:gd name="T17" fmla="*/ 31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5" h="54">
                  <a:moveTo>
                    <a:pt x="55" y="31"/>
                  </a:moveTo>
                  <a:lnTo>
                    <a:pt x="52" y="24"/>
                  </a:lnTo>
                  <a:lnTo>
                    <a:pt x="40" y="7"/>
                  </a:lnTo>
                  <a:lnTo>
                    <a:pt x="38" y="0"/>
                  </a:lnTo>
                  <a:lnTo>
                    <a:pt x="0" y="14"/>
                  </a:lnTo>
                  <a:lnTo>
                    <a:pt x="7" y="26"/>
                  </a:lnTo>
                  <a:lnTo>
                    <a:pt x="17" y="42"/>
                  </a:lnTo>
                  <a:lnTo>
                    <a:pt x="24" y="54"/>
                  </a:lnTo>
                  <a:lnTo>
                    <a:pt x="55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  <p:sp>
          <p:nvSpPr>
            <p:cNvPr id="475" name="Freeform 316"/>
            <p:cNvSpPr/>
            <p:nvPr/>
          </p:nvSpPr>
          <p:spPr bwMode="auto">
            <a:xfrm>
              <a:off x="3097418" y="4437874"/>
              <a:ext cx="61805" cy="59636"/>
            </a:xfrm>
            <a:custGeom>
              <a:avLst/>
              <a:gdLst>
                <a:gd name="T0" fmla="*/ 57 w 57"/>
                <a:gd name="T1" fmla="*/ 17 h 55"/>
                <a:gd name="T2" fmla="*/ 50 w 57"/>
                <a:gd name="T3" fmla="*/ 14 h 55"/>
                <a:gd name="T4" fmla="*/ 33 w 57"/>
                <a:gd name="T5" fmla="*/ 3 h 55"/>
                <a:gd name="T6" fmla="*/ 26 w 57"/>
                <a:gd name="T7" fmla="*/ 0 h 55"/>
                <a:gd name="T8" fmla="*/ 0 w 57"/>
                <a:gd name="T9" fmla="*/ 31 h 55"/>
                <a:gd name="T10" fmla="*/ 14 w 57"/>
                <a:gd name="T11" fmla="*/ 38 h 55"/>
                <a:gd name="T12" fmla="*/ 31 w 57"/>
                <a:gd name="T13" fmla="*/ 48 h 55"/>
                <a:gd name="T14" fmla="*/ 43 w 57"/>
                <a:gd name="T15" fmla="*/ 55 h 55"/>
                <a:gd name="T16" fmla="*/ 57 w 57"/>
                <a:gd name="T17" fmla="*/ 1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" h="55">
                  <a:moveTo>
                    <a:pt x="57" y="17"/>
                  </a:moveTo>
                  <a:lnTo>
                    <a:pt x="50" y="14"/>
                  </a:lnTo>
                  <a:lnTo>
                    <a:pt x="33" y="3"/>
                  </a:lnTo>
                  <a:lnTo>
                    <a:pt x="26" y="0"/>
                  </a:lnTo>
                  <a:lnTo>
                    <a:pt x="0" y="31"/>
                  </a:lnTo>
                  <a:lnTo>
                    <a:pt x="14" y="38"/>
                  </a:lnTo>
                  <a:lnTo>
                    <a:pt x="31" y="48"/>
                  </a:lnTo>
                  <a:lnTo>
                    <a:pt x="43" y="55"/>
                  </a:lnTo>
                  <a:lnTo>
                    <a:pt x="57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  <p:sp>
          <p:nvSpPr>
            <p:cNvPr id="476" name="Freeform 317"/>
            <p:cNvSpPr>
              <a:spLocks noEditPoints="1"/>
            </p:cNvSpPr>
            <p:nvPr/>
          </p:nvSpPr>
          <p:spPr bwMode="auto">
            <a:xfrm>
              <a:off x="2926101" y="4448717"/>
              <a:ext cx="263481" cy="266734"/>
            </a:xfrm>
            <a:custGeom>
              <a:avLst/>
              <a:gdLst>
                <a:gd name="T0" fmla="*/ 51 w 103"/>
                <a:gd name="T1" fmla="*/ 104 h 104"/>
                <a:gd name="T2" fmla="*/ 0 w 103"/>
                <a:gd name="T3" fmla="*/ 52 h 104"/>
                <a:gd name="T4" fmla="*/ 51 w 103"/>
                <a:gd name="T5" fmla="*/ 0 h 104"/>
                <a:gd name="T6" fmla="*/ 103 w 103"/>
                <a:gd name="T7" fmla="*/ 52 h 104"/>
                <a:gd name="T8" fmla="*/ 51 w 103"/>
                <a:gd name="T9" fmla="*/ 104 h 104"/>
                <a:gd name="T10" fmla="*/ 51 w 103"/>
                <a:gd name="T11" fmla="*/ 16 h 104"/>
                <a:gd name="T12" fmla="*/ 15 w 103"/>
                <a:gd name="T13" fmla="*/ 52 h 104"/>
                <a:gd name="T14" fmla="*/ 51 w 103"/>
                <a:gd name="T15" fmla="*/ 89 h 104"/>
                <a:gd name="T16" fmla="*/ 87 w 103"/>
                <a:gd name="T17" fmla="*/ 52 h 104"/>
                <a:gd name="T18" fmla="*/ 51 w 103"/>
                <a:gd name="T19" fmla="*/ 16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3" h="104">
                  <a:moveTo>
                    <a:pt x="51" y="104"/>
                  </a:moveTo>
                  <a:cubicBezTo>
                    <a:pt x="23" y="104"/>
                    <a:pt x="0" y="81"/>
                    <a:pt x="0" y="52"/>
                  </a:cubicBezTo>
                  <a:cubicBezTo>
                    <a:pt x="0" y="24"/>
                    <a:pt x="23" y="0"/>
                    <a:pt x="51" y="0"/>
                  </a:cubicBezTo>
                  <a:cubicBezTo>
                    <a:pt x="80" y="0"/>
                    <a:pt x="103" y="24"/>
                    <a:pt x="103" y="52"/>
                  </a:cubicBezTo>
                  <a:cubicBezTo>
                    <a:pt x="103" y="81"/>
                    <a:pt x="80" y="104"/>
                    <a:pt x="51" y="104"/>
                  </a:cubicBezTo>
                  <a:close/>
                  <a:moveTo>
                    <a:pt x="51" y="16"/>
                  </a:moveTo>
                  <a:cubicBezTo>
                    <a:pt x="31" y="16"/>
                    <a:pt x="15" y="32"/>
                    <a:pt x="15" y="52"/>
                  </a:cubicBezTo>
                  <a:cubicBezTo>
                    <a:pt x="15" y="73"/>
                    <a:pt x="31" y="89"/>
                    <a:pt x="51" y="89"/>
                  </a:cubicBezTo>
                  <a:cubicBezTo>
                    <a:pt x="71" y="89"/>
                    <a:pt x="87" y="73"/>
                    <a:pt x="87" y="52"/>
                  </a:cubicBezTo>
                  <a:cubicBezTo>
                    <a:pt x="87" y="32"/>
                    <a:pt x="71" y="16"/>
                    <a:pt x="51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  <p:sp>
          <p:nvSpPr>
            <p:cNvPr id="477" name="Oval 318"/>
            <p:cNvSpPr>
              <a:spLocks noChangeArrowheads="1"/>
            </p:cNvSpPr>
            <p:nvPr/>
          </p:nvSpPr>
          <p:spPr bwMode="auto">
            <a:xfrm>
              <a:off x="2999832" y="4525702"/>
              <a:ext cx="112766" cy="11276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</p:grpSp>
      <p:grpSp>
        <p:nvGrpSpPr>
          <p:cNvPr id="478" name="组合 477"/>
          <p:cNvGrpSpPr/>
          <p:nvPr/>
        </p:nvGrpSpPr>
        <p:grpSpPr>
          <a:xfrm>
            <a:off x="8429333" y="3885003"/>
            <a:ext cx="269253" cy="231621"/>
            <a:chOff x="3787022" y="1797643"/>
            <a:chExt cx="550817" cy="473832"/>
          </a:xfrm>
        </p:grpSpPr>
        <p:sp>
          <p:nvSpPr>
            <p:cNvPr id="479" name="Oval 217"/>
            <p:cNvSpPr>
              <a:spLocks noChangeArrowheads="1"/>
            </p:cNvSpPr>
            <p:nvPr/>
          </p:nvSpPr>
          <p:spPr bwMode="auto">
            <a:xfrm>
              <a:off x="4007132" y="1931010"/>
              <a:ext cx="108428" cy="135536"/>
            </a:xfrm>
            <a:prstGeom prst="ellipse">
              <a:avLst/>
            </a:prstGeom>
            <a:solidFill>
              <a:srgbClr val="4249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  <p:sp>
          <p:nvSpPr>
            <p:cNvPr id="480" name="Freeform 218"/>
            <p:cNvSpPr/>
            <p:nvPr/>
          </p:nvSpPr>
          <p:spPr bwMode="auto">
            <a:xfrm>
              <a:off x="4079779" y="2081725"/>
              <a:ext cx="96502" cy="133367"/>
            </a:xfrm>
            <a:custGeom>
              <a:avLst/>
              <a:gdLst>
                <a:gd name="T0" fmla="*/ 36 w 38"/>
                <a:gd name="T1" fmla="*/ 12 h 52"/>
                <a:gd name="T2" fmla="*/ 24 w 38"/>
                <a:gd name="T3" fmla="*/ 1 h 52"/>
                <a:gd name="T4" fmla="*/ 12 w 38"/>
                <a:gd name="T5" fmla="*/ 1 h 52"/>
                <a:gd name="T6" fmla="*/ 20 w 38"/>
                <a:gd name="T7" fmla="*/ 7 h 52"/>
                <a:gd name="T8" fmla="*/ 9 w 38"/>
                <a:gd name="T9" fmla="*/ 13 h 52"/>
                <a:gd name="T10" fmla="*/ 14 w 38"/>
                <a:gd name="T11" fmla="*/ 21 h 52"/>
                <a:gd name="T12" fmla="*/ 0 w 38"/>
                <a:gd name="T13" fmla="*/ 52 h 52"/>
                <a:gd name="T14" fmla="*/ 0 w 38"/>
                <a:gd name="T15" fmla="*/ 52 h 52"/>
                <a:gd name="T16" fmla="*/ 38 w 38"/>
                <a:gd name="T17" fmla="*/ 37 h 52"/>
                <a:gd name="T18" fmla="*/ 36 w 38"/>
                <a:gd name="T19" fmla="*/ 1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52">
                  <a:moveTo>
                    <a:pt x="36" y="12"/>
                  </a:moveTo>
                  <a:cubicBezTo>
                    <a:pt x="36" y="5"/>
                    <a:pt x="30" y="0"/>
                    <a:pt x="24" y="1"/>
                  </a:cubicBezTo>
                  <a:cubicBezTo>
                    <a:pt x="24" y="1"/>
                    <a:pt x="19" y="1"/>
                    <a:pt x="12" y="1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15" y="51"/>
                    <a:pt x="28" y="45"/>
                    <a:pt x="38" y="37"/>
                  </a:cubicBezTo>
                  <a:lnTo>
                    <a:pt x="36" y="12"/>
                  </a:lnTo>
                  <a:close/>
                </a:path>
              </a:pathLst>
            </a:custGeom>
            <a:solidFill>
              <a:srgbClr val="4249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  <p:sp>
          <p:nvSpPr>
            <p:cNvPr id="481" name="Freeform 219"/>
            <p:cNvSpPr/>
            <p:nvPr/>
          </p:nvSpPr>
          <p:spPr bwMode="auto">
            <a:xfrm>
              <a:off x="3948581" y="2081725"/>
              <a:ext cx="95417" cy="133367"/>
            </a:xfrm>
            <a:custGeom>
              <a:avLst/>
              <a:gdLst>
                <a:gd name="T0" fmla="*/ 23 w 37"/>
                <a:gd name="T1" fmla="*/ 21 h 52"/>
                <a:gd name="T2" fmla="*/ 28 w 37"/>
                <a:gd name="T3" fmla="*/ 13 h 52"/>
                <a:gd name="T4" fmla="*/ 17 w 37"/>
                <a:gd name="T5" fmla="*/ 7 h 52"/>
                <a:gd name="T6" fmla="*/ 25 w 37"/>
                <a:gd name="T7" fmla="*/ 0 h 52"/>
                <a:gd name="T8" fmla="*/ 15 w 37"/>
                <a:gd name="T9" fmla="*/ 1 h 52"/>
                <a:gd name="T10" fmla="*/ 15 w 37"/>
                <a:gd name="T11" fmla="*/ 1 h 52"/>
                <a:gd name="T12" fmla="*/ 2 w 37"/>
                <a:gd name="T13" fmla="*/ 12 h 52"/>
                <a:gd name="T14" fmla="*/ 0 w 37"/>
                <a:gd name="T15" fmla="*/ 37 h 52"/>
                <a:gd name="T16" fmla="*/ 37 w 37"/>
                <a:gd name="T17" fmla="*/ 52 h 52"/>
                <a:gd name="T18" fmla="*/ 37 w 37"/>
                <a:gd name="T19" fmla="*/ 52 h 52"/>
                <a:gd name="T20" fmla="*/ 23 w 37"/>
                <a:gd name="T21" fmla="*/ 21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" h="52">
                  <a:moveTo>
                    <a:pt x="23" y="21"/>
                  </a:moveTo>
                  <a:cubicBezTo>
                    <a:pt x="28" y="13"/>
                    <a:pt x="28" y="13"/>
                    <a:pt x="28" y="13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9" y="0"/>
                    <a:pt x="15" y="0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8" y="0"/>
                    <a:pt x="3" y="5"/>
                    <a:pt x="2" y="12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10" y="46"/>
                    <a:pt x="23" y="51"/>
                    <a:pt x="37" y="52"/>
                  </a:cubicBezTo>
                  <a:cubicBezTo>
                    <a:pt x="37" y="52"/>
                    <a:pt x="37" y="52"/>
                    <a:pt x="37" y="52"/>
                  </a:cubicBezTo>
                  <a:lnTo>
                    <a:pt x="23" y="21"/>
                  </a:lnTo>
                  <a:close/>
                </a:path>
              </a:pathLst>
            </a:custGeom>
            <a:solidFill>
              <a:srgbClr val="4249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  <p:sp>
          <p:nvSpPr>
            <p:cNvPr id="482" name="Freeform 220"/>
            <p:cNvSpPr/>
            <p:nvPr/>
          </p:nvSpPr>
          <p:spPr bwMode="auto">
            <a:xfrm>
              <a:off x="4043998" y="2081725"/>
              <a:ext cx="35782" cy="28191"/>
            </a:xfrm>
            <a:custGeom>
              <a:avLst/>
              <a:gdLst>
                <a:gd name="T0" fmla="*/ 28 w 33"/>
                <a:gd name="T1" fmla="*/ 26 h 26"/>
                <a:gd name="T2" fmla="*/ 28 w 33"/>
                <a:gd name="T3" fmla="*/ 26 h 26"/>
                <a:gd name="T4" fmla="*/ 33 w 33"/>
                <a:gd name="T5" fmla="*/ 24 h 26"/>
                <a:gd name="T6" fmla="*/ 28 w 33"/>
                <a:gd name="T7" fmla="*/ 0 h 26"/>
                <a:gd name="T8" fmla="*/ 7 w 33"/>
                <a:gd name="T9" fmla="*/ 0 h 26"/>
                <a:gd name="T10" fmla="*/ 0 w 33"/>
                <a:gd name="T11" fmla="*/ 24 h 26"/>
                <a:gd name="T12" fmla="*/ 4 w 33"/>
                <a:gd name="T13" fmla="*/ 26 h 26"/>
                <a:gd name="T14" fmla="*/ 4 w 33"/>
                <a:gd name="T15" fmla="*/ 26 h 26"/>
                <a:gd name="T16" fmla="*/ 28 w 33"/>
                <a:gd name="T17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" h="26">
                  <a:moveTo>
                    <a:pt x="28" y="26"/>
                  </a:moveTo>
                  <a:lnTo>
                    <a:pt x="28" y="26"/>
                  </a:lnTo>
                  <a:lnTo>
                    <a:pt x="33" y="24"/>
                  </a:lnTo>
                  <a:lnTo>
                    <a:pt x="28" y="0"/>
                  </a:lnTo>
                  <a:lnTo>
                    <a:pt x="7" y="0"/>
                  </a:lnTo>
                  <a:lnTo>
                    <a:pt x="0" y="24"/>
                  </a:lnTo>
                  <a:lnTo>
                    <a:pt x="4" y="26"/>
                  </a:lnTo>
                  <a:lnTo>
                    <a:pt x="4" y="26"/>
                  </a:lnTo>
                  <a:lnTo>
                    <a:pt x="28" y="26"/>
                  </a:lnTo>
                  <a:close/>
                </a:path>
              </a:pathLst>
            </a:custGeom>
            <a:solidFill>
              <a:srgbClr val="4249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  <p:sp>
          <p:nvSpPr>
            <p:cNvPr id="483" name="Freeform 221"/>
            <p:cNvSpPr/>
            <p:nvPr/>
          </p:nvSpPr>
          <p:spPr bwMode="auto">
            <a:xfrm>
              <a:off x="4043998" y="2109916"/>
              <a:ext cx="35782" cy="108428"/>
            </a:xfrm>
            <a:custGeom>
              <a:avLst/>
              <a:gdLst>
                <a:gd name="T0" fmla="*/ 12 w 14"/>
                <a:gd name="T1" fmla="*/ 0 h 42"/>
                <a:gd name="T2" fmla="*/ 12 w 14"/>
                <a:gd name="T3" fmla="*/ 0 h 42"/>
                <a:gd name="T4" fmla="*/ 2 w 14"/>
                <a:gd name="T5" fmla="*/ 0 h 42"/>
                <a:gd name="T6" fmla="*/ 2 w 14"/>
                <a:gd name="T7" fmla="*/ 0 h 42"/>
                <a:gd name="T8" fmla="*/ 0 w 14"/>
                <a:gd name="T9" fmla="*/ 41 h 42"/>
                <a:gd name="T10" fmla="*/ 0 w 14"/>
                <a:gd name="T11" fmla="*/ 41 h 42"/>
                <a:gd name="T12" fmla="*/ 7 w 14"/>
                <a:gd name="T13" fmla="*/ 42 h 42"/>
                <a:gd name="T14" fmla="*/ 14 w 14"/>
                <a:gd name="T15" fmla="*/ 41 h 42"/>
                <a:gd name="T16" fmla="*/ 14 w 14"/>
                <a:gd name="T17" fmla="*/ 41 h 42"/>
                <a:gd name="T18" fmla="*/ 12 w 14"/>
                <a:gd name="T19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42">
                  <a:moveTo>
                    <a:pt x="12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3" y="42"/>
                    <a:pt x="5" y="42"/>
                    <a:pt x="7" y="42"/>
                  </a:cubicBezTo>
                  <a:cubicBezTo>
                    <a:pt x="10" y="42"/>
                    <a:pt x="12" y="42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4249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  <p:sp>
          <p:nvSpPr>
            <p:cNvPr id="484" name="Freeform 222"/>
            <p:cNvSpPr/>
            <p:nvPr/>
          </p:nvSpPr>
          <p:spPr bwMode="auto">
            <a:xfrm>
              <a:off x="3826056" y="2032933"/>
              <a:ext cx="460821" cy="238542"/>
            </a:xfrm>
            <a:custGeom>
              <a:avLst/>
              <a:gdLst>
                <a:gd name="T0" fmla="*/ 92 w 180"/>
                <a:gd name="T1" fmla="*/ 93 h 93"/>
                <a:gd name="T2" fmla="*/ 0 w 180"/>
                <a:gd name="T3" fmla="*/ 0 h 93"/>
                <a:gd name="T4" fmla="*/ 23 w 180"/>
                <a:gd name="T5" fmla="*/ 0 h 93"/>
                <a:gd name="T6" fmla="*/ 92 w 180"/>
                <a:gd name="T7" fmla="*/ 70 h 93"/>
                <a:gd name="T8" fmla="*/ 158 w 180"/>
                <a:gd name="T9" fmla="*/ 22 h 93"/>
                <a:gd name="T10" fmla="*/ 180 w 180"/>
                <a:gd name="T11" fmla="*/ 30 h 93"/>
                <a:gd name="T12" fmla="*/ 92 w 180"/>
                <a:gd name="T13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" h="93">
                  <a:moveTo>
                    <a:pt x="92" y="93"/>
                  </a:moveTo>
                  <a:cubicBezTo>
                    <a:pt x="41" y="93"/>
                    <a:pt x="0" y="51"/>
                    <a:pt x="0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39"/>
                    <a:pt x="54" y="70"/>
                    <a:pt x="92" y="70"/>
                  </a:cubicBezTo>
                  <a:cubicBezTo>
                    <a:pt x="122" y="70"/>
                    <a:pt x="149" y="51"/>
                    <a:pt x="158" y="22"/>
                  </a:cubicBezTo>
                  <a:cubicBezTo>
                    <a:pt x="180" y="30"/>
                    <a:pt x="180" y="30"/>
                    <a:pt x="180" y="30"/>
                  </a:cubicBezTo>
                  <a:cubicBezTo>
                    <a:pt x="168" y="67"/>
                    <a:pt x="132" y="93"/>
                    <a:pt x="92" y="93"/>
                  </a:cubicBezTo>
                  <a:close/>
                </a:path>
              </a:pathLst>
            </a:custGeom>
            <a:solidFill>
              <a:srgbClr val="4249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  <p:sp>
          <p:nvSpPr>
            <p:cNvPr id="485" name="Freeform 223"/>
            <p:cNvSpPr/>
            <p:nvPr/>
          </p:nvSpPr>
          <p:spPr bwMode="auto">
            <a:xfrm>
              <a:off x="3787022" y="1979802"/>
              <a:ext cx="133367" cy="66142"/>
            </a:xfrm>
            <a:custGeom>
              <a:avLst/>
              <a:gdLst>
                <a:gd name="T0" fmla="*/ 123 w 123"/>
                <a:gd name="T1" fmla="*/ 61 h 61"/>
                <a:gd name="T2" fmla="*/ 62 w 123"/>
                <a:gd name="T3" fmla="*/ 0 h 61"/>
                <a:gd name="T4" fmla="*/ 0 w 123"/>
                <a:gd name="T5" fmla="*/ 61 h 61"/>
                <a:gd name="T6" fmla="*/ 123 w 123"/>
                <a:gd name="T7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61">
                  <a:moveTo>
                    <a:pt x="123" y="61"/>
                  </a:moveTo>
                  <a:lnTo>
                    <a:pt x="62" y="0"/>
                  </a:lnTo>
                  <a:lnTo>
                    <a:pt x="0" y="61"/>
                  </a:lnTo>
                  <a:lnTo>
                    <a:pt x="123" y="61"/>
                  </a:lnTo>
                  <a:close/>
                </a:path>
              </a:pathLst>
            </a:custGeom>
            <a:solidFill>
              <a:srgbClr val="4249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  <p:sp>
          <p:nvSpPr>
            <p:cNvPr id="486" name="Freeform 224"/>
            <p:cNvSpPr/>
            <p:nvPr/>
          </p:nvSpPr>
          <p:spPr bwMode="auto">
            <a:xfrm>
              <a:off x="3837984" y="1797643"/>
              <a:ext cx="461905" cy="235290"/>
            </a:xfrm>
            <a:custGeom>
              <a:avLst/>
              <a:gdLst>
                <a:gd name="T0" fmla="*/ 180 w 180"/>
                <a:gd name="T1" fmla="*/ 92 h 92"/>
                <a:gd name="T2" fmla="*/ 157 w 180"/>
                <a:gd name="T3" fmla="*/ 92 h 92"/>
                <a:gd name="T4" fmla="*/ 88 w 180"/>
                <a:gd name="T5" fmla="*/ 23 h 92"/>
                <a:gd name="T6" fmla="*/ 21 w 180"/>
                <a:gd name="T7" fmla="*/ 70 h 92"/>
                <a:gd name="T8" fmla="*/ 0 w 180"/>
                <a:gd name="T9" fmla="*/ 63 h 92"/>
                <a:gd name="T10" fmla="*/ 88 w 180"/>
                <a:gd name="T11" fmla="*/ 0 h 92"/>
                <a:gd name="T12" fmla="*/ 180 w 180"/>
                <a:gd name="T13" fmla="*/ 92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" h="92">
                  <a:moveTo>
                    <a:pt x="180" y="92"/>
                  </a:moveTo>
                  <a:cubicBezTo>
                    <a:pt x="157" y="92"/>
                    <a:pt x="157" y="92"/>
                    <a:pt x="157" y="92"/>
                  </a:cubicBezTo>
                  <a:cubicBezTo>
                    <a:pt x="157" y="54"/>
                    <a:pt x="126" y="23"/>
                    <a:pt x="88" y="23"/>
                  </a:cubicBezTo>
                  <a:cubicBezTo>
                    <a:pt x="57" y="23"/>
                    <a:pt x="31" y="42"/>
                    <a:pt x="21" y="70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12" y="25"/>
                    <a:pt x="48" y="0"/>
                    <a:pt x="88" y="0"/>
                  </a:cubicBezTo>
                  <a:cubicBezTo>
                    <a:pt x="139" y="0"/>
                    <a:pt x="180" y="41"/>
                    <a:pt x="180" y="92"/>
                  </a:cubicBezTo>
                  <a:close/>
                </a:path>
              </a:pathLst>
            </a:custGeom>
            <a:solidFill>
              <a:srgbClr val="4249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  <p:sp>
          <p:nvSpPr>
            <p:cNvPr id="487" name="Freeform 225"/>
            <p:cNvSpPr/>
            <p:nvPr/>
          </p:nvSpPr>
          <p:spPr bwMode="auto">
            <a:xfrm>
              <a:off x="4202303" y="2021005"/>
              <a:ext cx="135536" cy="68310"/>
            </a:xfrm>
            <a:custGeom>
              <a:avLst/>
              <a:gdLst>
                <a:gd name="T0" fmla="*/ 0 w 125"/>
                <a:gd name="T1" fmla="*/ 0 h 63"/>
                <a:gd name="T2" fmla="*/ 64 w 125"/>
                <a:gd name="T3" fmla="*/ 63 h 63"/>
                <a:gd name="T4" fmla="*/ 125 w 125"/>
                <a:gd name="T5" fmla="*/ 0 h 63"/>
                <a:gd name="T6" fmla="*/ 0 w 125"/>
                <a:gd name="T7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5" h="63">
                  <a:moveTo>
                    <a:pt x="0" y="0"/>
                  </a:moveTo>
                  <a:lnTo>
                    <a:pt x="64" y="63"/>
                  </a:lnTo>
                  <a:lnTo>
                    <a:pt x="1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249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4795" tIns="32398" rIns="64795" bIns="32398" numCol="1" anchor="t" anchorCtr="0" compatLnSpc="1"/>
            <a:lstStyle/>
            <a:p>
              <a:endParaRPr lang="zh-CN" altLang="en-US" sz="1346">
                <a:solidFill>
                  <a:srgbClr val="000000"/>
                </a:solidFill>
              </a:endParaRPr>
            </a:p>
          </p:txBody>
        </p:sp>
      </p:grpSp>
      <p:sp>
        <p:nvSpPr>
          <p:cNvPr id="430" name="TextBox 42"/>
          <p:cNvSpPr txBox="1"/>
          <p:nvPr/>
        </p:nvSpPr>
        <p:spPr>
          <a:xfrm>
            <a:off x="2232149" y="3065996"/>
            <a:ext cx="4409524" cy="715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049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数据库的创建</a:t>
            </a:r>
          </a:p>
        </p:txBody>
      </p:sp>
      <p:sp>
        <p:nvSpPr>
          <p:cNvPr id="432" name="文本框 20"/>
          <p:cNvSpPr txBox="1"/>
          <p:nvPr/>
        </p:nvSpPr>
        <p:spPr>
          <a:xfrm>
            <a:off x="-240704" y="2259406"/>
            <a:ext cx="6882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600">
                <a:solidFill>
                  <a:srgbClr val="0070C0"/>
                </a:solidFill>
                <a:latin typeface="ITC Avant Garde Std Md" panose="020B0602020202020204" pitchFamily="34" charset="0"/>
                <a:ea typeface="造字工房典黑（非商用）常规体" pitchFamily="2" charset="-122"/>
              </a:rPr>
              <a:t>25-26-02  </a:t>
            </a:r>
            <a:r>
              <a:rPr lang="en-US" altLang="zh-CN" sz="3600" dirty="0">
                <a:solidFill>
                  <a:srgbClr val="0070C0"/>
                </a:solidFill>
                <a:latin typeface="ITC Avant Garde Std Md" panose="020B0602020202020204" pitchFamily="34" charset="0"/>
                <a:ea typeface="造字工房典黑（非商用）常规体" pitchFamily="2" charset="-122"/>
              </a:rPr>
              <a:t>web</a:t>
            </a:r>
            <a:r>
              <a:rPr lang="zh-CN" altLang="en-US" sz="3600" dirty="0">
                <a:solidFill>
                  <a:srgbClr val="0070C0"/>
                </a:solidFill>
                <a:latin typeface="ITC Avant Garde Std Md" panose="020B0602020202020204" pitchFamily="34" charset="0"/>
                <a:ea typeface="造字工房典黑（非商用）常规体" pitchFamily="2" charset="-122"/>
              </a:rPr>
              <a:t>项目应用</a:t>
            </a:r>
            <a:endParaRPr lang="zh-CN" altLang="en-US" sz="5998" dirty="0">
              <a:solidFill>
                <a:srgbClr val="0070C0"/>
              </a:solidFill>
              <a:latin typeface="ITC Avant Garde Std Md" panose="020B0602020202020204" pitchFamily="34" charset="0"/>
              <a:ea typeface="造字工房典黑（非商用）常规体" pitchFamily="2" charset="-122"/>
            </a:endParaRPr>
          </a:p>
        </p:txBody>
      </p:sp>
      <p:sp>
        <p:nvSpPr>
          <p:cNvPr id="433" name="TextBox 1"/>
          <p:cNvSpPr txBox="1"/>
          <p:nvPr/>
        </p:nvSpPr>
        <p:spPr>
          <a:xfrm>
            <a:off x="3215407" y="4354894"/>
            <a:ext cx="340622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3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桂荣</a:t>
            </a:r>
            <a:r>
              <a:rPr lang="zh-CN" altLang="en-US" sz="135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枝 </a:t>
            </a:r>
            <a:r>
              <a:rPr lang="en-US" altLang="zh-CN" sz="135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2026-3-14</a:t>
            </a:r>
            <a:endParaRPr lang="zh-CN" altLang="en-US" sz="13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764F48E9-8124-4EC5-AED7-4631C3BC53E1}"/>
              </a:ext>
            </a:extLst>
          </p:cNvPr>
          <p:cNvGrpSpPr/>
          <p:nvPr/>
        </p:nvGrpSpPr>
        <p:grpSpPr>
          <a:xfrm>
            <a:off x="6680796" y="668473"/>
            <a:ext cx="3939158" cy="5332075"/>
            <a:chOff x="6798609" y="-251869"/>
            <a:chExt cx="5253578" cy="7111285"/>
          </a:xfrm>
        </p:grpSpPr>
        <p:sp>
          <p:nvSpPr>
            <p:cNvPr id="71" name="Freeform 5">
              <a:extLst>
                <a:ext uri="{FF2B5EF4-FFF2-40B4-BE49-F238E27FC236}">
                  <a16:creationId xmlns:a16="http://schemas.microsoft.com/office/drawing/2014/main" id="{3D6F0BFB-CAF6-4DEA-8566-72D967064318}"/>
                </a:ext>
              </a:extLst>
            </p:cNvPr>
            <p:cNvSpPr/>
            <p:nvPr/>
          </p:nvSpPr>
          <p:spPr bwMode="auto">
            <a:xfrm rot="10800000">
              <a:off x="7731152" y="1751506"/>
              <a:ext cx="949002" cy="841094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noFill/>
            <a:ln w="9525">
              <a:solidFill>
                <a:schemeClr val="accent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4795" tIns="32398" rIns="64795" bIns="32398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46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72" name="Freeform 5">
              <a:extLst>
                <a:ext uri="{FF2B5EF4-FFF2-40B4-BE49-F238E27FC236}">
                  <a16:creationId xmlns:a16="http://schemas.microsoft.com/office/drawing/2014/main" id="{F2AE030B-5667-435C-8BBF-7E48C439BA87}"/>
                </a:ext>
              </a:extLst>
            </p:cNvPr>
            <p:cNvSpPr/>
            <p:nvPr/>
          </p:nvSpPr>
          <p:spPr bwMode="auto">
            <a:xfrm rot="10800000">
              <a:off x="7731152" y="4269844"/>
              <a:ext cx="949002" cy="841094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noFill/>
            <a:ln w="9525">
              <a:solidFill>
                <a:schemeClr val="accent2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4795" tIns="32398" rIns="64795" bIns="32398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46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73" name="Freeform 5">
              <a:extLst>
                <a:ext uri="{FF2B5EF4-FFF2-40B4-BE49-F238E27FC236}">
                  <a16:creationId xmlns:a16="http://schemas.microsoft.com/office/drawing/2014/main" id="{828350D6-B416-44D0-8ABA-20F1FCA9168E}"/>
                </a:ext>
              </a:extLst>
            </p:cNvPr>
            <p:cNvSpPr/>
            <p:nvPr/>
          </p:nvSpPr>
          <p:spPr bwMode="auto">
            <a:xfrm rot="10800000">
              <a:off x="9919526" y="3012713"/>
              <a:ext cx="949002" cy="841094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noFill/>
            <a:ln w="9525">
              <a:solidFill>
                <a:schemeClr val="accent3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4795" tIns="32398" rIns="64795" bIns="32398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46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26E7FDF5-8D5D-48BC-82CB-6360080D8520}"/>
                </a:ext>
              </a:extLst>
            </p:cNvPr>
            <p:cNvCxnSpPr/>
            <p:nvPr/>
          </p:nvCxnSpPr>
          <p:spPr>
            <a:xfrm>
              <a:off x="10863943" y="3431223"/>
              <a:ext cx="1188244" cy="0"/>
            </a:xfrm>
            <a:prstGeom prst="line">
              <a:avLst/>
            </a:prstGeom>
            <a:ln w="952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69B30286-D4EF-45D0-B91F-2A470B7805A8}"/>
                </a:ext>
              </a:extLst>
            </p:cNvPr>
            <p:cNvCxnSpPr/>
            <p:nvPr/>
          </p:nvCxnSpPr>
          <p:spPr>
            <a:xfrm flipV="1">
              <a:off x="6955437" y="5111885"/>
              <a:ext cx="1008937" cy="1747531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9BD49E39-8CF8-4826-A9F9-C91759763FD2}"/>
                </a:ext>
              </a:extLst>
            </p:cNvPr>
            <p:cNvCxnSpPr/>
            <p:nvPr/>
          </p:nvCxnSpPr>
          <p:spPr>
            <a:xfrm>
              <a:off x="6798609" y="-251869"/>
              <a:ext cx="1165761" cy="2019159"/>
            </a:xfrm>
            <a:prstGeom prst="line">
              <a:avLst/>
            </a:prstGeom>
            <a:ln w="952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7" name="组合 76">
              <a:extLst>
                <a:ext uri="{FF2B5EF4-FFF2-40B4-BE49-F238E27FC236}">
                  <a16:creationId xmlns:a16="http://schemas.microsoft.com/office/drawing/2014/main" id="{FE4C8BE3-E42F-4583-B9DE-98CDC77B2F19}"/>
                </a:ext>
              </a:extLst>
            </p:cNvPr>
            <p:cNvGrpSpPr/>
            <p:nvPr/>
          </p:nvGrpSpPr>
          <p:grpSpPr>
            <a:xfrm>
              <a:off x="8059703" y="2042916"/>
              <a:ext cx="303617" cy="258274"/>
              <a:chOff x="6339462" y="3747511"/>
              <a:chExt cx="907547" cy="772010"/>
            </a:xfrm>
            <a:solidFill>
              <a:schemeClr val="accent1"/>
            </a:solidFill>
          </p:grpSpPr>
          <p:sp>
            <p:nvSpPr>
              <p:cNvPr id="92" name="Rectangle 130">
                <a:extLst>
                  <a:ext uri="{FF2B5EF4-FFF2-40B4-BE49-F238E27FC236}">
                    <a16:creationId xmlns:a16="http://schemas.microsoft.com/office/drawing/2014/main" id="{F36D7D66-2920-45A7-9E88-BE4F293C43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9462" y="4489161"/>
                <a:ext cx="881523" cy="3036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93" name="Freeform 131">
                <a:extLst>
                  <a:ext uri="{FF2B5EF4-FFF2-40B4-BE49-F238E27FC236}">
                    <a16:creationId xmlns:a16="http://schemas.microsoft.com/office/drawing/2014/main" id="{76B146A0-6971-4F3A-8D4F-22024F8375F4}"/>
                  </a:ext>
                </a:extLst>
              </p:cNvPr>
              <p:cNvSpPr/>
              <p:nvPr/>
            </p:nvSpPr>
            <p:spPr bwMode="auto">
              <a:xfrm>
                <a:off x="6398014" y="4350373"/>
                <a:ext cx="123608" cy="114934"/>
              </a:xfrm>
              <a:custGeom>
                <a:avLst/>
                <a:gdLst>
                  <a:gd name="T0" fmla="*/ 43 w 48"/>
                  <a:gd name="T1" fmla="*/ 45 h 45"/>
                  <a:gd name="T2" fmla="*/ 48 w 48"/>
                  <a:gd name="T3" fmla="*/ 39 h 45"/>
                  <a:gd name="T4" fmla="*/ 48 w 48"/>
                  <a:gd name="T5" fmla="*/ 0 h 45"/>
                  <a:gd name="T6" fmla="*/ 0 w 48"/>
                  <a:gd name="T7" fmla="*/ 8 h 45"/>
                  <a:gd name="T8" fmla="*/ 0 w 48"/>
                  <a:gd name="T9" fmla="*/ 39 h 45"/>
                  <a:gd name="T10" fmla="*/ 6 w 48"/>
                  <a:gd name="T11" fmla="*/ 45 h 45"/>
                  <a:gd name="T12" fmla="*/ 43 w 48"/>
                  <a:gd name="T13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45">
                    <a:moveTo>
                      <a:pt x="43" y="45"/>
                    </a:moveTo>
                    <a:cubicBezTo>
                      <a:pt x="46" y="45"/>
                      <a:pt x="48" y="42"/>
                      <a:pt x="48" y="39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29" y="5"/>
                      <a:pt x="12" y="7"/>
                      <a:pt x="0" y="8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0" y="42"/>
                      <a:pt x="3" y="45"/>
                      <a:pt x="6" y="45"/>
                    </a:cubicBezTo>
                    <a:lnTo>
                      <a:pt x="43" y="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94" name="Freeform 132">
                <a:extLst>
                  <a:ext uri="{FF2B5EF4-FFF2-40B4-BE49-F238E27FC236}">
                    <a16:creationId xmlns:a16="http://schemas.microsoft.com/office/drawing/2014/main" id="{4564F2DC-2599-4736-9140-A121B2AF05F0}"/>
                  </a:ext>
                </a:extLst>
              </p:cNvPr>
              <p:cNvSpPr/>
              <p:nvPr/>
            </p:nvSpPr>
            <p:spPr bwMode="auto">
              <a:xfrm>
                <a:off x="6557403" y="4299411"/>
                <a:ext cx="122524" cy="165896"/>
              </a:xfrm>
              <a:custGeom>
                <a:avLst/>
                <a:gdLst>
                  <a:gd name="T0" fmla="*/ 43 w 48"/>
                  <a:gd name="T1" fmla="*/ 65 h 65"/>
                  <a:gd name="T2" fmla="*/ 48 w 48"/>
                  <a:gd name="T3" fmla="*/ 59 h 65"/>
                  <a:gd name="T4" fmla="*/ 48 w 48"/>
                  <a:gd name="T5" fmla="*/ 0 h 65"/>
                  <a:gd name="T6" fmla="*/ 44 w 48"/>
                  <a:gd name="T7" fmla="*/ 2 h 65"/>
                  <a:gd name="T8" fmla="*/ 0 w 48"/>
                  <a:gd name="T9" fmla="*/ 16 h 65"/>
                  <a:gd name="T10" fmla="*/ 0 w 48"/>
                  <a:gd name="T11" fmla="*/ 59 h 65"/>
                  <a:gd name="T12" fmla="*/ 6 w 48"/>
                  <a:gd name="T13" fmla="*/ 65 h 65"/>
                  <a:gd name="T14" fmla="*/ 43 w 48"/>
                  <a:gd name="T15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65">
                    <a:moveTo>
                      <a:pt x="43" y="65"/>
                    </a:moveTo>
                    <a:cubicBezTo>
                      <a:pt x="46" y="65"/>
                      <a:pt x="48" y="62"/>
                      <a:pt x="48" y="59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7" y="1"/>
                      <a:pt x="46" y="1"/>
                      <a:pt x="44" y="2"/>
                    </a:cubicBezTo>
                    <a:cubicBezTo>
                      <a:pt x="29" y="8"/>
                      <a:pt x="14" y="13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2"/>
                      <a:pt x="3" y="65"/>
                      <a:pt x="6" y="65"/>
                    </a:cubicBezTo>
                    <a:lnTo>
                      <a:pt x="43" y="6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95" name="Freeform 133">
                <a:extLst>
                  <a:ext uri="{FF2B5EF4-FFF2-40B4-BE49-F238E27FC236}">
                    <a16:creationId xmlns:a16="http://schemas.microsoft.com/office/drawing/2014/main" id="{A3ACF883-5DA0-43B3-B6E1-E50365E0CE48}"/>
                  </a:ext>
                </a:extLst>
              </p:cNvPr>
              <p:cNvSpPr/>
              <p:nvPr/>
            </p:nvSpPr>
            <p:spPr bwMode="auto">
              <a:xfrm>
                <a:off x="6715709" y="4219174"/>
                <a:ext cx="123608" cy="246133"/>
              </a:xfrm>
              <a:custGeom>
                <a:avLst/>
                <a:gdLst>
                  <a:gd name="T0" fmla="*/ 43 w 48"/>
                  <a:gd name="T1" fmla="*/ 96 h 96"/>
                  <a:gd name="T2" fmla="*/ 48 w 48"/>
                  <a:gd name="T3" fmla="*/ 90 h 96"/>
                  <a:gd name="T4" fmla="*/ 48 w 48"/>
                  <a:gd name="T5" fmla="*/ 0 h 96"/>
                  <a:gd name="T6" fmla="*/ 0 w 48"/>
                  <a:gd name="T7" fmla="*/ 25 h 96"/>
                  <a:gd name="T8" fmla="*/ 0 w 48"/>
                  <a:gd name="T9" fmla="*/ 90 h 96"/>
                  <a:gd name="T10" fmla="*/ 6 w 48"/>
                  <a:gd name="T11" fmla="*/ 96 h 96"/>
                  <a:gd name="T12" fmla="*/ 43 w 48"/>
                  <a:gd name="T13" fmla="*/ 96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96">
                    <a:moveTo>
                      <a:pt x="43" y="96"/>
                    </a:moveTo>
                    <a:cubicBezTo>
                      <a:pt x="46" y="96"/>
                      <a:pt x="48" y="93"/>
                      <a:pt x="48" y="9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33" y="10"/>
                      <a:pt x="17" y="18"/>
                      <a:pt x="0" y="25"/>
                    </a:cubicBezTo>
                    <a:cubicBezTo>
                      <a:pt x="0" y="90"/>
                      <a:pt x="0" y="90"/>
                      <a:pt x="0" y="90"/>
                    </a:cubicBezTo>
                    <a:cubicBezTo>
                      <a:pt x="0" y="93"/>
                      <a:pt x="3" y="96"/>
                      <a:pt x="6" y="96"/>
                    </a:cubicBezTo>
                    <a:lnTo>
                      <a:pt x="43" y="9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96" name="Freeform 134">
                <a:extLst>
                  <a:ext uri="{FF2B5EF4-FFF2-40B4-BE49-F238E27FC236}">
                    <a16:creationId xmlns:a16="http://schemas.microsoft.com/office/drawing/2014/main" id="{F8809223-A0CB-4DB2-BD85-3ABC213AD486}"/>
                  </a:ext>
                </a:extLst>
              </p:cNvPr>
              <p:cNvSpPr/>
              <p:nvPr/>
            </p:nvSpPr>
            <p:spPr bwMode="auto">
              <a:xfrm>
                <a:off x="6875099" y="4100987"/>
                <a:ext cx="123608" cy="364319"/>
              </a:xfrm>
              <a:custGeom>
                <a:avLst/>
                <a:gdLst>
                  <a:gd name="T0" fmla="*/ 43 w 48"/>
                  <a:gd name="T1" fmla="*/ 142 h 142"/>
                  <a:gd name="T2" fmla="*/ 48 w 48"/>
                  <a:gd name="T3" fmla="*/ 136 h 142"/>
                  <a:gd name="T4" fmla="*/ 48 w 48"/>
                  <a:gd name="T5" fmla="*/ 0 h 142"/>
                  <a:gd name="T6" fmla="*/ 32 w 48"/>
                  <a:gd name="T7" fmla="*/ 14 h 142"/>
                  <a:gd name="T8" fmla="*/ 0 w 48"/>
                  <a:gd name="T9" fmla="*/ 37 h 142"/>
                  <a:gd name="T10" fmla="*/ 0 w 48"/>
                  <a:gd name="T11" fmla="*/ 136 h 142"/>
                  <a:gd name="T12" fmla="*/ 6 w 48"/>
                  <a:gd name="T13" fmla="*/ 142 h 142"/>
                  <a:gd name="T14" fmla="*/ 43 w 48"/>
                  <a:gd name="T15" fmla="*/ 14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142">
                    <a:moveTo>
                      <a:pt x="43" y="142"/>
                    </a:moveTo>
                    <a:cubicBezTo>
                      <a:pt x="46" y="142"/>
                      <a:pt x="48" y="139"/>
                      <a:pt x="48" y="136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3" y="5"/>
                      <a:pt x="37" y="10"/>
                      <a:pt x="32" y="14"/>
                    </a:cubicBezTo>
                    <a:cubicBezTo>
                      <a:pt x="21" y="23"/>
                      <a:pt x="11" y="30"/>
                      <a:pt x="0" y="37"/>
                    </a:cubicBezTo>
                    <a:cubicBezTo>
                      <a:pt x="0" y="136"/>
                      <a:pt x="0" y="136"/>
                      <a:pt x="0" y="136"/>
                    </a:cubicBezTo>
                    <a:cubicBezTo>
                      <a:pt x="0" y="139"/>
                      <a:pt x="3" y="142"/>
                      <a:pt x="6" y="142"/>
                    </a:cubicBezTo>
                    <a:lnTo>
                      <a:pt x="43" y="14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97" name="Freeform 135">
                <a:extLst>
                  <a:ext uri="{FF2B5EF4-FFF2-40B4-BE49-F238E27FC236}">
                    <a16:creationId xmlns:a16="http://schemas.microsoft.com/office/drawing/2014/main" id="{51CC99D3-60E9-432A-88A8-7B410FAE9D85}"/>
                  </a:ext>
                </a:extLst>
              </p:cNvPr>
              <p:cNvSpPr/>
              <p:nvPr/>
            </p:nvSpPr>
            <p:spPr bwMode="auto">
              <a:xfrm>
                <a:off x="7034488" y="3927502"/>
                <a:ext cx="122524" cy="537805"/>
              </a:xfrm>
              <a:custGeom>
                <a:avLst/>
                <a:gdLst>
                  <a:gd name="T0" fmla="*/ 43 w 48"/>
                  <a:gd name="T1" fmla="*/ 210 h 210"/>
                  <a:gd name="T2" fmla="*/ 48 w 48"/>
                  <a:gd name="T3" fmla="*/ 204 h 210"/>
                  <a:gd name="T4" fmla="*/ 48 w 48"/>
                  <a:gd name="T5" fmla="*/ 0 h 210"/>
                  <a:gd name="T6" fmla="*/ 0 w 48"/>
                  <a:gd name="T7" fmla="*/ 56 h 210"/>
                  <a:gd name="T8" fmla="*/ 0 w 48"/>
                  <a:gd name="T9" fmla="*/ 204 h 210"/>
                  <a:gd name="T10" fmla="*/ 6 w 48"/>
                  <a:gd name="T11" fmla="*/ 210 h 210"/>
                  <a:gd name="T12" fmla="*/ 43 w 48"/>
                  <a:gd name="T13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210">
                    <a:moveTo>
                      <a:pt x="43" y="210"/>
                    </a:moveTo>
                    <a:cubicBezTo>
                      <a:pt x="46" y="210"/>
                      <a:pt x="48" y="207"/>
                      <a:pt x="48" y="204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33" y="20"/>
                      <a:pt x="17" y="39"/>
                      <a:pt x="0" y="56"/>
                    </a:cubicBezTo>
                    <a:cubicBezTo>
                      <a:pt x="0" y="204"/>
                      <a:pt x="0" y="204"/>
                      <a:pt x="0" y="204"/>
                    </a:cubicBezTo>
                    <a:cubicBezTo>
                      <a:pt x="0" y="207"/>
                      <a:pt x="3" y="210"/>
                      <a:pt x="6" y="210"/>
                    </a:cubicBezTo>
                    <a:lnTo>
                      <a:pt x="43" y="2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98" name="Freeform 136">
                <a:extLst>
                  <a:ext uri="{FF2B5EF4-FFF2-40B4-BE49-F238E27FC236}">
                    <a16:creationId xmlns:a16="http://schemas.microsoft.com/office/drawing/2014/main" id="{37C39D3B-4793-49D6-A99D-396057A4AC35}"/>
                  </a:ext>
                </a:extLst>
              </p:cNvPr>
              <p:cNvSpPr/>
              <p:nvPr/>
            </p:nvSpPr>
            <p:spPr bwMode="auto">
              <a:xfrm>
                <a:off x="6343800" y="3747511"/>
                <a:ext cx="903209" cy="587682"/>
              </a:xfrm>
              <a:custGeom>
                <a:avLst/>
                <a:gdLst>
                  <a:gd name="T0" fmla="*/ 350 w 352"/>
                  <a:gd name="T1" fmla="*/ 58 h 229"/>
                  <a:gd name="T2" fmla="*/ 335 w 352"/>
                  <a:gd name="T3" fmla="*/ 8 h 229"/>
                  <a:gd name="T4" fmla="*/ 322 w 352"/>
                  <a:gd name="T5" fmla="*/ 2 h 229"/>
                  <a:gd name="T6" fmla="*/ 273 w 352"/>
                  <a:gd name="T7" fmla="*/ 17 h 229"/>
                  <a:gd name="T8" fmla="*/ 266 w 352"/>
                  <a:gd name="T9" fmla="*/ 30 h 229"/>
                  <a:gd name="T10" fmla="*/ 279 w 352"/>
                  <a:gd name="T11" fmla="*/ 36 h 229"/>
                  <a:gd name="T12" fmla="*/ 304 w 352"/>
                  <a:gd name="T13" fmla="*/ 29 h 229"/>
                  <a:gd name="T14" fmla="*/ 219 w 352"/>
                  <a:gd name="T15" fmla="*/ 121 h 229"/>
                  <a:gd name="T16" fmla="*/ 71 w 352"/>
                  <a:gd name="T17" fmla="*/ 194 h 229"/>
                  <a:gd name="T18" fmla="*/ 0 w 352"/>
                  <a:gd name="T19" fmla="*/ 205 h 229"/>
                  <a:gd name="T20" fmla="*/ 0 w 352"/>
                  <a:gd name="T21" fmla="*/ 205 h 229"/>
                  <a:gd name="T22" fmla="*/ 0 w 352"/>
                  <a:gd name="T23" fmla="*/ 229 h 229"/>
                  <a:gd name="T24" fmla="*/ 0 w 352"/>
                  <a:gd name="T25" fmla="*/ 229 h 229"/>
                  <a:gd name="T26" fmla="*/ 125 w 352"/>
                  <a:gd name="T27" fmla="*/ 202 h 229"/>
                  <a:gd name="T28" fmla="*/ 234 w 352"/>
                  <a:gd name="T29" fmla="*/ 139 h 229"/>
                  <a:gd name="T30" fmla="*/ 324 w 352"/>
                  <a:gd name="T31" fmla="*/ 41 h 229"/>
                  <a:gd name="T32" fmla="*/ 331 w 352"/>
                  <a:gd name="T33" fmla="*/ 64 h 229"/>
                  <a:gd name="T34" fmla="*/ 344 w 352"/>
                  <a:gd name="T35" fmla="*/ 70 h 229"/>
                  <a:gd name="T36" fmla="*/ 350 w 352"/>
                  <a:gd name="T37" fmla="*/ 58 h 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52" h="229">
                    <a:moveTo>
                      <a:pt x="350" y="58"/>
                    </a:moveTo>
                    <a:cubicBezTo>
                      <a:pt x="335" y="8"/>
                      <a:pt x="335" y="8"/>
                      <a:pt x="335" y="8"/>
                    </a:cubicBezTo>
                    <a:cubicBezTo>
                      <a:pt x="333" y="3"/>
                      <a:pt x="327" y="0"/>
                      <a:pt x="322" y="2"/>
                    </a:cubicBezTo>
                    <a:cubicBezTo>
                      <a:pt x="273" y="17"/>
                      <a:pt x="273" y="17"/>
                      <a:pt x="273" y="17"/>
                    </a:cubicBezTo>
                    <a:cubicBezTo>
                      <a:pt x="268" y="19"/>
                      <a:pt x="265" y="25"/>
                      <a:pt x="266" y="30"/>
                    </a:cubicBezTo>
                    <a:cubicBezTo>
                      <a:pt x="268" y="35"/>
                      <a:pt x="274" y="38"/>
                      <a:pt x="279" y="36"/>
                    </a:cubicBezTo>
                    <a:cubicBezTo>
                      <a:pt x="304" y="29"/>
                      <a:pt x="304" y="29"/>
                      <a:pt x="304" y="29"/>
                    </a:cubicBezTo>
                    <a:cubicBezTo>
                      <a:pt x="278" y="67"/>
                      <a:pt x="249" y="97"/>
                      <a:pt x="219" y="121"/>
                    </a:cubicBezTo>
                    <a:cubicBezTo>
                      <a:pt x="166" y="163"/>
                      <a:pt x="112" y="184"/>
                      <a:pt x="71" y="194"/>
                    </a:cubicBezTo>
                    <a:cubicBezTo>
                      <a:pt x="29" y="205"/>
                      <a:pt x="1" y="205"/>
                      <a:pt x="0" y="205"/>
                    </a:cubicBezTo>
                    <a:cubicBezTo>
                      <a:pt x="0" y="205"/>
                      <a:pt x="0" y="205"/>
                      <a:pt x="0" y="205"/>
                    </a:cubicBezTo>
                    <a:cubicBezTo>
                      <a:pt x="0" y="229"/>
                      <a:pt x="0" y="229"/>
                      <a:pt x="0" y="229"/>
                    </a:cubicBezTo>
                    <a:cubicBezTo>
                      <a:pt x="0" y="229"/>
                      <a:pt x="0" y="229"/>
                      <a:pt x="0" y="229"/>
                    </a:cubicBezTo>
                    <a:cubicBezTo>
                      <a:pt x="3" y="229"/>
                      <a:pt x="56" y="229"/>
                      <a:pt x="125" y="202"/>
                    </a:cubicBezTo>
                    <a:cubicBezTo>
                      <a:pt x="159" y="189"/>
                      <a:pt x="197" y="169"/>
                      <a:pt x="234" y="139"/>
                    </a:cubicBezTo>
                    <a:cubicBezTo>
                      <a:pt x="265" y="114"/>
                      <a:pt x="296" y="82"/>
                      <a:pt x="324" y="41"/>
                    </a:cubicBezTo>
                    <a:cubicBezTo>
                      <a:pt x="331" y="64"/>
                      <a:pt x="331" y="64"/>
                      <a:pt x="331" y="64"/>
                    </a:cubicBezTo>
                    <a:cubicBezTo>
                      <a:pt x="333" y="69"/>
                      <a:pt x="339" y="72"/>
                      <a:pt x="344" y="70"/>
                    </a:cubicBezTo>
                    <a:cubicBezTo>
                      <a:pt x="349" y="69"/>
                      <a:pt x="352" y="63"/>
                      <a:pt x="35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99" name="Freeform 137">
                <a:extLst>
                  <a:ext uri="{FF2B5EF4-FFF2-40B4-BE49-F238E27FC236}">
                    <a16:creationId xmlns:a16="http://schemas.microsoft.com/office/drawing/2014/main" id="{11249225-1C33-4D93-9662-DE4464179C82}"/>
                  </a:ext>
                </a:extLst>
              </p:cNvPr>
              <p:cNvSpPr/>
              <p:nvPr/>
            </p:nvSpPr>
            <p:spPr bwMode="auto">
              <a:xfrm>
                <a:off x="6375243" y="3837506"/>
                <a:ext cx="217941" cy="353477"/>
              </a:xfrm>
              <a:custGeom>
                <a:avLst/>
                <a:gdLst>
                  <a:gd name="T0" fmla="*/ 57 w 85"/>
                  <a:gd name="T1" fmla="*/ 104 h 138"/>
                  <a:gd name="T2" fmla="*/ 45 w 85"/>
                  <a:gd name="T3" fmla="*/ 108 h 138"/>
                  <a:gd name="T4" fmla="*/ 30 w 85"/>
                  <a:gd name="T5" fmla="*/ 105 h 138"/>
                  <a:gd name="T6" fmla="*/ 20 w 85"/>
                  <a:gd name="T7" fmla="*/ 100 h 138"/>
                  <a:gd name="T8" fmla="*/ 19 w 85"/>
                  <a:gd name="T9" fmla="*/ 98 h 138"/>
                  <a:gd name="T10" fmla="*/ 19 w 85"/>
                  <a:gd name="T11" fmla="*/ 98 h 138"/>
                  <a:gd name="T12" fmla="*/ 19 w 85"/>
                  <a:gd name="T13" fmla="*/ 98 h 138"/>
                  <a:gd name="T14" fmla="*/ 19 w 85"/>
                  <a:gd name="T15" fmla="*/ 97 h 138"/>
                  <a:gd name="T16" fmla="*/ 13 w 85"/>
                  <a:gd name="T17" fmla="*/ 94 h 138"/>
                  <a:gd name="T18" fmla="*/ 3 w 85"/>
                  <a:gd name="T19" fmla="*/ 101 h 138"/>
                  <a:gd name="T20" fmla="*/ 3 w 85"/>
                  <a:gd name="T21" fmla="*/ 109 h 138"/>
                  <a:gd name="T22" fmla="*/ 33 w 85"/>
                  <a:gd name="T23" fmla="*/ 125 h 138"/>
                  <a:gd name="T24" fmla="*/ 33 w 85"/>
                  <a:gd name="T25" fmla="*/ 135 h 138"/>
                  <a:gd name="T26" fmla="*/ 36 w 85"/>
                  <a:gd name="T27" fmla="*/ 138 h 138"/>
                  <a:gd name="T28" fmla="*/ 46 w 85"/>
                  <a:gd name="T29" fmla="*/ 138 h 138"/>
                  <a:gd name="T30" fmla="*/ 49 w 85"/>
                  <a:gd name="T31" fmla="*/ 135 h 138"/>
                  <a:gd name="T32" fmla="*/ 49 w 85"/>
                  <a:gd name="T33" fmla="*/ 126 h 138"/>
                  <a:gd name="T34" fmla="*/ 72 w 85"/>
                  <a:gd name="T35" fmla="*/ 118 h 138"/>
                  <a:gd name="T36" fmla="*/ 81 w 85"/>
                  <a:gd name="T37" fmla="*/ 86 h 138"/>
                  <a:gd name="T38" fmla="*/ 49 w 85"/>
                  <a:gd name="T39" fmla="*/ 62 h 138"/>
                  <a:gd name="T40" fmla="*/ 47 w 85"/>
                  <a:gd name="T41" fmla="*/ 61 h 138"/>
                  <a:gd name="T42" fmla="*/ 35 w 85"/>
                  <a:gd name="T43" fmla="*/ 56 h 138"/>
                  <a:gd name="T44" fmla="*/ 34 w 85"/>
                  <a:gd name="T45" fmla="*/ 56 h 138"/>
                  <a:gd name="T46" fmla="*/ 25 w 85"/>
                  <a:gd name="T47" fmla="*/ 49 h 138"/>
                  <a:gd name="T48" fmla="*/ 27 w 85"/>
                  <a:gd name="T49" fmla="*/ 36 h 138"/>
                  <a:gd name="T50" fmla="*/ 41 w 85"/>
                  <a:gd name="T51" fmla="*/ 31 h 138"/>
                  <a:gd name="T52" fmla="*/ 51 w 85"/>
                  <a:gd name="T53" fmla="*/ 32 h 138"/>
                  <a:gd name="T54" fmla="*/ 61 w 85"/>
                  <a:gd name="T55" fmla="*/ 39 h 138"/>
                  <a:gd name="T56" fmla="*/ 62 w 85"/>
                  <a:gd name="T57" fmla="*/ 40 h 138"/>
                  <a:gd name="T58" fmla="*/ 62 w 85"/>
                  <a:gd name="T59" fmla="*/ 40 h 138"/>
                  <a:gd name="T60" fmla="*/ 62 w 85"/>
                  <a:gd name="T61" fmla="*/ 41 h 138"/>
                  <a:gd name="T62" fmla="*/ 68 w 85"/>
                  <a:gd name="T63" fmla="*/ 44 h 138"/>
                  <a:gd name="T64" fmla="*/ 78 w 85"/>
                  <a:gd name="T65" fmla="*/ 38 h 138"/>
                  <a:gd name="T66" fmla="*/ 78 w 85"/>
                  <a:gd name="T67" fmla="*/ 29 h 138"/>
                  <a:gd name="T68" fmla="*/ 56 w 85"/>
                  <a:gd name="T69" fmla="*/ 14 h 138"/>
                  <a:gd name="T70" fmla="*/ 49 w 85"/>
                  <a:gd name="T71" fmla="*/ 13 h 138"/>
                  <a:gd name="T72" fmla="*/ 49 w 85"/>
                  <a:gd name="T73" fmla="*/ 3 h 138"/>
                  <a:gd name="T74" fmla="*/ 46 w 85"/>
                  <a:gd name="T75" fmla="*/ 0 h 138"/>
                  <a:gd name="T76" fmla="*/ 36 w 85"/>
                  <a:gd name="T77" fmla="*/ 0 h 138"/>
                  <a:gd name="T78" fmla="*/ 33 w 85"/>
                  <a:gd name="T79" fmla="*/ 3 h 138"/>
                  <a:gd name="T80" fmla="*/ 33 w 85"/>
                  <a:gd name="T81" fmla="*/ 13 h 138"/>
                  <a:gd name="T82" fmla="*/ 12 w 85"/>
                  <a:gd name="T83" fmla="*/ 24 h 138"/>
                  <a:gd name="T84" fmla="*/ 5 w 85"/>
                  <a:gd name="T85" fmla="*/ 56 h 138"/>
                  <a:gd name="T86" fmla="*/ 17 w 85"/>
                  <a:gd name="T87" fmla="*/ 68 h 138"/>
                  <a:gd name="T88" fmla="*/ 47 w 85"/>
                  <a:gd name="T89" fmla="*/ 83 h 138"/>
                  <a:gd name="T90" fmla="*/ 51 w 85"/>
                  <a:gd name="T91" fmla="*/ 85 h 138"/>
                  <a:gd name="T92" fmla="*/ 59 w 85"/>
                  <a:gd name="T93" fmla="*/ 92 h 138"/>
                  <a:gd name="T94" fmla="*/ 57 w 85"/>
                  <a:gd name="T95" fmla="*/ 104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85" h="138">
                    <a:moveTo>
                      <a:pt x="57" y="104"/>
                    </a:moveTo>
                    <a:cubicBezTo>
                      <a:pt x="54" y="107"/>
                      <a:pt x="50" y="108"/>
                      <a:pt x="45" y="108"/>
                    </a:cubicBezTo>
                    <a:cubicBezTo>
                      <a:pt x="40" y="108"/>
                      <a:pt x="35" y="107"/>
                      <a:pt x="30" y="105"/>
                    </a:cubicBezTo>
                    <a:cubicBezTo>
                      <a:pt x="27" y="104"/>
                      <a:pt x="23" y="102"/>
                      <a:pt x="20" y="100"/>
                    </a:cubicBezTo>
                    <a:cubicBezTo>
                      <a:pt x="20" y="99"/>
                      <a:pt x="20" y="99"/>
                      <a:pt x="19" y="98"/>
                    </a:cubicBezTo>
                    <a:cubicBezTo>
                      <a:pt x="19" y="98"/>
                      <a:pt x="19" y="98"/>
                      <a:pt x="19" y="98"/>
                    </a:cubicBezTo>
                    <a:cubicBezTo>
                      <a:pt x="19" y="98"/>
                      <a:pt x="19" y="98"/>
                      <a:pt x="19" y="98"/>
                    </a:cubicBezTo>
                    <a:cubicBezTo>
                      <a:pt x="19" y="97"/>
                      <a:pt x="19" y="97"/>
                      <a:pt x="19" y="97"/>
                    </a:cubicBezTo>
                    <a:cubicBezTo>
                      <a:pt x="17" y="95"/>
                      <a:pt x="15" y="94"/>
                      <a:pt x="13" y="94"/>
                    </a:cubicBezTo>
                    <a:cubicBezTo>
                      <a:pt x="9" y="94"/>
                      <a:pt x="5" y="97"/>
                      <a:pt x="3" y="101"/>
                    </a:cubicBezTo>
                    <a:cubicBezTo>
                      <a:pt x="1" y="104"/>
                      <a:pt x="1" y="107"/>
                      <a:pt x="3" y="109"/>
                    </a:cubicBezTo>
                    <a:cubicBezTo>
                      <a:pt x="8" y="118"/>
                      <a:pt x="21" y="123"/>
                      <a:pt x="33" y="125"/>
                    </a:cubicBezTo>
                    <a:cubicBezTo>
                      <a:pt x="33" y="135"/>
                      <a:pt x="33" y="135"/>
                      <a:pt x="33" y="135"/>
                    </a:cubicBezTo>
                    <a:cubicBezTo>
                      <a:pt x="33" y="137"/>
                      <a:pt x="35" y="138"/>
                      <a:pt x="36" y="138"/>
                    </a:cubicBezTo>
                    <a:cubicBezTo>
                      <a:pt x="46" y="138"/>
                      <a:pt x="46" y="138"/>
                      <a:pt x="46" y="138"/>
                    </a:cubicBezTo>
                    <a:cubicBezTo>
                      <a:pt x="47" y="138"/>
                      <a:pt x="49" y="137"/>
                      <a:pt x="49" y="135"/>
                    </a:cubicBezTo>
                    <a:cubicBezTo>
                      <a:pt x="49" y="126"/>
                      <a:pt x="49" y="126"/>
                      <a:pt x="49" y="126"/>
                    </a:cubicBezTo>
                    <a:cubicBezTo>
                      <a:pt x="59" y="125"/>
                      <a:pt x="67" y="122"/>
                      <a:pt x="72" y="118"/>
                    </a:cubicBezTo>
                    <a:cubicBezTo>
                      <a:pt x="81" y="109"/>
                      <a:pt x="85" y="97"/>
                      <a:pt x="81" y="86"/>
                    </a:cubicBezTo>
                    <a:cubicBezTo>
                      <a:pt x="77" y="74"/>
                      <a:pt x="61" y="67"/>
                      <a:pt x="49" y="62"/>
                    </a:cubicBezTo>
                    <a:cubicBezTo>
                      <a:pt x="47" y="61"/>
                      <a:pt x="47" y="61"/>
                      <a:pt x="47" y="61"/>
                    </a:cubicBezTo>
                    <a:cubicBezTo>
                      <a:pt x="43" y="59"/>
                      <a:pt x="37" y="57"/>
                      <a:pt x="35" y="56"/>
                    </a:cubicBezTo>
                    <a:cubicBezTo>
                      <a:pt x="34" y="56"/>
                      <a:pt x="34" y="56"/>
                      <a:pt x="34" y="56"/>
                    </a:cubicBezTo>
                    <a:cubicBezTo>
                      <a:pt x="30" y="54"/>
                      <a:pt x="27" y="52"/>
                      <a:pt x="25" y="49"/>
                    </a:cubicBezTo>
                    <a:cubicBezTo>
                      <a:pt x="23" y="45"/>
                      <a:pt x="23" y="39"/>
                      <a:pt x="27" y="36"/>
                    </a:cubicBezTo>
                    <a:cubicBezTo>
                      <a:pt x="32" y="32"/>
                      <a:pt x="37" y="31"/>
                      <a:pt x="41" y="31"/>
                    </a:cubicBezTo>
                    <a:cubicBezTo>
                      <a:pt x="44" y="31"/>
                      <a:pt x="48" y="31"/>
                      <a:pt x="51" y="32"/>
                    </a:cubicBezTo>
                    <a:cubicBezTo>
                      <a:pt x="54" y="33"/>
                      <a:pt x="58" y="36"/>
                      <a:pt x="61" y="39"/>
                    </a:cubicBezTo>
                    <a:cubicBezTo>
                      <a:pt x="61" y="39"/>
                      <a:pt x="61" y="39"/>
                      <a:pt x="62" y="40"/>
                    </a:cubicBezTo>
                    <a:cubicBezTo>
                      <a:pt x="62" y="40"/>
                      <a:pt x="62" y="40"/>
                      <a:pt x="62" y="40"/>
                    </a:cubicBezTo>
                    <a:cubicBezTo>
                      <a:pt x="62" y="41"/>
                      <a:pt x="62" y="41"/>
                      <a:pt x="62" y="41"/>
                    </a:cubicBezTo>
                    <a:cubicBezTo>
                      <a:pt x="64" y="43"/>
                      <a:pt x="66" y="44"/>
                      <a:pt x="68" y="44"/>
                    </a:cubicBezTo>
                    <a:cubicBezTo>
                      <a:pt x="72" y="44"/>
                      <a:pt x="76" y="41"/>
                      <a:pt x="78" y="38"/>
                    </a:cubicBezTo>
                    <a:cubicBezTo>
                      <a:pt x="80" y="35"/>
                      <a:pt x="80" y="32"/>
                      <a:pt x="78" y="29"/>
                    </a:cubicBezTo>
                    <a:cubicBezTo>
                      <a:pt x="74" y="22"/>
                      <a:pt x="64" y="17"/>
                      <a:pt x="56" y="14"/>
                    </a:cubicBezTo>
                    <a:cubicBezTo>
                      <a:pt x="54" y="14"/>
                      <a:pt x="51" y="13"/>
                      <a:pt x="49" y="13"/>
                    </a:cubicBezTo>
                    <a:cubicBezTo>
                      <a:pt x="49" y="3"/>
                      <a:pt x="49" y="3"/>
                      <a:pt x="49" y="3"/>
                    </a:cubicBezTo>
                    <a:cubicBezTo>
                      <a:pt x="49" y="1"/>
                      <a:pt x="47" y="0"/>
                      <a:pt x="4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5" y="0"/>
                      <a:pt x="33" y="1"/>
                      <a:pt x="33" y="3"/>
                    </a:cubicBezTo>
                    <a:cubicBezTo>
                      <a:pt x="33" y="13"/>
                      <a:pt x="33" y="13"/>
                      <a:pt x="33" y="13"/>
                    </a:cubicBezTo>
                    <a:cubicBezTo>
                      <a:pt x="25" y="15"/>
                      <a:pt x="17" y="18"/>
                      <a:pt x="12" y="24"/>
                    </a:cubicBezTo>
                    <a:cubicBezTo>
                      <a:pt x="3" y="32"/>
                      <a:pt x="0" y="45"/>
                      <a:pt x="5" y="56"/>
                    </a:cubicBezTo>
                    <a:cubicBezTo>
                      <a:pt x="8" y="62"/>
                      <a:pt x="12" y="66"/>
                      <a:pt x="17" y="68"/>
                    </a:cubicBezTo>
                    <a:cubicBezTo>
                      <a:pt x="20" y="70"/>
                      <a:pt x="38" y="79"/>
                      <a:pt x="47" y="83"/>
                    </a:cubicBezTo>
                    <a:cubicBezTo>
                      <a:pt x="51" y="85"/>
                      <a:pt x="51" y="85"/>
                      <a:pt x="51" y="85"/>
                    </a:cubicBezTo>
                    <a:cubicBezTo>
                      <a:pt x="55" y="87"/>
                      <a:pt x="58" y="89"/>
                      <a:pt x="59" y="92"/>
                    </a:cubicBezTo>
                    <a:cubicBezTo>
                      <a:pt x="61" y="96"/>
                      <a:pt x="60" y="102"/>
                      <a:pt x="57" y="10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463E8E8F-F6EB-49B2-BAB4-3A5B3EF9CB55}"/>
                </a:ext>
              </a:extLst>
            </p:cNvPr>
            <p:cNvGrpSpPr/>
            <p:nvPr/>
          </p:nvGrpSpPr>
          <p:grpSpPr>
            <a:xfrm>
              <a:off x="8062201" y="4560896"/>
              <a:ext cx="300352" cy="258999"/>
              <a:chOff x="3548515" y="964154"/>
              <a:chExt cx="897787" cy="774179"/>
            </a:xfrm>
            <a:solidFill>
              <a:schemeClr val="accent2"/>
            </a:solidFill>
          </p:grpSpPr>
          <p:sp>
            <p:nvSpPr>
              <p:cNvPr id="87" name="Freeform 222">
                <a:extLst>
                  <a:ext uri="{FF2B5EF4-FFF2-40B4-BE49-F238E27FC236}">
                    <a16:creationId xmlns:a16="http://schemas.microsoft.com/office/drawing/2014/main" id="{FDF2CC09-92E5-41DD-90C6-FCAB80DBA5E9}"/>
                  </a:ext>
                </a:extLst>
              </p:cNvPr>
              <p:cNvSpPr/>
              <p:nvPr/>
            </p:nvSpPr>
            <p:spPr bwMode="auto">
              <a:xfrm>
                <a:off x="3548515" y="964154"/>
                <a:ext cx="897787" cy="774179"/>
              </a:xfrm>
              <a:custGeom>
                <a:avLst/>
                <a:gdLst>
                  <a:gd name="T0" fmla="*/ 28 w 828"/>
                  <a:gd name="T1" fmla="*/ 686 h 714"/>
                  <a:gd name="T2" fmla="*/ 28 w 828"/>
                  <a:gd name="T3" fmla="*/ 605 h 714"/>
                  <a:gd name="T4" fmla="*/ 66 w 828"/>
                  <a:gd name="T5" fmla="*/ 605 h 714"/>
                  <a:gd name="T6" fmla="*/ 66 w 828"/>
                  <a:gd name="T7" fmla="*/ 577 h 714"/>
                  <a:gd name="T8" fmla="*/ 28 w 828"/>
                  <a:gd name="T9" fmla="*/ 577 h 714"/>
                  <a:gd name="T10" fmla="*/ 28 w 828"/>
                  <a:gd name="T11" fmla="*/ 435 h 714"/>
                  <a:gd name="T12" fmla="*/ 66 w 828"/>
                  <a:gd name="T13" fmla="*/ 435 h 714"/>
                  <a:gd name="T14" fmla="*/ 66 w 828"/>
                  <a:gd name="T15" fmla="*/ 407 h 714"/>
                  <a:gd name="T16" fmla="*/ 28 w 828"/>
                  <a:gd name="T17" fmla="*/ 407 h 714"/>
                  <a:gd name="T18" fmla="*/ 28 w 828"/>
                  <a:gd name="T19" fmla="*/ 265 h 714"/>
                  <a:gd name="T20" fmla="*/ 66 w 828"/>
                  <a:gd name="T21" fmla="*/ 265 h 714"/>
                  <a:gd name="T22" fmla="*/ 66 w 828"/>
                  <a:gd name="T23" fmla="*/ 236 h 714"/>
                  <a:gd name="T24" fmla="*/ 28 w 828"/>
                  <a:gd name="T25" fmla="*/ 236 h 714"/>
                  <a:gd name="T26" fmla="*/ 28 w 828"/>
                  <a:gd name="T27" fmla="*/ 94 h 714"/>
                  <a:gd name="T28" fmla="*/ 66 w 828"/>
                  <a:gd name="T29" fmla="*/ 94 h 714"/>
                  <a:gd name="T30" fmla="*/ 66 w 828"/>
                  <a:gd name="T31" fmla="*/ 66 h 714"/>
                  <a:gd name="T32" fmla="*/ 28 w 828"/>
                  <a:gd name="T33" fmla="*/ 66 h 714"/>
                  <a:gd name="T34" fmla="*/ 28 w 828"/>
                  <a:gd name="T35" fmla="*/ 0 h 714"/>
                  <a:gd name="T36" fmla="*/ 0 w 828"/>
                  <a:gd name="T37" fmla="*/ 0 h 714"/>
                  <a:gd name="T38" fmla="*/ 0 w 828"/>
                  <a:gd name="T39" fmla="*/ 714 h 714"/>
                  <a:gd name="T40" fmla="*/ 828 w 828"/>
                  <a:gd name="T41" fmla="*/ 714 h 714"/>
                  <a:gd name="T42" fmla="*/ 828 w 828"/>
                  <a:gd name="T43" fmla="*/ 686 h 714"/>
                  <a:gd name="T44" fmla="*/ 28 w 828"/>
                  <a:gd name="T45" fmla="*/ 686 h 7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828" h="714">
                    <a:moveTo>
                      <a:pt x="28" y="686"/>
                    </a:moveTo>
                    <a:lnTo>
                      <a:pt x="28" y="605"/>
                    </a:lnTo>
                    <a:lnTo>
                      <a:pt x="66" y="605"/>
                    </a:lnTo>
                    <a:lnTo>
                      <a:pt x="66" y="577"/>
                    </a:lnTo>
                    <a:lnTo>
                      <a:pt x="28" y="577"/>
                    </a:lnTo>
                    <a:lnTo>
                      <a:pt x="28" y="435"/>
                    </a:lnTo>
                    <a:lnTo>
                      <a:pt x="66" y="435"/>
                    </a:lnTo>
                    <a:lnTo>
                      <a:pt x="66" y="407"/>
                    </a:lnTo>
                    <a:lnTo>
                      <a:pt x="28" y="407"/>
                    </a:lnTo>
                    <a:lnTo>
                      <a:pt x="28" y="265"/>
                    </a:lnTo>
                    <a:lnTo>
                      <a:pt x="66" y="265"/>
                    </a:lnTo>
                    <a:lnTo>
                      <a:pt x="66" y="236"/>
                    </a:lnTo>
                    <a:lnTo>
                      <a:pt x="28" y="236"/>
                    </a:lnTo>
                    <a:lnTo>
                      <a:pt x="28" y="94"/>
                    </a:lnTo>
                    <a:lnTo>
                      <a:pt x="66" y="94"/>
                    </a:lnTo>
                    <a:lnTo>
                      <a:pt x="66" y="66"/>
                    </a:lnTo>
                    <a:lnTo>
                      <a:pt x="28" y="66"/>
                    </a:lnTo>
                    <a:lnTo>
                      <a:pt x="28" y="0"/>
                    </a:lnTo>
                    <a:lnTo>
                      <a:pt x="0" y="0"/>
                    </a:lnTo>
                    <a:lnTo>
                      <a:pt x="0" y="714"/>
                    </a:lnTo>
                    <a:lnTo>
                      <a:pt x="828" y="714"/>
                    </a:lnTo>
                    <a:lnTo>
                      <a:pt x="828" y="686"/>
                    </a:lnTo>
                    <a:lnTo>
                      <a:pt x="28" y="68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88" name="Freeform 223">
                <a:extLst>
                  <a:ext uri="{FF2B5EF4-FFF2-40B4-BE49-F238E27FC236}">
                    <a16:creationId xmlns:a16="http://schemas.microsoft.com/office/drawing/2014/main" id="{BDE85F74-05F8-4A5F-9004-E798E5985E47}"/>
                  </a:ext>
                </a:extLst>
              </p:cNvPr>
              <p:cNvSpPr/>
              <p:nvPr/>
            </p:nvSpPr>
            <p:spPr bwMode="auto">
              <a:xfrm>
                <a:off x="3681882" y="1381603"/>
                <a:ext cx="125777" cy="303599"/>
              </a:xfrm>
              <a:custGeom>
                <a:avLst/>
                <a:gdLst>
                  <a:gd name="T0" fmla="*/ 6 w 49"/>
                  <a:gd name="T1" fmla="*/ 118 h 118"/>
                  <a:gd name="T2" fmla="*/ 43 w 49"/>
                  <a:gd name="T3" fmla="*/ 118 h 118"/>
                  <a:gd name="T4" fmla="*/ 49 w 49"/>
                  <a:gd name="T5" fmla="*/ 112 h 118"/>
                  <a:gd name="T6" fmla="*/ 49 w 49"/>
                  <a:gd name="T7" fmla="*/ 6 h 118"/>
                  <a:gd name="T8" fmla="*/ 43 w 49"/>
                  <a:gd name="T9" fmla="*/ 0 h 118"/>
                  <a:gd name="T10" fmla="*/ 6 w 49"/>
                  <a:gd name="T11" fmla="*/ 0 h 118"/>
                  <a:gd name="T12" fmla="*/ 0 w 49"/>
                  <a:gd name="T13" fmla="*/ 6 h 118"/>
                  <a:gd name="T14" fmla="*/ 0 w 49"/>
                  <a:gd name="T15" fmla="*/ 112 h 118"/>
                  <a:gd name="T16" fmla="*/ 6 w 49"/>
                  <a:gd name="T17" fmla="*/ 118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9" h="118">
                    <a:moveTo>
                      <a:pt x="6" y="118"/>
                    </a:moveTo>
                    <a:cubicBezTo>
                      <a:pt x="43" y="118"/>
                      <a:pt x="43" y="118"/>
                      <a:pt x="43" y="118"/>
                    </a:cubicBezTo>
                    <a:cubicBezTo>
                      <a:pt x="46" y="118"/>
                      <a:pt x="49" y="115"/>
                      <a:pt x="49" y="112"/>
                    </a:cubicBezTo>
                    <a:cubicBezTo>
                      <a:pt x="49" y="6"/>
                      <a:pt x="49" y="6"/>
                      <a:pt x="49" y="6"/>
                    </a:cubicBezTo>
                    <a:cubicBezTo>
                      <a:pt x="49" y="3"/>
                      <a:pt x="46" y="0"/>
                      <a:pt x="43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12"/>
                      <a:pt x="0" y="112"/>
                      <a:pt x="0" y="112"/>
                    </a:cubicBezTo>
                    <a:cubicBezTo>
                      <a:pt x="0" y="115"/>
                      <a:pt x="3" y="118"/>
                      <a:pt x="6" y="1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89" name="Freeform 224">
                <a:extLst>
                  <a:ext uri="{FF2B5EF4-FFF2-40B4-BE49-F238E27FC236}">
                    <a16:creationId xmlns:a16="http://schemas.microsoft.com/office/drawing/2014/main" id="{BB00FD37-96D4-4F30-9BC4-811433821B3D}"/>
                  </a:ext>
                </a:extLst>
              </p:cNvPr>
              <p:cNvSpPr/>
              <p:nvPr/>
            </p:nvSpPr>
            <p:spPr bwMode="auto">
              <a:xfrm>
                <a:off x="3879222" y="1274259"/>
                <a:ext cx="123608" cy="410944"/>
              </a:xfrm>
              <a:custGeom>
                <a:avLst/>
                <a:gdLst>
                  <a:gd name="T0" fmla="*/ 5 w 48"/>
                  <a:gd name="T1" fmla="*/ 160 h 160"/>
                  <a:gd name="T2" fmla="*/ 43 w 48"/>
                  <a:gd name="T3" fmla="*/ 160 h 160"/>
                  <a:gd name="T4" fmla="*/ 48 w 48"/>
                  <a:gd name="T5" fmla="*/ 154 h 160"/>
                  <a:gd name="T6" fmla="*/ 48 w 48"/>
                  <a:gd name="T7" fmla="*/ 6 h 160"/>
                  <a:gd name="T8" fmla="*/ 43 w 48"/>
                  <a:gd name="T9" fmla="*/ 0 h 160"/>
                  <a:gd name="T10" fmla="*/ 5 w 48"/>
                  <a:gd name="T11" fmla="*/ 0 h 160"/>
                  <a:gd name="T12" fmla="*/ 0 w 48"/>
                  <a:gd name="T13" fmla="*/ 6 h 160"/>
                  <a:gd name="T14" fmla="*/ 0 w 48"/>
                  <a:gd name="T15" fmla="*/ 154 h 160"/>
                  <a:gd name="T16" fmla="*/ 5 w 48"/>
                  <a:gd name="T17" fmla="*/ 160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160">
                    <a:moveTo>
                      <a:pt x="5" y="160"/>
                    </a:moveTo>
                    <a:cubicBezTo>
                      <a:pt x="43" y="160"/>
                      <a:pt x="43" y="160"/>
                      <a:pt x="43" y="160"/>
                    </a:cubicBezTo>
                    <a:cubicBezTo>
                      <a:pt x="46" y="160"/>
                      <a:pt x="48" y="157"/>
                      <a:pt x="48" y="154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48" y="2"/>
                      <a:pt x="46" y="0"/>
                      <a:pt x="43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6"/>
                    </a:cubicBezTo>
                    <a:cubicBezTo>
                      <a:pt x="0" y="154"/>
                      <a:pt x="0" y="154"/>
                      <a:pt x="0" y="154"/>
                    </a:cubicBezTo>
                    <a:cubicBezTo>
                      <a:pt x="0" y="157"/>
                      <a:pt x="2" y="160"/>
                      <a:pt x="5" y="1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90" name="Freeform 225">
                <a:extLst>
                  <a:ext uri="{FF2B5EF4-FFF2-40B4-BE49-F238E27FC236}">
                    <a16:creationId xmlns:a16="http://schemas.microsoft.com/office/drawing/2014/main" id="{4ABF2568-3AC0-4737-A2FF-8A0909F5DD1E}"/>
                  </a:ext>
                </a:extLst>
              </p:cNvPr>
              <p:cNvSpPr/>
              <p:nvPr/>
            </p:nvSpPr>
            <p:spPr bwMode="auto">
              <a:xfrm>
                <a:off x="4074393" y="1166915"/>
                <a:ext cx="125777" cy="518288"/>
              </a:xfrm>
              <a:custGeom>
                <a:avLst/>
                <a:gdLst>
                  <a:gd name="T0" fmla="*/ 6 w 49"/>
                  <a:gd name="T1" fmla="*/ 202 h 202"/>
                  <a:gd name="T2" fmla="*/ 43 w 49"/>
                  <a:gd name="T3" fmla="*/ 202 h 202"/>
                  <a:gd name="T4" fmla="*/ 49 w 49"/>
                  <a:gd name="T5" fmla="*/ 196 h 202"/>
                  <a:gd name="T6" fmla="*/ 49 w 49"/>
                  <a:gd name="T7" fmla="*/ 5 h 202"/>
                  <a:gd name="T8" fmla="*/ 43 w 49"/>
                  <a:gd name="T9" fmla="*/ 0 h 202"/>
                  <a:gd name="T10" fmla="*/ 6 w 49"/>
                  <a:gd name="T11" fmla="*/ 0 h 202"/>
                  <a:gd name="T12" fmla="*/ 0 w 49"/>
                  <a:gd name="T13" fmla="*/ 5 h 202"/>
                  <a:gd name="T14" fmla="*/ 0 w 49"/>
                  <a:gd name="T15" fmla="*/ 196 h 202"/>
                  <a:gd name="T16" fmla="*/ 6 w 49"/>
                  <a:gd name="T17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9" h="202">
                    <a:moveTo>
                      <a:pt x="6" y="202"/>
                    </a:moveTo>
                    <a:cubicBezTo>
                      <a:pt x="43" y="202"/>
                      <a:pt x="43" y="202"/>
                      <a:pt x="43" y="202"/>
                    </a:cubicBezTo>
                    <a:cubicBezTo>
                      <a:pt x="46" y="202"/>
                      <a:pt x="49" y="199"/>
                      <a:pt x="49" y="196"/>
                    </a:cubicBezTo>
                    <a:cubicBezTo>
                      <a:pt x="49" y="5"/>
                      <a:pt x="49" y="5"/>
                      <a:pt x="49" y="5"/>
                    </a:cubicBezTo>
                    <a:cubicBezTo>
                      <a:pt x="49" y="2"/>
                      <a:pt x="46" y="0"/>
                      <a:pt x="43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2"/>
                      <a:pt x="0" y="5"/>
                    </a:cubicBezTo>
                    <a:cubicBezTo>
                      <a:pt x="0" y="196"/>
                      <a:pt x="0" y="196"/>
                      <a:pt x="0" y="196"/>
                    </a:cubicBezTo>
                    <a:cubicBezTo>
                      <a:pt x="0" y="199"/>
                      <a:pt x="3" y="202"/>
                      <a:pt x="6" y="2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91" name="Freeform 226">
                <a:extLst>
                  <a:ext uri="{FF2B5EF4-FFF2-40B4-BE49-F238E27FC236}">
                    <a16:creationId xmlns:a16="http://schemas.microsoft.com/office/drawing/2014/main" id="{2BF2CD50-8510-4AE9-A6A1-417ABFE6EF31}"/>
                  </a:ext>
                </a:extLst>
              </p:cNvPr>
              <p:cNvSpPr/>
              <p:nvPr/>
            </p:nvSpPr>
            <p:spPr bwMode="auto">
              <a:xfrm>
                <a:off x="4271732" y="1058486"/>
                <a:ext cx="125777" cy="626716"/>
              </a:xfrm>
              <a:custGeom>
                <a:avLst/>
                <a:gdLst>
                  <a:gd name="T0" fmla="*/ 6 w 49"/>
                  <a:gd name="T1" fmla="*/ 244 h 244"/>
                  <a:gd name="T2" fmla="*/ 43 w 49"/>
                  <a:gd name="T3" fmla="*/ 244 h 244"/>
                  <a:gd name="T4" fmla="*/ 49 w 49"/>
                  <a:gd name="T5" fmla="*/ 238 h 244"/>
                  <a:gd name="T6" fmla="*/ 49 w 49"/>
                  <a:gd name="T7" fmla="*/ 5 h 244"/>
                  <a:gd name="T8" fmla="*/ 43 w 49"/>
                  <a:gd name="T9" fmla="*/ 0 h 244"/>
                  <a:gd name="T10" fmla="*/ 6 w 49"/>
                  <a:gd name="T11" fmla="*/ 0 h 244"/>
                  <a:gd name="T12" fmla="*/ 0 w 49"/>
                  <a:gd name="T13" fmla="*/ 5 h 244"/>
                  <a:gd name="T14" fmla="*/ 0 w 49"/>
                  <a:gd name="T15" fmla="*/ 238 h 244"/>
                  <a:gd name="T16" fmla="*/ 6 w 49"/>
                  <a:gd name="T17" fmla="*/ 244 h 2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9" h="244">
                    <a:moveTo>
                      <a:pt x="6" y="244"/>
                    </a:moveTo>
                    <a:cubicBezTo>
                      <a:pt x="43" y="244"/>
                      <a:pt x="43" y="244"/>
                      <a:pt x="43" y="244"/>
                    </a:cubicBezTo>
                    <a:cubicBezTo>
                      <a:pt x="46" y="244"/>
                      <a:pt x="49" y="241"/>
                      <a:pt x="49" y="238"/>
                    </a:cubicBezTo>
                    <a:cubicBezTo>
                      <a:pt x="49" y="5"/>
                      <a:pt x="49" y="5"/>
                      <a:pt x="49" y="5"/>
                    </a:cubicBezTo>
                    <a:cubicBezTo>
                      <a:pt x="49" y="2"/>
                      <a:pt x="46" y="0"/>
                      <a:pt x="43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2"/>
                      <a:pt x="0" y="5"/>
                    </a:cubicBezTo>
                    <a:cubicBezTo>
                      <a:pt x="0" y="238"/>
                      <a:pt x="0" y="238"/>
                      <a:pt x="0" y="238"/>
                    </a:cubicBezTo>
                    <a:cubicBezTo>
                      <a:pt x="0" y="241"/>
                      <a:pt x="3" y="244"/>
                      <a:pt x="6" y="2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096047AD-208F-49B4-A931-EC2B14126379}"/>
                </a:ext>
              </a:extLst>
            </p:cNvPr>
            <p:cNvGrpSpPr/>
            <p:nvPr/>
          </p:nvGrpSpPr>
          <p:grpSpPr>
            <a:xfrm>
              <a:off x="10240844" y="3302449"/>
              <a:ext cx="300352" cy="257548"/>
              <a:chOff x="3546346" y="2339026"/>
              <a:chExt cx="897787" cy="769842"/>
            </a:xfrm>
            <a:solidFill>
              <a:schemeClr val="accent3"/>
            </a:solidFill>
          </p:grpSpPr>
          <p:sp>
            <p:nvSpPr>
              <p:cNvPr id="80" name="Rectangle 227">
                <a:extLst>
                  <a:ext uri="{FF2B5EF4-FFF2-40B4-BE49-F238E27FC236}">
                    <a16:creationId xmlns:a16="http://schemas.microsoft.com/office/drawing/2014/main" id="{2C90B86F-3D1F-46CC-A273-74D2A5B8B0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1526" y="3077423"/>
                <a:ext cx="882607" cy="3144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81" name="Freeform 228">
                <a:extLst>
                  <a:ext uri="{FF2B5EF4-FFF2-40B4-BE49-F238E27FC236}">
                    <a16:creationId xmlns:a16="http://schemas.microsoft.com/office/drawing/2014/main" id="{39ADDB32-7C47-4D9E-9C73-864338C1E689}"/>
                  </a:ext>
                </a:extLst>
              </p:cNvPr>
              <p:cNvSpPr/>
              <p:nvPr/>
            </p:nvSpPr>
            <p:spPr bwMode="auto">
              <a:xfrm>
                <a:off x="3617909" y="2844302"/>
                <a:ext cx="125777" cy="210351"/>
              </a:xfrm>
              <a:custGeom>
                <a:avLst/>
                <a:gdLst>
                  <a:gd name="T0" fmla="*/ 6 w 49"/>
                  <a:gd name="T1" fmla="*/ 82 h 82"/>
                  <a:gd name="T2" fmla="*/ 43 w 49"/>
                  <a:gd name="T3" fmla="*/ 82 h 82"/>
                  <a:gd name="T4" fmla="*/ 49 w 49"/>
                  <a:gd name="T5" fmla="*/ 76 h 82"/>
                  <a:gd name="T6" fmla="*/ 49 w 49"/>
                  <a:gd name="T7" fmla="*/ 0 h 82"/>
                  <a:gd name="T8" fmla="*/ 0 w 49"/>
                  <a:gd name="T9" fmla="*/ 49 h 82"/>
                  <a:gd name="T10" fmla="*/ 0 w 49"/>
                  <a:gd name="T11" fmla="*/ 76 h 82"/>
                  <a:gd name="T12" fmla="*/ 6 w 49"/>
                  <a:gd name="T13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9" h="82">
                    <a:moveTo>
                      <a:pt x="6" y="82"/>
                    </a:moveTo>
                    <a:cubicBezTo>
                      <a:pt x="43" y="82"/>
                      <a:pt x="43" y="82"/>
                      <a:pt x="43" y="82"/>
                    </a:cubicBezTo>
                    <a:cubicBezTo>
                      <a:pt x="46" y="82"/>
                      <a:pt x="49" y="79"/>
                      <a:pt x="49" y="76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0" y="76"/>
                      <a:pt x="0" y="76"/>
                    </a:cubicBezTo>
                    <a:cubicBezTo>
                      <a:pt x="0" y="79"/>
                      <a:pt x="3" y="82"/>
                      <a:pt x="6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82" name="Freeform 229">
                <a:extLst>
                  <a:ext uri="{FF2B5EF4-FFF2-40B4-BE49-F238E27FC236}">
                    <a16:creationId xmlns:a16="http://schemas.microsoft.com/office/drawing/2014/main" id="{9B30A394-0855-4DD0-97C8-B858390B9A04}"/>
                  </a:ext>
                </a:extLst>
              </p:cNvPr>
              <p:cNvSpPr/>
              <p:nvPr/>
            </p:nvSpPr>
            <p:spPr bwMode="auto">
              <a:xfrm>
                <a:off x="3779467" y="2682744"/>
                <a:ext cx="122524" cy="371910"/>
              </a:xfrm>
              <a:custGeom>
                <a:avLst/>
                <a:gdLst>
                  <a:gd name="T0" fmla="*/ 5 w 48"/>
                  <a:gd name="T1" fmla="*/ 145 h 145"/>
                  <a:gd name="T2" fmla="*/ 43 w 48"/>
                  <a:gd name="T3" fmla="*/ 145 h 145"/>
                  <a:gd name="T4" fmla="*/ 48 w 48"/>
                  <a:gd name="T5" fmla="*/ 139 h 145"/>
                  <a:gd name="T6" fmla="*/ 48 w 48"/>
                  <a:gd name="T7" fmla="*/ 0 h 145"/>
                  <a:gd name="T8" fmla="*/ 0 w 48"/>
                  <a:gd name="T9" fmla="*/ 49 h 145"/>
                  <a:gd name="T10" fmla="*/ 0 w 48"/>
                  <a:gd name="T11" fmla="*/ 139 h 145"/>
                  <a:gd name="T12" fmla="*/ 5 w 48"/>
                  <a:gd name="T13" fmla="*/ 145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145">
                    <a:moveTo>
                      <a:pt x="5" y="145"/>
                    </a:moveTo>
                    <a:cubicBezTo>
                      <a:pt x="43" y="145"/>
                      <a:pt x="43" y="145"/>
                      <a:pt x="43" y="145"/>
                    </a:cubicBezTo>
                    <a:cubicBezTo>
                      <a:pt x="46" y="145"/>
                      <a:pt x="48" y="142"/>
                      <a:pt x="48" y="139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139"/>
                      <a:pt x="0" y="139"/>
                      <a:pt x="0" y="139"/>
                    </a:cubicBezTo>
                    <a:cubicBezTo>
                      <a:pt x="0" y="142"/>
                      <a:pt x="2" y="145"/>
                      <a:pt x="5" y="1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83" name="Freeform 230">
                <a:extLst>
                  <a:ext uri="{FF2B5EF4-FFF2-40B4-BE49-F238E27FC236}">
                    <a16:creationId xmlns:a16="http://schemas.microsoft.com/office/drawing/2014/main" id="{C7341948-7774-416E-AD10-7BD12E82650C}"/>
                  </a:ext>
                </a:extLst>
              </p:cNvPr>
              <p:cNvSpPr/>
              <p:nvPr/>
            </p:nvSpPr>
            <p:spPr bwMode="auto">
              <a:xfrm>
                <a:off x="3938857" y="2713104"/>
                <a:ext cx="124693" cy="341550"/>
              </a:xfrm>
              <a:custGeom>
                <a:avLst/>
                <a:gdLst>
                  <a:gd name="T0" fmla="*/ 22 w 49"/>
                  <a:gd name="T1" fmla="*/ 22 h 133"/>
                  <a:gd name="T2" fmla="*/ 0 w 49"/>
                  <a:gd name="T3" fmla="*/ 0 h 133"/>
                  <a:gd name="T4" fmla="*/ 0 w 49"/>
                  <a:gd name="T5" fmla="*/ 127 h 133"/>
                  <a:gd name="T6" fmla="*/ 6 w 49"/>
                  <a:gd name="T7" fmla="*/ 133 h 133"/>
                  <a:gd name="T8" fmla="*/ 43 w 49"/>
                  <a:gd name="T9" fmla="*/ 133 h 133"/>
                  <a:gd name="T10" fmla="*/ 49 w 49"/>
                  <a:gd name="T11" fmla="*/ 127 h 133"/>
                  <a:gd name="T12" fmla="*/ 49 w 49"/>
                  <a:gd name="T13" fmla="*/ 26 h 133"/>
                  <a:gd name="T14" fmla="*/ 38 w 49"/>
                  <a:gd name="T15" fmla="*/ 29 h 133"/>
                  <a:gd name="T16" fmla="*/ 22 w 49"/>
                  <a:gd name="T17" fmla="*/ 22 h 1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9" h="133">
                    <a:moveTo>
                      <a:pt x="22" y="22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27"/>
                      <a:pt x="0" y="127"/>
                      <a:pt x="0" y="127"/>
                    </a:cubicBezTo>
                    <a:cubicBezTo>
                      <a:pt x="0" y="130"/>
                      <a:pt x="3" y="133"/>
                      <a:pt x="6" y="133"/>
                    </a:cubicBezTo>
                    <a:cubicBezTo>
                      <a:pt x="43" y="133"/>
                      <a:pt x="43" y="133"/>
                      <a:pt x="43" y="133"/>
                    </a:cubicBezTo>
                    <a:cubicBezTo>
                      <a:pt x="46" y="133"/>
                      <a:pt x="49" y="130"/>
                      <a:pt x="49" y="127"/>
                    </a:cubicBezTo>
                    <a:cubicBezTo>
                      <a:pt x="49" y="26"/>
                      <a:pt x="49" y="26"/>
                      <a:pt x="49" y="26"/>
                    </a:cubicBezTo>
                    <a:cubicBezTo>
                      <a:pt x="46" y="28"/>
                      <a:pt x="42" y="29"/>
                      <a:pt x="38" y="29"/>
                    </a:cubicBezTo>
                    <a:cubicBezTo>
                      <a:pt x="32" y="29"/>
                      <a:pt x="27" y="26"/>
                      <a:pt x="2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84" name="Freeform 231">
                <a:extLst>
                  <a:ext uri="{FF2B5EF4-FFF2-40B4-BE49-F238E27FC236}">
                    <a16:creationId xmlns:a16="http://schemas.microsoft.com/office/drawing/2014/main" id="{178F46E3-4F1D-4608-B82F-6B88648DF19E}"/>
                  </a:ext>
                </a:extLst>
              </p:cNvPr>
              <p:cNvSpPr/>
              <p:nvPr/>
            </p:nvSpPr>
            <p:spPr bwMode="auto">
              <a:xfrm>
                <a:off x="4100415" y="2624193"/>
                <a:ext cx="122524" cy="430461"/>
              </a:xfrm>
              <a:custGeom>
                <a:avLst/>
                <a:gdLst>
                  <a:gd name="T0" fmla="*/ 5 w 48"/>
                  <a:gd name="T1" fmla="*/ 168 h 168"/>
                  <a:gd name="T2" fmla="*/ 43 w 48"/>
                  <a:gd name="T3" fmla="*/ 168 h 168"/>
                  <a:gd name="T4" fmla="*/ 48 w 48"/>
                  <a:gd name="T5" fmla="*/ 162 h 168"/>
                  <a:gd name="T6" fmla="*/ 48 w 48"/>
                  <a:gd name="T7" fmla="*/ 0 h 168"/>
                  <a:gd name="T8" fmla="*/ 0 w 48"/>
                  <a:gd name="T9" fmla="*/ 48 h 168"/>
                  <a:gd name="T10" fmla="*/ 0 w 48"/>
                  <a:gd name="T11" fmla="*/ 162 h 168"/>
                  <a:gd name="T12" fmla="*/ 5 w 48"/>
                  <a:gd name="T13" fmla="*/ 168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168">
                    <a:moveTo>
                      <a:pt x="5" y="168"/>
                    </a:moveTo>
                    <a:cubicBezTo>
                      <a:pt x="43" y="168"/>
                      <a:pt x="43" y="168"/>
                      <a:pt x="43" y="168"/>
                    </a:cubicBezTo>
                    <a:cubicBezTo>
                      <a:pt x="46" y="168"/>
                      <a:pt x="48" y="165"/>
                      <a:pt x="48" y="162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162"/>
                      <a:pt x="0" y="162"/>
                      <a:pt x="0" y="162"/>
                    </a:cubicBezTo>
                    <a:cubicBezTo>
                      <a:pt x="0" y="165"/>
                      <a:pt x="2" y="168"/>
                      <a:pt x="5" y="1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85" name="Freeform 232">
                <a:extLst>
                  <a:ext uri="{FF2B5EF4-FFF2-40B4-BE49-F238E27FC236}">
                    <a16:creationId xmlns:a16="http://schemas.microsoft.com/office/drawing/2014/main" id="{23AAC843-4545-4EA0-9CF5-874ACF043084}"/>
                  </a:ext>
                </a:extLst>
              </p:cNvPr>
              <p:cNvSpPr/>
              <p:nvPr/>
            </p:nvSpPr>
            <p:spPr bwMode="auto">
              <a:xfrm>
                <a:off x="4258721" y="2513596"/>
                <a:ext cx="125777" cy="541058"/>
              </a:xfrm>
              <a:custGeom>
                <a:avLst/>
                <a:gdLst>
                  <a:gd name="T0" fmla="*/ 29 w 49"/>
                  <a:gd name="T1" fmla="*/ 0 h 211"/>
                  <a:gd name="T2" fmla="*/ 0 w 49"/>
                  <a:gd name="T3" fmla="*/ 29 h 211"/>
                  <a:gd name="T4" fmla="*/ 0 w 49"/>
                  <a:gd name="T5" fmla="*/ 205 h 211"/>
                  <a:gd name="T6" fmla="*/ 6 w 49"/>
                  <a:gd name="T7" fmla="*/ 211 h 211"/>
                  <a:gd name="T8" fmla="*/ 43 w 49"/>
                  <a:gd name="T9" fmla="*/ 211 h 211"/>
                  <a:gd name="T10" fmla="*/ 49 w 49"/>
                  <a:gd name="T11" fmla="*/ 205 h 211"/>
                  <a:gd name="T12" fmla="*/ 49 w 49"/>
                  <a:gd name="T13" fmla="*/ 22 h 211"/>
                  <a:gd name="T14" fmla="*/ 29 w 49"/>
                  <a:gd name="T15" fmla="*/ 0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9" h="211">
                    <a:moveTo>
                      <a:pt x="29" y="0"/>
                    </a:moveTo>
                    <a:cubicBezTo>
                      <a:pt x="0" y="29"/>
                      <a:pt x="0" y="29"/>
                      <a:pt x="0" y="29"/>
                    </a:cubicBezTo>
                    <a:cubicBezTo>
                      <a:pt x="0" y="205"/>
                      <a:pt x="0" y="205"/>
                      <a:pt x="0" y="205"/>
                    </a:cubicBezTo>
                    <a:cubicBezTo>
                      <a:pt x="0" y="208"/>
                      <a:pt x="3" y="211"/>
                      <a:pt x="6" y="211"/>
                    </a:cubicBezTo>
                    <a:cubicBezTo>
                      <a:pt x="43" y="211"/>
                      <a:pt x="43" y="211"/>
                      <a:pt x="43" y="211"/>
                    </a:cubicBezTo>
                    <a:cubicBezTo>
                      <a:pt x="46" y="211"/>
                      <a:pt x="49" y="208"/>
                      <a:pt x="49" y="205"/>
                    </a:cubicBezTo>
                    <a:cubicBezTo>
                      <a:pt x="49" y="22"/>
                      <a:pt x="49" y="22"/>
                      <a:pt x="49" y="22"/>
                    </a:cubicBezTo>
                    <a:cubicBezTo>
                      <a:pt x="38" y="21"/>
                      <a:pt x="29" y="12"/>
                      <a:pt x="29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  <p:sp>
            <p:nvSpPr>
              <p:cNvPr id="86" name="Freeform 233">
                <a:extLst>
                  <a:ext uri="{FF2B5EF4-FFF2-40B4-BE49-F238E27FC236}">
                    <a16:creationId xmlns:a16="http://schemas.microsoft.com/office/drawing/2014/main" id="{D7763F08-C5FD-4348-AA44-A4B29C75B18A}"/>
                  </a:ext>
                </a:extLst>
              </p:cNvPr>
              <p:cNvSpPr/>
              <p:nvPr/>
            </p:nvSpPr>
            <p:spPr bwMode="auto">
              <a:xfrm>
                <a:off x="3546346" y="2339026"/>
                <a:ext cx="871764" cy="610452"/>
              </a:xfrm>
              <a:custGeom>
                <a:avLst/>
                <a:gdLst>
                  <a:gd name="T0" fmla="*/ 20 w 340"/>
                  <a:gd name="T1" fmla="*/ 234 h 238"/>
                  <a:gd name="T2" fmla="*/ 140 w 340"/>
                  <a:gd name="T3" fmla="*/ 113 h 238"/>
                  <a:gd name="T4" fmla="*/ 183 w 340"/>
                  <a:gd name="T5" fmla="*/ 156 h 238"/>
                  <a:gd name="T6" fmla="*/ 199 w 340"/>
                  <a:gd name="T7" fmla="*/ 156 h 238"/>
                  <a:gd name="T8" fmla="*/ 318 w 340"/>
                  <a:gd name="T9" fmla="*/ 37 h 238"/>
                  <a:gd name="T10" fmla="*/ 318 w 340"/>
                  <a:gd name="T11" fmla="*/ 64 h 238"/>
                  <a:gd name="T12" fmla="*/ 329 w 340"/>
                  <a:gd name="T13" fmla="*/ 75 h 238"/>
                  <a:gd name="T14" fmla="*/ 340 w 340"/>
                  <a:gd name="T15" fmla="*/ 64 h 238"/>
                  <a:gd name="T16" fmla="*/ 340 w 340"/>
                  <a:gd name="T17" fmla="*/ 11 h 238"/>
                  <a:gd name="T18" fmla="*/ 337 w 340"/>
                  <a:gd name="T19" fmla="*/ 3 h 238"/>
                  <a:gd name="T20" fmla="*/ 329 w 340"/>
                  <a:gd name="T21" fmla="*/ 0 h 238"/>
                  <a:gd name="T22" fmla="*/ 276 w 340"/>
                  <a:gd name="T23" fmla="*/ 0 h 238"/>
                  <a:gd name="T24" fmla="*/ 265 w 340"/>
                  <a:gd name="T25" fmla="*/ 11 h 238"/>
                  <a:gd name="T26" fmla="*/ 276 w 340"/>
                  <a:gd name="T27" fmla="*/ 22 h 238"/>
                  <a:gd name="T28" fmla="*/ 302 w 340"/>
                  <a:gd name="T29" fmla="*/ 22 h 238"/>
                  <a:gd name="T30" fmla="*/ 191 w 340"/>
                  <a:gd name="T31" fmla="*/ 133 h 238"/>
                  <a:gd name="T32" fmla="*/ 148 w 340"/>
                  <a:gd name="T33" fmla="*/ 90 h 238"/>
                  <a:gd name="T34" fmla="*/ 133 w 340"/>
                  <a:gd name="T35" fmla="*/ 90 h 238"/>
                  <a:gd name="T36" fmla="*/ 4 w 340"/>
                  <a:gd name="T37" fmla="*/ 219 h 238"/>
                  <a:gd name="T38" fmla="*/ 4 w 340"/>
                  <a:gd name="T39" fmla="*/ 234 h 238"/>
                  <a:gd name="T40" fmla="*/ 20 w 340"/>
                  <a:gd name="T41" fmla="*/ 234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40" h="238">
                    <a:moveTo>
                      <a:pt x="20" y="234"/>
                    </a:moveTo>
                    <a:cubicBezTo>
                      <a:pt x="140" y="113"/>
                      <a:pt x="140" y="113"/>
                      <a:pt x="140" y="113"/>
                    </a:cubicBezTo>
                    <a:cubicBezTo>
                      <a:pt x="183" y="156"/>
                      <a:pt x="183" y="156"/>
                      <a:pt x="183" y="156"/>
                    </a:cubicBezTo>
                    <a:cubicBezTo>
                      <a:pt x="188" y="160"/>
                      <a:pt x="195" y="160"/>
                      <a:pt x="199" y="156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64"/>
                      <a:pt x="318" y="64"/>
                      <a:pt x="318" y="64"/>
                    </a:cubicBezTo>
                    <a:cubicBezTo>
                      <a:pt x="318" y="70"/>
                      <a:pt x="323" y="75"/>
                      <a:pt x="329" y="75"/>
                    </a:cubicBezTo>
                    <a:cubicBezTo>
                      <a:pt x="335" y="75"/>
                      <a:pt x="340" y="70"/>
                      <a:pt x="340" y="64"/>
                    </a:cubicBezTo>
                    <a:cubicBezTo>
                      <a:pt x="340" y="11"/>
                      <a:pt x="340" y="11"/>
                      <a:pt x="340" y="11"/>
                    </a:cubicBezTo>
                    <a:cubicBezTo>
                      <a:pt x="340" y="8"/>
                      <a:pt x="339" y="5"/>
                      <a:pt x="337" y="3"/>
                    </a:cubicBezTo>
                    <a:cubicBezTo>
                      <a:pt x="335" y="1"/>
                      <a:pt x="332" y="0"/>
                      <a:pt x="329" y="0"/>
                    </a:cubicBezTo>
                    <a:cubicBezTo>
                      <a:pt x="276" y="0"/>
                      <a:pt x="276" y="0"/>
                      <a:pt x="276" y="0"/>
                    </a:cubicBezTo>
                    <a:cubicBezTo>
                      <a:pt x="270" y="0"/>
                      <a:pt x="265" y="4"/>
                      <a:pt x="265" y="11"/>
                    </a:cubicBezTo>
                    <a:cubicBezTo>
                      <a:pt x="265" y="17"/>
                      <a:pt x="270" y="22"/>
                      <a:pt x="276" y="22"/>
                    </a:cubicBezTo>
                    <a:cubicBezTo>
                      <a:pt x="302" y="22"/>
                      <a:pt x="302" y="22"/>
                      <a:pt x="302" y="22"/>
                    </a:cubicBezTo>
                    <a:cubicBezTo>
                      <a:pt x="191" y="133"/>
                      <a:pt x="191" y="133"/>
                      <a:pt x="191" y="133"/>
                    </a:cubicBezTo>
                    <a:cubicBezTo>
                      <a:pt x="148" y="90"/>
                      <a:pt x="148" y="90"/>
                      <a:pt x="148" y="90"/>
                    </a:cubicBezTo>
                    <a:cubicBezTo>
                      <a:pt x="144" y="86"/>
                      <a:pt x="137" y="86"/>
                      <a:pt x="133" y="90"/>
                    </a:cubicBezTo>
                    <a:cubicBezTo>
                      <a:pt x="4" y="219"/>
                      <a:pt x="4" y="219"/>
                      <a:pt x="4" y="219"/>
                    </a:cubicBezTo>
                    <a:cubicBezTo>
                      <a:pt x="0" y="223"/>
                      <a:pt x="0" y="230"/>
                      <a:pt x="4" y="234"/>
                    </a:cubicBezTo>
                    <a:cubicBezTo>
                      <a:pt x="8" y="238"/>
                      <a:pt x="15" y="238"/>
                      <a:pt x="20" y="2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4795" tIns="32398" rIns="64795" bIns="32398" numCol="1" anchor="t" anchorCtr="0" compatLnSpc="1"/>
              <a:lstStyle/>
              <a:p>
                <a:endParaRPr lang="zh-CN" altLang="en-US" sz="1346">
                  <a:solidFill>
                    <a:srgbClr val="00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92588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 tmFilter="0,0; .5, 1; 1, 1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700"/>
                            </p:stCondLst>
                            <p:childTnLst>
                              <p:par>
                                <p:cTn id="4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 tmFilter="0,0; .5, 1; 1, 1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900"/>
                            </p:stCondLst>
                            <p:childTnLst>
                              <p:par>
                                <p:cTn id="50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 tmFilter="0,0; .5, 1; 1, 1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95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" grpId="0"/>
      <p:bldP spid="432" grpId="0"/>
      <p:bldP spid="43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</a:t>
            </a:r>
            <a:r>
              <a:rPr lang="zh-CN" altLang="en-US"/>
              <a:t>节课内容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3520302806"/>
              </p:ext>
            </p:extLst>
          </p:nvPr>
        </p:nvGraphicFramePr>
        <p:xfrm>
          <a:off x="2279576" y="1700809"/>
          <a:ext cx="7920880" cy="4896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8942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2895601" y="2743200"/>
            <a:ext cx="7123113" cy="183792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数据库和表操作</a:t>
            </a:r>
          </a:p>
          <a:p>
            <a:pPr lvl="0"/>
            <a:r>
              <a:rPr lang="zh-CN" altLang="en-US"/>
              <a:t>字段、记录操作</a:t>
            </a:r>
          </a:p>
          <a:p>
            <a:pPr lvl="0"/>
            <a:r>
              <a:rPr lang="zh-CN" altLang="en-US"/>
              <a:t>索引、外键、导入和导出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altLang="zh-CN"/>
              <a:t>MySQL</a:t>
            </a:r>
            <a:r>
              <a:rPr lang="zh-CN" altLang="en-US"/>
              <a:t>数据库操作内容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34539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数据库和表操作</a:t>
            </a:r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439018077"/>
              </p:ext>
            </p:extLst>
          </p:nvPr>
        </p:nvGraphicFramePr>
        <p:xfrm>
          <a:off x="812800" y="1589088"/>
          <a:ext cx="5181600" cy="49355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7" name="内容占位符 6"/>
          <p:cNvGraphicFramePr>
            <a:graphicFrameLocks noGrp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4014695977"/>
              </p:ext>
            </p:extLst>
          </p:nvPr>
        </p:nvGraphicFramePr>
        <p:xfrm>
          <a:off x="6459538" y="1589088"/>
          <a:ext cx="5181600" cy="49355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381205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表字段调整、记录操作</a:t>
            </a:r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211349534"/>
              </p:ext>
            </p:extLst>
          </p:nvPr>
        </p:nvGraphicFramePr>
        <p:xfrm>
          <a:off x="812800" y="1589088"/>
          <a:ext cx="5181600" cy="49355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内容占位符 5"/>
          <p:cNvGraphicFramePr>
            <a:graphicFrameLocks noGrp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951965799"/>
              </p:ext>
            </p:extLst>
          </p:nvPr>
        </p:nvGraphicFramePr>
        <p:xfrm>
          <a:off x="6459538" y="1589088"/>
          <a:ext cx="5181600" cy="49355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754161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471EAA-C9BE-51B1-24F1-1AF52B79B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索引、主键、外键</a:t>
            </a:r>
          </a:p>
        </p:txBody>
      </p:sp>
      <p:graphicFrame>
        <p:nvGraphicFramePr>
          <p:cNvPr id="7" name="内容占位符 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402716805"/>
              </p:ext>
            </p:extLst>
          </p:nvPr>
        </p:nvGraphicFramePr>
        <p:xfrm>
          <a:off x="812800" y="1589088"/>
          <a:ext cx="5181600" cy="49355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298F689-A3C1-FB00-5521-C0996E82CB36}"/>
              </a:ext>
            </a:extLst>
          </p:cNvPr>
          <p:cNvPicPr>
            <a:picLocks noGrp="1" noChangeAspect="1"/>
          </p:cNvPicPr>
          <p:nvPr>
            <p:ph sz="quarter" idx="2"/>
          </p:nvPr>
        </p:nvPicPr>
        <p:blipFill>
          <a:blip r:embed="rId8"/>
          <a:stretch>
            <a:fillRect/>
          </a:stretch>
        </p:blipFill>
        <p:spPr>
          <a:xfrm>
            <a:off x="6260398" y="1799231"/>
            <a:ext cx="5181600" cy="2257625"/>
          </a:xfrm>
          <a:prstGeom prst="rect">
            <a:avLst/>
          </a:prstGeom>
          <a:ln>
            <a:solidFill>
              <a:schemeClr val="accent6"/>
            </a:solidFill>
          </a:ln>
        </p:spPr>
      </p:pic>
    </p:spTree>
    <p:extLst>
      <p:ext uri="{BB962C8B-B14F-4D97-AF65-F5344CB8AC3E}">
        <p14:creationId xmlns:p14="http://schemas.microsoft.com/office/powerpoint/2010/main" val="3138877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B32CF7-2D9A-25A1-8009-F348FCD1B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541D42F8-F8D8-E8C5-D793-CD6320853B1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/>
              <a:t>完成表创建命令的编写，脚本如右图所示</a:t>
            </a:r>
            <a:endParaRPr lang="en-US" altLang="zh-CN" dirty="0"/>
          </a:p>
          <a:p>
            <a:r>
              <a:rPr lang="zh-CN" altLang="en-US"/>
              <a:t>要求加入</a:t>
            </a:r>
            <a:r>
              <a:rPr lang="zh-CN" altLang="en-US" dirty="0"/>
              <a:t>注释，声明如下情况：</a:t>
            </a:r>
            <a:endParaRPr lang="en-US" altLang="zh-CN" dirty="0"/>
          </a:p>
          <a:p>
            <a:pPr marL="880110" lvl="1" indent="-514350">
              <a:buFont typeface="+mj-ea"/>
              <a:buAutoNum type="circleNumDbPlain"/>
            </a:pPr>
            <a:r>
              <a:rPr lang="zh-CN" altLang="en-US" dirty="0"/>
              <a:t>主键定义位置</a:t>
            </a:r>
            <a:endParaRPr lang="en-US" altLang="zh-CN" dirty="0"/>
          </a:p>
          <a:p>
            <a:pPr marL="880110" lvl="1" indent="-514350">
              <a:buFont typeface="+mj-ea"/>
              <a:buAutoNum type="circleNumDbPlain"/>
            </a:pPr>
            <a:r>
              <a:rPr lang="zh-CN" altLang="en-US" dirty="0"/>
              <a:t>唯一索引定义位置</a:t>
            </a:r>
            <a:endParaRPr lang="en-US" altLang="zh-CN" dirty="0"/>
          </a:p>
          <a:p>
            <a:pPr marL="880110" lvl="1" indent="-514350">
              <a:buFont typeface="+mj-ea"/>
              <a:buAutoNum type="circleNumDbPlain"/>
            </a:pPr>
            <a:r>
              <a:rPr lang="zh-CN" altLang="en-US" dirty="0"/>
              <a:t>普通索引定义位置</a:t>
            </a:r>
            <a:endParaRPr lang="en-US" altLang="zh-CN" dirty="0"/>
          </a:p>
          <a:p>
            <a:pPr marL="880110" lvl="1" indent="-514350">
              <a:buFont typeface="+mj-ea"/>
              <a:buAutoNum type="circleNumDbPlain"/>
            </a:pPr>
            <a:r>
              <a:rPr lang="zh-CN" altLang="en-US"/>
              <a:t>外</a:t>
            </a:r>
            <a:r>
              <a:rPr lang="zh-CN" altLang="en-US" dirty="0"/>
              <a:t>键定义位置</a:t>
            </a:r>
            <a:endParaRPr lang="en-US" altLang="zh-CN" dirty="0"/>
          </a:p>
          <a:p>
            <a:pPr marL="880110" lvl="1" indent="-514350">
              <a:buFont typeface="+mj-ea"/>
              <a:buAutoNum type="circleNumDbPlain"/>
            </a:pPr>
            <a:r>
              <a:rPr lang="zh-CN" altLang="en-US" dirty="0"/>
              <a:t>引擎定义位置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01571B7-80E9-36BA-8EB3-0048AD5812CA}"/>
              </a:ext>
            </a:extLst>
          </p:cNvPr>
          <p:cNvPicPr>
            <a:picLocks noGrp="1" noChangeAspect="1"/>
          </p:cNvPicPr>
          <p:nvPr>
            <p:ph sz="quarter" idx="2"/>
          </p:nvPr>
        </p:nvPicPr>
        <p:blipFill>
          <a:blip r:embed="rId2"/>
          <a:stretch>
            <a:fillRect/>
          </a:stretch>
        </p:blipFill>
        <p:spPr>
          <a:xfrm>
            <a:off x="6312024" y="1586620"/>
            <a:ext cx="5181600" cy="2257625"/>
          </a:xfrm>
          <a:prstGeom prst="rect">
            <a:avLst/>
          </a:prstGeom>
          <a:ln>
            <a:solidFill>
              <a:schemeClr val="accent6"/>
            </a:solidFill>
          </a:ln>
        </p:spPr>
      </p:pic>
    </p:spTree>
    <p:extLst>
      <p:ext uri="{BB962C8B-B14F-4D97-AF65-F5344CB8AC3E}">
        <p14:creationId xmlns:p14="http://schemas.microsoft.com/office/powerpoint/2010/main" val="1791930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导</a:t>
            </a:r>
            <a:r>
              <a:rPr lang="zh-CN" altLang="en-US" dirty="0"/>
              <a:t>入导出</a:t>
            </a:r>
          </a:p>
        </p:txBody>
      </p:sp>
      <p:graphicFrame>
        <p:nvGraphicFramePr>
          <p:cNvPr id="6" name="内容占位符 5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664547226"/>
              </p:ext>
            </p:extLst>
          </p:nvPr>
        </p:nvGraphicFramePr>
        <p:xfrm>
          <a:off x="817563" y="1600200"/>
          <a:ext cx="10871200" cy="492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39428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导入导出汇总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sz="quarter" idx="1"/>
          </p:nvPr>
        </p:nvGraphicFramePr>
        <p:xfrm>
          <a:off x="47328" y="1600200"/>
          <a:ext cx="10871200" cy="492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左箭头标注 4"/>
          <p:cNvSpPr/>
          <p:nvPr/>
        </p:nvSpPr>
        <p:spPr>
          <a:xfrm>
            <a:off x="8087544" y="5517232"/>
            <a:ext cx="4104456" cy="863737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80868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en-US"/>
              <a:t>use liuyan</a:t>
            </a:r>
            <a:endParaRPr lang="zh-CN" altLang="en-US"/>
          </a:p>
          <a:p>
            <a:pPr lvl="0"/>
            <a:r>
              <a:rPr lang="en-US" altLang="en-US"/>
              <a:t>set names utf8</a:t>
            </a:r>
            <a:endParaRPr lang="zh-CN" altLang="en-US"/>
          </a:p>
          <a:p>
            <a:pPr lvl="0"/>
            <a:r>
              <a:rPr lang="en-US" altLang="en-US"/>
              <a:t>source c:/liuyan.sql</a:t>
            </a:r>
            <a:endParaRPr lang="zh-CN" altLang="en-US"/>
          </a:p>
        </p:txBody>
      </p:sp>
      <p:sp>
        <p:nvSpPr>
          <p:cNvPr id="7" name="线形标注 2 6"/>
          <p:cNvSpPr/>
          <p:nvPr/>
        </p:nvSpPr>
        <p:spPr>
          <a:xfrm>
            <a:off x="9048328" y="2204864"/>
            <a:ext cx="3143672" cy="2088232"/>
          </a:xfrm>
          <a:prstGeom prst="borderCallout2">
            <a:avLst>
              <a:gd name="adj1" fmla="val 89077"/>
              <a:gd name="adj2" fmla="val -2469"/>
              <a:gd name="adj3" fmla="val 89519"/>
              <a:gd name="adj4" fmla="val -15934"/>
              <a:gd name="adj5" fmla="val 149654"/>
              <a:gd name="adj6" fmla="val -34940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导出：</a:t>
            </a:r>
            <a:r>
              <a:rPr lang="en-US" altLang="zh-CN" dirty="0" err="1"/>
              <a:t>mysqldump</a:t>
            </a:r>
            <a:r>
              <a:rPr lang="en-US" altLang="zh-CN" dirty="0"/>
              <a:t> - root -p </a:t>
            </a:r>
            <a:r>
              <a:rPr lang="en-US" altLang="zh-CN" dirty="0" err="1"/>
              <a:t>liuyan</a:t>
            </a:r>
            <a:r>
              <a:rPr lang="en-US" altLang="zh-CN" dirty="0"/>
              <a:t> &gt; c:/liuyan.sql</a:t>
            </a:r>
          </a:p>
          <a:p>
            <a:r>
              <a:rPr lang="zh-CN" altLang="en-US" dirty="0"/>
              <a:t>只要表结构：加参数 </a:t>
            </a:r>
            <a:r>
              <a:rPr lang="en-US" altLang="zh-CN" dirty="0"/>
              <a:t>-d</a:t>
            </a:r>
          </a:p>
          <a:p>
            <a:r>
              <a:rPr lang="zh-CN" altLang="en-US" dirty="0"/>
              <a:t>只要相应的表，跟着数据库名后：</a:t>
            </a:r>
            <a:r>
              <a:rPr lang="en-US" altLang="zh-CN" dirty="0" err="1"/>
              <a:t>liuyan</a:t>
            </a:r>
            <a:r>
              <a:rPr lang="en-US" altLang="zh-CN" dirty="0"/>
              <a:t> user message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71240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  <a:r>
              <a:rPr lang="en-US" altLang="zh-CN" dirty="0"/>
              <a:t>2</a:t>
            </a:r>
            <a:r>
              <a:rPr lang="zh-CN" altLang="en-US" dirty="0"/>
              <a:t>：导出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运行</a:t>
            </a:r>
            <a:r>
              <a:rPr lang="en-US" altLang="zh-CN" dirty="0" err="1"/>
              <a:t>mysqldump</a:t>
            </a:r>
            <a:r>
              <a:rPr lang="zh-CN" altLang="en-US" dirty="0"/>
              <a:t>，在</a:t>
            </a:r>
            <a:r>
              <a:rPr lang="en-US" altLang="zh-CN" dirty="0" err="1"/>
              <a:t>cmd</a:t>
            </a:r>
            <a:r>
              <a:rPr lang="zh-CN" altLang="en-US" dirty="0"/>
              <a:t>命令行把系统数据库</a:t>
            </a:r>
            <a:r>
              <a:rPr lang="en-US" altLang="zh-CN" dirty="0" err="1"/>
              <a:t>mysql</a:t>
            </a:r>
            <a:r>
              <a:rPr lang="zh-CN" altLang="en-US" dirty="0"/>
              <a:t>结构导出到</a:t>
            </a:r>
            <a:r>
              <a:rPr lang="en-US" altLang="zh-CN" dirty="0"/>
              <a:t>E:/data/mysql0.sql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zh-CN" altLang="en-US" dirty="0"/>
              <a:t>把系统数据库</a:t>
            </a:r>
            <a:r>
              <a:rPr lang="en-US" altLang="zh-CN" dirty="0" err="1"/>
              <a:t>mysql</a:t>
            </a:r>
            <a:r>
              <a:rPr lang="zh-CN" altLang="en-US" dirty="0"/>
              <a:t>结构和记录导出到</a:t>
            </a:r>
            <a:r>
              <a:rPr lang="en-US" altLang="zh-CN" dirty="0"/>
              <a:t>E:/data/mysql1.sql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zh-CN" altLang="en-US" dirty="0"/>
              <a:t>打开导出的</a:t>
            </a:r>
            <a:r>
              <a:rPr lang="en-US" altLang="zh-CN" dirty="0" err="1"/>
              <a:t>sql</a:t>
            </a:r>
            <a:r>
              <a:rPr lang="zh-CN" altLang="en-US" dirty="0"/>
              <a:t>文件，查看文件内容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注意：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可能失败的原因：</a:t>
            </a:r>
            <a:r>
              <a:rPr lang="en-US" altLang="zh-CN" dirty="0">
                <a:solidFill>
                  <a:srgbClr val="FF0000"/>
                </a:solidFill>
              </a:rPr>
              <a:t>E:/data</a:t>
            </a:r>
            <a:r>
              <a:rPr lang="zh-CN" altLang="en-US" dirty="0">
                <a:solidFill>
                  <a:srgbClr val="FF0000"/>
                </a:solidFill>
              </a:rPr>
              <a:t>目录不存在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7532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练习</a:t>
            </a:r>
            <a:r>
              <a:rPr lang="en-US" altLang="zh-CN"/>
              <a:t>3</a:t>
            </a:r>
            <a:r>
              <a:rPr lang="zh-CN" altLang="en-US"/>
              <a:t>（课后）：</a:t>
            </a:r>
            <a:r>
              <a:rPr lang="zh-CN" altLang="en-US" dirty="0"/>
              <a:t>导入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812800" y="1589567"/>
            <a:ext cx="4851152" cy="4935777"/>
          </a:xfrm>
        </p:spPr>
        <p:txBody>
          <a:bodyPr/>
          <a:lstStyle/>
          <a:p>
            <a:r>
              <a:rPr lang="zh-CN" altLang="en-US" dirty="0"/>
              <a:t>新建一个数据库</a:t>
            </a:r>
            <a:r>
              <a:rPr lang="en-US" altLang="zh-CN" dirty="0" err="1"/>
              <a:t>new_mysql</a:t>
            </a:r>
            <a:r>
              <a:rPr lang="zh-CN" altLang="en-US" dirty="0"/>
              <a:t>，把</a:t>
            </a:r>
            <a:r>
              <a:rPr lang="en-US" altLang="zh-CN" dirty="0"/>
              <a:t>mysql1.sql</a:t>
            </a:r>
            <a:r>
              <a:rPr lang="zh-CN" altLang="en-US" dirty="0"/>
              <a:t>导入数据库，查看数据库</a:t>
            </a:r>
            <a:r>
              <a:rPr lang="en-US" altLang="zh-CN" dirty="0" err="1"/>
              <a:t>new_mysql</a:t>
            </a:r>
            <a:r>
              <a:rPr lang="zh-CN" altLang="en-US" dirty="0"/>
              <a:t>导入后的表情况：</a:t>
            </a:r>
            <a:endParaRPr lang="en-US" altLang="zh-CN" dirty="0"/>
          </a:p>
          <a:p>
            <a:pPr lvl="1"/>
            <a:r>
              <a:rPr lang="zh-CN" altLang="en-US" dirty="0"/>
              <a:t>结构？</a:t>
            </a:r>
            <a:endParaRPr lang="en-US" altLang="zh-CN" dirty="0"/>
          </a:p>
          <a:p>
            <a:pPr lvl="2"/>
            <a:r>
              <a:rPr lang="en-US" altLang="zh-CN" dirty="0"/>
              <a:t>show tables;</a:t>
            </a:r>
          </a:p>
          <a:p>
            <a:pPr lvl="2"/>
            <a:r>
              <a:rPr lang="en-US" altLang="zh-CN" dirty="0"/>
              <a:t>show create table ***;</a:t>
            </a:r>
          </a:p>
          <a:p>
            <a:pPr lvl="1"/>
            <a:r>
              <a:rPr lang="zh-CN" altLang="en-US" dirty="0"/>
              <a:t>记录？</a:t>
            </a:r>
            <a:endParaRPr lang="en-US" altLang="zh-CN" dirty="0"/>
          </a:p>
          <a:p>
            <a:pPr lvl="2"/>
            <a:r>
              <a:rPr lang="en-US" altLang="zh-CN" dirty="0"/>
              <a:t>select *** from ***;</a:t>
            </a:r>
            <a:endParaRPr lang="zh-CN" altLang="en-US" dirty="0"/>
          </a:p>
        </p:txBody>
      </p:sp>
      <p:pic>
        <p:nvPicPr>
          <p:cNvPr id="10" name="内容占位符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928" y="1589567"/>
            <a:ext cx="1986071" cy="493553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内容占位符 10"/>
          <p:cNvPicPr>
            <a:picLocks noGrp="1" noChangeAspect="1"/>
          </p:cNvPicPr>
          <p:nvPr>
            <p:ph sz="quarter" idx="2"/>
          </p:nvPr>
        </p:nvPicPr>
        <p:blipFill>
          <a:blip r:embed="rId4"/>
          <a:stretch>
            <a:fillRect/>
          </a:stretch>
        </p:blipFill>
        <p:spPr>
          <a:xfrm>
            <a:off x="7030679" y="2132856"/>
            <a:ext cx="5181600" cy="3432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992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CN" altLang="en-US">
                <a:solidFill>
                  <a:srgbClr val="FFC000"/>
                </a:solidFill>
              </a:rPr>
              <a:t>数据库物理建模分析</a:t>
            </a:r>
            <a:endParaRPr lang="en-US" altLang="zh-CN">
              <a:solidFill>
                <a:srgbClr val="FFC000"/>
              </a:solidFill>
            </a:endParaRPr>
          </a:p>
          <a:p>
            <a:r>
              <a:rPr lang="zh-CN" altLang="en-US">
                <a:solidFill>
                  <a:srgbClr val="FFC000"/>
                </a:solidFill>
              </a:rPr>
              <a:t>系统数据库物理建模过程</a:t>
            </a:r>
            <a:endParaRPr lang="en-US" altLang="zh-CN">
              <a:solidFill>
                <a:srgbClr val="FFC000"/>
              </a:solidFill>
            </a:endParaRPr>
          </a:p>
          <a:p>
            <a:r>
              <a:rPr lang="zh-CN" altLang="en-US"/>
              <a:t>创建数据库和表的命令解析</a:t>
            </a:r>
            <a:endParaRPr lang="en-US" altLang="zh-CN"/>
          </a:p>
          <a:p>
            <a:pPr lvl="0"/>
            <a:r>
              <a:rPr lang="zh-CN" altLang="en-US" sz="2800" b="0">
                <a:latin typeface="微软雅黑" panose="020B0503020204020204" pitchFamily="34" charset="-122"/>
                <a:ea typeface="微软雅黑" panose="020B0503020204020204" pitchFamily="34" charset="-122"/>
              </a:rPr>
              <a:t>外键约束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altLang="zh-CN"/>
              <a:t>MySQL</a:t>
            </a:r>
            <a:r>
              <a:rPr lang="zh-CN" altLang="en-US"/>
              <a:t>数据库的构建</a:t>
            </a:r>
          </a:p>
        </p:txBody>
      </p:sp>
    </p:spTree>
    <p:extLst>
      <p:ext uri="{BB962C8B-B14F-4D97-AF65-F5344CB8AC3E}">
        <p14:creationId xmlns:p14="http://schemas.microsoft.com/office/powerpoint/2010/main" val="221314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2AA7A-857D-6C25-5F04-F982BF052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B19131-B09A-6398-C60C-97CCAE814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ER</a:t>
            </a:r>
            <a:r>
              <a:rPr lang="zh-CN" altLang="en-US"/>
              <a:t>图最终版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AA211EF-C359-6531-8D18-57EA828E99D4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4178" y="1600200"/>
            <a:ext cx="7317970" cy="492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24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DB95FC-0C74-A6ED-5D7A-74AC7E6F6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优化版（考虑转专业</a:t>
            </a:r>
            <a:r>
              <a:rPr lang="en-US" altLang="zh-CN"/>
              <a:t>+</a:t>
            </a:r>
            <a:r>
              <a:rPr lang="zh-CN" altLang="en-US"/>
              <a:t>选修）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B54D7F7-7585-10A0-1BFA-EAE66DD58D0D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0978" y="1600200"/>
            <a:ext cx="5944370" cy="4924425"/>
          </a:xfrm>
          <a:prstGeom prst="rect">
            <a:avLst/>
          </a:prstGeom>
          <a:ln>
            <a:solidFill>
              <a:srgbClr val="549E39"/>
            </a:solidFill>
          </a:ln>
        </p:spPr>
      </p:pic>
    </p:spTree>
    <p:extLst>
      <p:ext uri="{BB962C8B-B14F-4D97-AF65-F5344CB8AC3E}">
        <p14:creationId xmlns:p14="http://schemas.microsoft.com/office/powerpoint/2010/main" val="25946622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AF2619-7811-BCA0-42C8-4C709660A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物理建模的</a:t>
            </a:r>
            <a:r>
              <a:rPr lang="en-US" altLang="zh-CN"/>
              <a:t>6</a:t>
            </a:r>
            <a:r>
              <a:rPr lang="zh-CN" altLang="en-US"/>
              <a:t>个考量维度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CB288888-CB8F-2B4D-B79D-89314782C318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4217916940"/>
              </p:ext>
            </p:extLst>
          </p:nvPr>
        </p:nvGraphicFramePr>
        <p:xfrm>
          <a:off x="812800" y="1589088"/>
          <a:ext cx="5181600" cy="49355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内容占位符 3">
            <a:extLst>
              <a:ext uri="{FF2B5EF4-FFF2-40B4-BE49-F238E27FC236}">
                <a16:creationId xmlns:a16="http://schemas.microsoft.com/office/drawing/2014/main" id="{CCF1908E-A3C7-7B44-8140-374DA85006AC}"/>
              </a:ext>
            </a:extLst>
          </p:cNvPr>
          <p:cNvGraphicFramePr>
            <a:graphicFrameLocks noGrp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284611267"/>
              </p:ext>
            </p:extLst>
          </p:nvPr>
        </p:nvGraphicFramePr>
        <p:xfrm>
          <a:off x="6459538" y="1589088"/>
          <a:ext cx="5181600" cy="49355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970642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Graphic spid="7" grpId="0">
        <p:bldAsOne/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CE3989-9085-4ED8-9CF4-14951125C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实际考量的指标</a:t>
            </a:r>
            <a:r>
              <a:rPr lang="en-US" altLang="zh-CN"/>
              <a:t>——</a:t>
            </a:r>
            <a:r>
              <a:rPr lang="zh-CN" altLang="en-US"/>
              <a:t>数据类型（表</a:t>
            </a:r>
            <a:r>
              <a:rPr lang="en-US" altLang="zh-CN"/>
              <a:t>3-1</a:t>
            </a:r>
            <a:r>
              <a:rPr lang="zh-CN" altLang="en-US"/>
              <a:t>）</a:t>
            </a:r>
          </a:p>
        </p:txBody>
      </p:sp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27096F5B-F852-C4C5-1D18-5410F1603ABB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357367575"/>
              </p:ext>
            </p:extLst>
          </p:nvPr>
        </p:nvGraphicFramePr>
        <p:xfrm>
          <a:off x="1199456" y="1704974"/>
          <a:ext cx="9865096" cy="5143691"/>
        </p:xfrm>
        <a:graphic>
          <a:graphicData uri="http://schemas.openxmlformats.org/drawingml/2006/table">
            <a:tbl>
              <a:tblPr firstRow="1" firstCol="1" bandRow="1">
                <a:tableStyleId>{5DA37D80-6434-44D0-A028-1B22A696006F}</a:tableStyleId>
              </a:tblPr>
              <a:tblGrid>
                <a:gridCol w="1844692">
                  <a:extLst>
                    <a:ext uri="{9D8B030D-6E8A-4147-A177-3AD203B41FA5}">
                      <a16:colId xmlns:a16="http://schemas.microsoft.com/office/drawing/2014/main" val="3750228081"/>
                    </a:ext>
                  </a:extLst>
                </a:gridCol>
                <a:gridCol w="5854894">
                  <a:extLst>
                    <a:ext uri="{9D8B030D-6E8A-4147-A177-3AD203B41FA5}">
                      <a16:colId xmlns:a16="http://schemas.microsoft.com/office/drawing/2014/main" val="2432439400"/>
                    </a:ext>
                  </a:extLst>
                </a:gridCol>
                <a:gridCol w="2165510">
                  <a:extLst>
                    <a:ext uri="{9D8B030D-6E8A-4147-A177-3AD203B41FA5}">
                      <a16:colId xmlns:a16="http://schemas.microsoft.com/office/drawing/2014/main" val="4169534865"/>
                    </a:ext>
                  </a:extLst>
                </a:gridCol>
              </a:tblGrid>
              <a:tr h="571898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600" kern="100">
                          <a:effectLst/>
                        </a:rPr>
                        <a:t>数据类型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035" marR="550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600" kern="100">
                          <a:effectLst/>
                        </a:rPr>
                        <a:t>描述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035" marR="550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600" kern="100">
                          <a:effectLst/>
                        </a:rPr>
                        <a:t>适用列（举例）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035" marR="55035" marT="0" marB="0" anchor="ctr"/>
                </a:tc>
                <a:extLst>
                  <a:ext uri="{0D108BD9-81ED-4DB2-BD59-A6C34878D82A}">
                    <a16:rowId xmlns:a16="http://schemas.microsoft.com/office/drawing/2014/main" val="3954231134"/>
                  </a:ext>
                </a:extLst>
              </a:tr>
              <a:tr h="1136170"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INT(size)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035" marR="55035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just">
                        <a:lnSpc>
                          <a:spcPct val="150000"/>
                        </a:lnSpc>
                        <a:buNone/>
                      </a:pPr>
                      <a:r>
                        <a:rPr lang="zh-CN" sz="1100" kern="100">
                          <a:effectLst/>
                        </a:rPr>
                        <a:t>仅容纳整数。在括号内规定数字的最大位数。</a:t>
                      </a:r>
                      <a:r>
                        <a:rPr lang="en-US" sz="1100" kern="100">
                          <a:effectLst/>
                        </a:rPr>
                        <a:t>-2147483648</a:t>
                      </a:r>
                      <a:r>
                        <a:rPr lang="zh-CN" sz="1100" kern="100">
                          <a:effectLst/>
                        </a:rPr>
                        <a:t>到</a:t>
                      </a:r>
                      <a:r>
                        <a:rPr lang="en-US" sz="1100" kern="100">
                          <a:effectLst/>
                        </a:rPr>
                        <a:t>2147483647</a:t>
                      </a:r>
                      <a:r>
                        <a:rPr lang="zh-CN" sz="1100" kern="100">
                          <a:effectLst/>
                        </a:rPr>
                        <a:t>常规。</a:t>
                      </a:r>
                      <a:r>
                        <a:rPr lang="en-US" sz="1100" kern="100">
                          <a:effectLst/>
                        </a:rPr>
                        <a:t>0</a:t>
                      </a:r>
                      <a:r>
                        <a:rPr lang="zh-CN" sz="1100" kern="100">
                          <a:effectLst/>
                        </a:rPr>
                        <a:t>到</a:t>
                      </a:r>
                      <a:r>
                        <a:rPr lang="en-US" sz="1100" kern="100">
                          <a:effectLst/>
                        </a:rPr>
                        <a:t>4294967295</a:t>
                      </a:r>
                      <a:r>
                        <a:rPr lang="zh-CN" sz="1100" kern="100">
                          <a:effectLst/>
                        </a:rPr>
                        <a:t>无符号。在括号中规定最大位数。无符号需要加</a:t>
                      </a:r>
                      <a:r>
                        <a:rPr lang="en-US" sz="1100" kern="100">
                          <a:effectLst/>
                        </a:rPr>
                        <a:t>UNSIGNED</a:t>
                      </a:r>
                      <a:r>
                        <a:rPr lang="zh-CN" sz="1100" kern="100">
                          <a:effectLst/>
                        </a:rPr>
                        <a:t>关键字。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035" marR="55035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自动编号</a:t>
                      </a:r>
                    </a:p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课程编码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035" marR="55035" marT="0" marB="0" anchor="ctr"/>
                </a:tc>
                <a:extLst>
                  <a:ext uri="{0D108BD9-81ED-4DB2-BD59-A6C34878D82A}">
                    <a16:rowId xmlns:a16="http://schemas.microsoft.com/office/drawing/2014/main" val="2653929681"/>
                  </a:ext>
                </a:extLst>
              </a:tr>
              <a:tr h="858192"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BIGINT(size)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035" marR="55035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-9223372036854775808 </a:t>
                      </a:r>
                      <a:r>
                        <a:rPr lang="zh-CN" sz="1400" kern="100">
                          <a:effectLst/>
                        </a:rPr>
                        <a:t>到</a:t>
                      </a:r>
                      <a:r>
                        <a:rPr lang="en-US" sz="1400" kern="100">
                          <a:effectLst/>
                        </a:rPr>
                        <a:t> 9223372036854775807 </a:t>
                      </a:r>
                      <a:r>
                        <a:rPr lang="zh-CN" sz="1400" kern="100">
                          <a:effectLst/>
                        </a:rPr>
                        <a:t>常规。</a:t>
                      </a:r>
                      <a:r>
                        <a:rPr lang="en-US" sz="1400" kern="100">
                          <a:effectLst/>
                        </a:rPr>
                        <a:t>0 </a:t>
                      </a:r>
                      <a:r>
                        <a:rPr lang="zh-CN" sz="1400" kern="100">
                          <a:effectLst/>
                        </a:rPr>
                        <a:t>到</a:t>
                      </a:r>
                      <a:r>
                        <a:rPr lang="en-US" sz="1400" kern="100">
                          <a:effectLst/>
                        </a:rPr>
                        <a:t> 18446744073709551615 </a:t>
                      </a:r>
                      <a:r>
                        <a:rPr lang="zh-CN" sz="1400" kern="100">
                          <a:effectLst/>
                        </a:rPr>
                        <a:t>无符号</a:t>
                      </a:r>
                      <a:r>
                        <a:rPr lang="en-US" sz="1400" kern="100">
                          <a:effectLst/>
                        </a:rPr>
                        <a:t>*</a:t>
                      </a:r>
                      <a:r>
                        <a:rPr lang="zh-CN" sz="1400" kern="100">
                          <a:effectLst/>
                        </a:rPr>
                        <a:t>。在括号中规定最大位数。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035" marR="55035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学号</a:t>
                      </a:r>
                    </a:p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工号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035" marR="55035" marT="0" marB="0" anchor="ctr"/>
                </a:tc>
                <a:extLst>
                  <a:ext uri="{0D108BD9-81ED-4DB2-BD59-A6C34878D82A}">
                    <a16:rowId xmlns:a16="http://schemas.microsoft.com/office/drawing/2014/main" val="2867641410"/>
                  </a:ext>
                </a:extLst>
              </a:tr>
              <a:tr h="1078333"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NUMERIC(size,d)</a:t>
                      </a:r>
                      <a:endParaRPr lang="zh-CN" sz="1400" kern="100">
                        <a:effectLst/>
                      </a:endParaRPr>
                    </a:p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或</a:t>
                      </a:r>
                    </a:p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DECIMAL(size,d)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035" marR="55035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just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严格规定必须精确实现指定的精度。在</a:t>
                      </a:r>
                      <a:r>
                        <a:rPr lang="en-US" sz="1400" kern="100">
                          <a:effectLst/>
                        </a:rPr>
                        <a:t>size</a:t>
                      </a:r>
                      <a:r>
                        <a:rPr lang="zh-CN" sz="1400" kern="100">
                          <a:effectLst/>
                        </a:rPr>
                        <a:t>规定小数点前后数字的位数限制，</a:t>
                      </a:r>
                      <a:r>
                        <a:rPr lang="en-US" sz="1400" kern="100">
                          <a:effectLst/>
                        </a:rPr>
                        <a:t>d </a:t>
                      </a:r>
                      <a:r>
                        <a:rPr lang="zh-CN" sz="1400" kern="100">
                          <a:effectLst/>
                        </a:rPr>
                        <a:t>规定小数点右侧的最大位数。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035" marR="55035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各种成绩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035" marR="55035" marT="0" marB="0" anchor="ctr"/>
                </a:tc>
                <a:extLst>
                  <a:ext uri="{0D108BD9-81ED-4DB2-BD59-A6C34878D82A}">
                    <a16:rowId xmlns:a16="http://schemas.microsoft.com/office/drawing/2014/main" val="1519315239"/>
                  </a:ext>
                </a:extLst>
              </a:tr>
              <a:tr h="556926"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CHAR(size)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035" marR="55035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just">
                        <a:lnSpc>
                          <a:spcPct val="150000"/>
                        </a:lnSpc>
                        <a:buNone/>
                      </a:pPr>
                      <a:r>
                        <a:rPr lang="zh-CN" sz="1100" kern="100">
                          <a:effectLst/>
                        </a:rPr>
                        <a:t>保存固定长度的字符串（可包含字母、数字以及特殊字符）。在括号中指定字符串的长度。最多</a:t>
                      </a:r>
                      <a:r>
                        <a:rPr lang="en-US" sz="1100" kern="100">
                          <a:effectLst/>
                        </a:rPr>
                        <a:t>255</a:t>
                      </a:r>
                      <a:r>
                        <a:rPr lang="zh-CN" sz="1100" kern="100">
                          <a:effectLst/>
                        </a:rPr>
                        <a:t>个字符。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035" marR="55035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密码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035" marR="55035" marT="0" marB="0" anchor="ctr"/>
                </a:tc>
                <a:extLst>
                  <a:ext uri="{0D108BD9-81ED-4DB2-BD59-A6C34878D82A}">
                    <a16:rowId xmlns:a16="http://schemas.microsoft.com/office/drawing/2014/main" val="1362939129"/>
                  </a:ext>
                </a:extLst>
              </a:tr>
              <a:tr h="942172"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VARCHAR(size)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035" marR="55035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just">
                        <a:lnSpc>
                          <a:spcPct val="150000"/>
                        </a:lnSpc>
                        <a:buNone/>
                      </a:pPr>
                      <a:r>
                        <a:rPr lang="zh-CN" sz="1100" kern="100">
                          <a:effectLst/>
                        </a:rPr>
                        <a:t>保存可变长度的字符串（可包含字母、数字以及特殊字符）。在括号中指定字符串的最大长度。最多</a:t>
                      </a:r>
                      <a:r>
                        <a:rPr lang="en-US" sz="1100" kern="100">
                          <a:effectLst/>
                        </a:rPr>
                        <a:t>255</a:t>
                      </a:r>
                      <a:r>
                        <a:rPr lang="zh-CN" sz="1100" kern="100">
                          <a:effectLst/>
                        </a:rPr>
                        <a:t>个字符。</a:t>
                      </a:r>
                      <a:endParaRPr lang="zh-CN" sz="1400" kern="100">
                        <a:effectLst/>
                      </a:endParaRPr>
                    </a:p>
                    <a:p>
                      <a:pPr marL="38100" marR="38100" indent="127000" algn="just">
                        <a:lnSpc>
                          <a:spcPct val="150000"/>
                        </a:lnSpc>
                        <a:buNone/>
                      </a:pPr>
                      <a:r>
                        <a:rPr lang="zh-CN" sz="1100" kern="100">
                          <a:effectLst/>
                        </a:rPr>
                        <a:t>注释：如果值的长度大于</a:t>
                      </a:r>
                      <a:r>
                        <a:rPr lang="en-US" sz="1100" kern="100">
                          <a:effectLst/>
                        </a:rPr>
                        <a:t>255</a:t>
                      </a:r>
                      <a:r>
                        <a:rPr lang="zh-CN" sz="1100" kern="100">
                          <a:effectLst/>
                        </a:rPr>
                        <a:t>，则被转换为</a:t>
                      </a:r>
                      <a:r>
                        <a:rPr lang="en-US" sz="1100" kern="100">
                          <a:effectLst/>
                        </a:rPr>
                        <a:t>TEXT</a:t>
                      </a:r>
                      <a:r>
                        <a:rPr lang="zh-CN" sz="1100" kern="100">
                          <a:effectLst/>
                        </a:rPr>
                        <a:t>类型。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035" marR="55035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名字、名称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035" marR="55035" marT="0" marB="0" anchor="ctr"/>
                </a:tc>
                <a:extLst>
                  <a:ext uri="{0D108BD9-81ED-4DB2-BD59-A6C34878D82A}">
                    <a16:rowId xmlns:a16="http://schemas.microsoft.com/office/drawing/2014/main" val="10498263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81899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C69215-55CB-65A0-60F4-A42D0FD34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整型系列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D8067E57-83F4-BD20-5AE4-64394BD68728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572095628"/>
              </p:ext>
            </p:extLst>
          </p:nvPr>
        </p:nvGraphicFramePr>
        <p:xfrm>
          <a:off x="817563" y="1725612"/>
          <a:ext cx="10871200" cy="467360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966069">
                  <a:extLst>
                    <a:ext uri="{9D8B030D-6E8A-4147-A177-3AD203B41FA5}">
                      <a16:colId xmlns:a16="http://schemas.microsoft.com/office/drawing/2014/main" val="3184617669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3280677432"/>
                    </a:ext>
                  </a:extLst>
                </a:gridCol>
                <a:gridCol w="2288366">
                  <a:extLst>
                    <a:ext uri="{9D8B030D-6E8A-4147-A177-3AD203B41FA5}">
                      <a16:colId xmlns:a16="http://schemas.microsoft.com/office/drawing/2014/main" val="682860163"/>
                    </a:ext>
                  </a:extLst>
                </a:gridCol>
                <a:gridCol w="2102166">
                  <a:extLst>
                    <a:ext uri="{9D8B030D-6E8A-4147-A177-3AD203B41FA5}">
                      <a16:colId xmlns:a16="http://schemas.microsoft.com/office/drawing/2014/main" val="1439315216"/>
                    </a:ext>
                  </a:extLst>
                </a:gridCol>
                <a:gridCol w="2282351">
                  <a:extLst>
                    <a:ext uri="{9D8B030D-6E8A-4147-A177-3AD203B41FA5}">
                      <a16:colId xmlns:a16="http://schemas.microsoft.com/office/drawing/2014/main" val="28590548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类型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存储空间 （字节）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有符号范围 （</a:t>
                      </a:r>
                      <a:r>
                        <a:rPr lang="en-US" b="0">
                          <a:effectLst/>
                        </a:rPr>
                        <a:t>signed）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无符号范围 （</a:t>
                      </a:r>
                      <a:r>
                        <a:rPr lang="en-US" b="0">
                          <a:effectLst/>
                        </a:rPr>
                        <a:t>unsigned）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适用场景举例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extLst>
                  <a:ext uri="{0D108BD9-81ED-4DB2-BD59-A6C34878D82A}">
                    <a16:rowId xmlns:a16="http://schemas.microsoft.com/office/drawing/2014/main" val="1719363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</a:rPr>
                        <a:t>TINYINT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1 </a:t>
                      </a:r>
                      <a:r>
                        <a:rPr lang="zh-CN" altLang="en-US" b="0">
                          <a:effectLst/>
                        </a:rPr>
                        <a:t>字节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-128 </a:t>
                      </a:r>
                      <a:r>
                        <a:rPr lang="zh-CN" altLang="en-US" b="0">
                          <a:effectLst/>
                        </a:rPr>
                        <a:t>～ </a:t>
                      </a:r>
                      <a:r>
                        <a:rPr lang="en-US" altLang="zh-CN" b="0">
                          <a:effectLst/>
                        </a:rPr>
                        <a:t>127</a:t>
                      </a:r>
                      <a:endParaRPr lang="en-US" altLang="zh-CN" b="0"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b="1">
                          <a:effectLst/>
                        </a:rPr>
                        <a:t>0 </a:t>
                      </a:r>
                      <a:r>
                        <a:rPr lang="zh-CN" altLang="en-US" b="1">
                          <a:effectLst/>
                        </a:rPr>
                        <a:t>～ </a:t>
                      </a:r>
                      <a:r>
                        <a:rPr lang="en-US" altLang="zh-CN" b="1">
                          <a:effectLst/>
                        </a:rPr>
                        <a:t>255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状态码、年龄、年级（</a:t>
                      </a:r>
                      <a:r>
                        <a:rPr lang="en-US" altLang="zh-CN" b="0">
                          <a:effectLst/>
                        </a:rPr>
                        <a:t>1-6</a:t>
                      </a:r>
                      <a:r>
                        <a:rPr lang="zh-CN" altLang="en-US" b="0">
                          <a:effectLst/>
                        </a:rPr>
                        <a:t>）、评分（</a:t>
                      </a:r>
                      <a:r>
                        <a:rPr lang="en-US" altLang="zh-CN" b="0">
                          <a:effectLst/>
                        </a:rPr>
                        <a:t>1-5</a:t>
                      </a:r>
                      <a:r>
                        <a:rPr lang="zh-CN" altLang="en-US" b="0">
                          <a:effectLst/>
                        </a:rPr>
                        <a:t>）、布尔值（</a:t>
                      </a:r>
                      <a:r>
                        <a:rPr lang="en-US" altLang="zh-CN" b="0">
                          <a:effectLst/>
                        </a:rPr>
                        <a:t>0/1</a:t>
                      </a:r>
                      <a:r>
                        <a:rPr lang="zh-CN" altLang="en-US" b="0">
                          <a:effectLst/>
                        </a:rPr>
                        <a:t>）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76200" marT="47625" marB="47625" anchor="ctr"/>
                </a:tc>
                <a:extLst>
                  <a:ext uri="{0D108BD9-81ED-4DB2-BD59-A6C34878D82A}">
                    <a16:rowId xmlns:a16="http://schemas.microsoft.com/office/drawing/2014/main" val="208077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</a:rPr>
                        <a:t>SMALLINT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2 </a:t>
                      </a:r>
                      <a:r>
                        <a:rPr lang="zh-CN" altLang="en-US" b="0">
                          <a:effectLst/>
                        </a:rPr>
                        <a:t>字节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-32768 </a:t>
                      </a:r>
                      <a:r>
                        <a:rPr lang="zh-CN" altLang="en-US" b="0">
                          <a:effectLst/>
                        </a:rPr>
                        <a:t>～ </a:t>
                      </a:r>
                      <a:r>
                        <a:rPr lang="en-US" altLang="zh-CN" b="0">
                          <a:effectLst/>
                        </a:rPr>
                        <a:t>32767</a:t>
                      </a:r>
                      <a:endParaRPr lang="en-US" altLang="zh-CN" b="0"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0 </a:t>
                      </a:r>
                      <a:r>
                        <a:rPr lang="zh-CN" altLang="en-US" b="0">
                          <a:effectLst/>
                        </a:rPr>
                        <a:t>～ </a:t>
                      </a:r>
                      <a:r>
                        <a:rPr lang="en-US" altLang="zh-CN" b="0">
                          <a:effectLst/>
                        </a:rPr>
                        <a:t>65535</a:t>
                      </a:r>
                      <a:endParaRPr lang="en-US" altLang="zh-CN" b="0"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学院编号、专业代码、考试座位号、学生数量（班级内）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76200" marT="47625" marB="47625" anchor="ctr"/>
                </a:tc>
                <a:extLst>
                  <a:ext uri="{0D108BD9-81ED-4DB2-BD59-A6C34878D82A}">
                    <a16:rowId xmlns:a16="http://schemas.microsoft.com/office/drawing/2014/main" val="1915256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</a:rPr>
                        <a:t>MEDIUMINT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3 </a:t>
                      </a:r>
                      <a:r>
                        <a:rPr lang="zh-CN" altLang="en-US" b="0">
                          <a:effectLst/>
                        </a:rPr>
                        <a:t>字节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-8388608 </a:t>
                      </a:r>
                      <a:r>
                        <a:rPr lang="zh-CN" altLang="en-US" b="0">
                          <a:effectLst/>
                        </a:rPr>
                        <a:t>～ </a:t>
                      </a:r>
                      <a:r>
                        <a:rPr lang="en-US" altLang="zh-CN" b="0">
                          <a:effectLst/>
                        </a:rPr>
                        <a:t>8388607</a:t>
                      </a:r>
                      <a:endParaRPr lang="en-US" altLang="zh-CN" b="0"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0 </a:t>
                      </a:r>
                      <a:r>
                        <a:rPr lang="zh-CN" altLang="en-US" b="0">
                          <a:effectLst/>
                        </a:rPr>
                        <a:t>～ </a:t>
                      </a:r>
                      <a:r>
                        <a:rPr lang="en-US" altLang="zh-CN" b="1">
                          <a:effectLst/>
                        </a:rPr>
                        <a:t>16777215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选修课人数（全校性）、论坛帖子数、中大型枚举值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76200" marT="47625" marB="47625" anchor="ctr"/>
                </a:tc>
                <a:extLst>
                  <a:ext uri="{0D108BD9-81ED-4DB2-BD59-A6C34878D82A}">
                    <a16:rowId xmlns:a16="http://schemas.microsoft.com/office/drawing/2014/main" val="2271470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</a:rPr>
                        <a:t>INT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4 </a:t>
                      </a:r>
                      <a:r>
                        <a:rPr lang="zh-CN" altLang="en-US" b="0">
                          <a:effectLst/>
                        </a:rPr>
                        <a:t>字节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-21</a:t>
                      </a:r>
                      <a:r>
                        <a:rPr lang="zh-CN" altLang="en-US" b="0">
                          <a:effectLst/>
                        </a:rPr>
                        <a:t>亿 ～ </a:t>
                      </a:r>
                      <a:r>
                        <a:rPr lang="en-US" altLang="zh-CN" b="0">
                          <a:effectLst/>
                        </a:rPr>
                        <a:t>21</a:t>
                      </a:r>
                      <a:r>
                        <a:rPr lang="zh-CN" altLang="en-US" b="0">
                          <a:effectLst/>
                        </a:rPr>
                        <a:t>亿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0 </a:t>
                      </a:r>
                      <a:r>
                        <a:rPr lang="zh-CN" altLang="en-US" b="0">
                          <a:effectLst/>
                        </a:rPr>
                        <a:t>～ </a:t>
                      </a:r>
                      <a:r>
                        <a:rPr lang="en-US" altLang="zh-CN" b="1">
                          <a:effectLst/>
                        </a:rPr>
                        <a:t>42</a:t>
                      </a:r>
                      <a:r>
                        <a:rPr lang="zh-CN" altLang="en-US" b="1">
                          <a:effectLst/>
                        </a:rPr>
                        <a:t>亿</a:t>
                      </a:r>
                      <a:r>
                        <a:rPr lang="en-US" altLang="zh-CN" b="1">
                          <a:effectLst/>
                        </a:rPr>
                        <a:t>+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主键</a:t>
                      </a:r>
                      <a:r>
                        <a:rPr lang="en-US" altLang="zh-CN" b="0">
                          <a:effectLst/>
                        </a:rPr>
                        <a:t>ID</a:t>
                      </a:r>
                      <a:r>
                        <a:rPr lang="zh-CN" altLang="en-US" b="0">
                          <a:effectLst/>
                        </a:rPr>
                        <a:t>（学生号</a:t>
                      </a:r>
                      <a:r>
                        <a:rPr lang="en-US" altLang="zh-CN" b="0">
                          <a:effectLst/>
                        </a:rPr>
                        <a:t>/</a:t>
                      </a:r>
                      <a:r>
                        <a:rPr lang="zh-CN" altLang="en-US" b="0">
                          <a:effectLst/>
                        </a:rPr>
                        <a:t>工号）、记录总数、时间戳（</a:t>
                      </a:r>
                      <a:r>
                        <a:rPr lang="en-US" altLang="zh-CN" b="0">
                          <a:effectLst/>
                        </a:rPr>
                        <a:t>Unix</a:t>
                      </a:r>
                      <a:r>
                        <a:rPr lang="zh-CN" altLang="en-US" b="0">
                          <a:effectLst/>
                        </a:rPr>
                        <a:t>时间）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76200" marT="47625" marB="47625" anchor="ctr"/>
                </a:tc>
                <a:extLst>
                  <a:ext uri="{0D108BD9-81ED-4DB2-BD59-A6C34878D82A}">
                    <a16:rowId xmlns:a16="http://schemas.microsoft.com/office/drawing/2014/main" val="3986870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</a:rPr>
                        <a:t>BIGINT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8 </a:t>
                      </a:r>
                      <a:r>
                        <a:rPr lang="zh-CN" altLang="en-US" b="0">
                          <a:effectLst/>
                        </a:rPr>
                        <a:t>字节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-2^63 </a:t>
                      </a:r>
                      <a:r>
                        <a:rPr lang="zh-CN" altLang="en-US" b="0">
                          <a:effectLst/>
                        </a:rPr>
                        <a:t>～ </a:t>
                      </a:r>
                      <a:r>
                        <a:rPr lang="en-US" altLang="zh-CN" b="0">
                          <a:effectLst/>
                        </a:rPr>
                        <a:t>2^63-1</a:t>
                      </a:r>
                      <a:endParaRPr lang="en-US" altLang="zh-CN" b="0"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0 </a:t>
                      </a:r>
                      <a:r>
                        <a:rPr lang="zh-CN" altLang="en-US" b="0">
                          <a:effectLst/>
                        </a:rPr>
                        <a:t>～ </a:t>
                      </a:r>
                      <a:r>
                        <a:rPr lang="en-US" altLang="zh-CN" b="0">
                          <a:effectLst/>
                        </a:rPr>
                        <a:t>2^64-1</a:t>
                      </a:r>
                      <a:endParaRPr lang="en-US" altLang="zh-CN" b="0"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极大型数据、雪花算法</a:t>
                      </a:r>
                      <a:r>
                        <a:rPr lang="en-US" altLang="zh-CN" b="0">
                          <a:effectLst/>
                        </a:rPr>
                        <a:t>ID</a:t>
                      </a:r>
                      <a:r>
                        <a:rPr lang="zh-CN" altLang="en-US" b="0">
                          <a:effectLst/>
                        </a:rPr>
                        <a:t>、金融交易流水号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76200" marT="47625" marB="47625" anchor="ctr"/>
                </a:tc>
                <a:extLst>
                  <a:ext uri="{0D108BD9-81ED-4DB2-BD59-A6C34878D82A}">
                    <a16:rowId xmlns:a16="http://schemas.microsoft.com/office/drawing/2014/main" val="27563038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64159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FFA4E0-B964-C0BD-CBE5-3CBA378C1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实际考量的指标</a:t>
            </a:r>
            <a:r>
              <a:rPr lang="en-US" altLang="zh-CN"/>
              <a:t>——</a:t>
            </a:r>
            <a:r>
              <a:rPr lang="zh-CN" altLang="en-US"/>
              <a:t>主键选择（</a:t>
            </a:r>
            <a:r>
              <a:rPr lang="zh-CN" altLang="zh-CN"/>
              <a:t>表</a:t>
            </a:r>
            <a:r>
              <a:rPr lang="en-US" altLang="zh-CN"/>
              <a:t>3-2</a:t>
            </a:r>
            <a:r>
              <a:rPr lang="zh-CN" altLang="en-US"/>
              <a:t>）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8A9A8CB9-B559-D35C-E3CD-72C49D919539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4293321320"/>
              </p:ext>
            </p:extLst>
          </p:nvPr>
        </p:nvGraphicFramePr>
        <p:xfrm>
          <a:off x="911424" y="1988840"/>
          <a:ext cx="9721080" cy="3816425"/>
        </p:xfrm>
        <a:graphic>
          <a:graphicData uri="http://schemas.openxmlformats.org/drawingml/2006/table">
            <a:tbl>
              <a:tblPr firstRow="1" firstCol="1" bandRow="1">
                <a:tableStyleId>{793D81CF-94F2-401A-BA57-92F5A7B2D0C5}</a:tableStyleId>
              </a:tblPr>
              <a:tblGrid>
                <a:gridCol w="3024336">
                  <a:extLst>
                    <a:ext uri="{9D8B030D-6E8A-4147-A177-3AD203B41FA5}">
                      <a16:colId xmlns:a16="http://schemas.microsoft.com/office/drawing/2014/main" val="3796485471"/>
                    </a:ext>
                  </a:extLst>
                </a:gridCol>
                <a:gridCol w="6696744">
                  <a:extLst>
                    <a:ext uri="{9D8B030D-6E8A-4147-A177-3AD203B41FA5}">
                      <a16:colId xmlns:a16="http://schemas.microsoft.com/office/drawing/2014/main" val="532921818"/>
                    </a:ext>
                  </a:extLst>
                </a:gridCol>
              </a:tblGrid>
              <a:tr h="625821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存在的隐患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应对分析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40877732"/>
                  </a:ext>
                </a:extLst>
              </a:tr>
              <a:tr h="797651"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学号或工号的命名规则可能变更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just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一旦发生，使用这种主键就是灾难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31264059"/>
                  </a:ext>
                </a:extLst>
              </a:tr>
              <a:tr h="797651"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分库分表考虑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如果未来学校扩招，数据量大需要分片，自增</a:t>
                      </a:r>
                      <a:r>
                        <a:rPr lang="en-US" sz="1400" kern="100">
                          <a:effectLst/>
                        </a:rPr>
                        <a:t>ID</a:t>
                      </a:r>
                      <a:r>
                        <a:rPr lang="zh-CN" sz="1400" kern="100">
                          <a:effectLst/>
                        </a:rPr>
                        <a:t>更容易处理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47651262"/>
                  </a:ext>
                </a:extLst>
              </a:tr>
              <a:tr h="797651"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数据迁移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just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合并院校、系统升级时，自增</a:t>
                      </a:r>
                      <a:r>
                        <a:rPr lang="en-US" sz="1400" kern="100">
                          <a:effectLst/>
                        </a:rPr>
                        <a:t>ID</a:t>
                      </a:r>
                      <a:r>
                        <a:rPr lang="zh-CN" sz="1400" kern="100">
                          <a:effectLst/>
                        </a:rPr>
                        <a:t>不会冲突，学号或工号可能重复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57461655"/>
                  </a:ext>
                </a:extLst>
              </a:tr>
              <a:tr h="797651"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灵活性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just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以后学号从</a:t>
                      </a:r>
                      <a:r>
                        <a:rPr lang="en-US" sz="1400" kern="100">
                          <a:effectLst/>
                        </a:rPr>
                        <a:t>10</a:t>
                      </a:r>
                      <a:r>
                        <a:rPr lang="zh-CN" sz="1400" kern="100">
                          <a:effectLst/>
                        </a:rPr>
                        <a:t>位变成</a:t>
                      </a:r>
                      <a:r>
                        <a:rPr lang="en-US" sz="1400" kern="100">
                          <a:effectLst/>
                        </a:rPr>
                        <a:t>12</a:t>
                      </a:r>
                      <a:r>
                        <a:rPr lang="zh-CN" sz="1400" kern="100">
                          <a:effectLst/>
                        </a:rPr>
                        <a:t>位，只需要改字段定义，不影响关联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549782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23517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68426D-1D59-4FE7-0330-38A10FA54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实际考量的指标</a:t>
            </a:r>
            <a:r>
              <a:rPr lang="en-US" altLang="zh-CN"/>
              <a:t>——</a:t>
            </a:r>
            <a:r>
              <a:rPr lang="zh-CN" altLang="en-US"/>
              <a:t>索引选择（</a:t>
            </a:r>
            <a:r>
              <a:rPr lang="zh-CN" altLang="zh-CN"/>
              <a:t>表</a:t>
            </a:r>
            <a:r>
              <a:rPr lang="en-US" altLang="zh-CN"/>
              <a:t>3-3</a:t>
            </a:r>
            <a:r>
              <a:rPr lang="zh-CN" altLang="en-US"/>
              <a:t>）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91476BF9-8F22-CCF8-6D06-DBC3CC29FFC1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925634565"/>
              </p:ext>
            </p:extLst>
          </p:nvPr>
        </p:nvGraphicFramePr>
        <p:xfrm>
          <a:off x="524767" y="1651169"/>
          <a:ext cx="5067176" cy="2823001"/>
        </p:xfrm>
        <a:graphic>
          <a:graphicData uri="http://schemas.openxmlformats.org/drawingml/2006/table">
            <a:tbl>
              <a:tblPr firstRow="1" firstCol="1" bandRow="1">
                <a:tableStyleId>{72833802-FEF1-4C79-8D5D-14CF1EAF98D9}</a:tableStyleId>
              </a:tblPr>
              <a:tblGrid>
                <a:gridCol w="949790">
                  <a:extLst>
                    <a:ext uri="{9D8B030D-6E8A-4147-A177-3AD203B41FA5}">
                      <a16:colId xmlns:a16="http://schemas.microsoft.com/office/drawing/2014/main" val="4165247935"/>
                    </a:ext>
                  </a:extLst>
                </a:gridCol>
                <a:gridCol w="1885139">
                  <a:extLst>
                    <a:ext uri="{9D8B030D-6E8A-4147-A177-3AD203B41FA5}">
                      <a16:colId xmlns:a16="http://schemas.microsoft.com/office/drawing/2014/main" val="2405751836"/>
                    </a:ext>
                  </a:extLst>
                </a:gridCol>
                <a:gridCol w="2232247">
                  <a:extLst>
                    <a:ext uri="{9D8B030D-6E8A-4147-A177-3AD203B41FA5}">
                      <a16:colId xmlns:a16="http://schemas.microsoft.com/office/drawing/2014/main" val="19406112"/>
                    </a:ext>
                  </a:extLst>
                </a:gridCol>
              </a:tblGrid>
              <a:tr h="357847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数据表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849" marR="558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索引的定义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849" marR="558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涉及到的业务流程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849" marR="55849" marT="0" marB="0" anchor="ctr"/>
                </a:tc>
                <a:extLst>
                  <a:ext uri="{0D108BD9-81ED-4DB2-BD59-A6C34878D82A}">
                    <a16:rowId xmlns:a16="http://schemas.microsoft.com/office/drawing/2014/main" val="487083837"/>
                  </a:ext>
                </a:extLst>
              </a:tr>
              <a:tr h="456099"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学生表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849" marR="55849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just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班级编号——外键索引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849" marR="55849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根据班级查询学生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849" marR="55849" marT="0" marB="0" anchor="ctr"/>
                </a:tc>
                <a:extLst>
                  <a:ext uri="{0D108BD9-81ED-4DB2-BD59-A6C34878D82A}">
                    <a16:rowId xmlns:a16="http://schemas.microsoft.com/office/drawing/2014/main" val="2131308345"/>
                  </a:ext>
                </a:extLst>
              </a:tr>
              <a:tr h="456099"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班级表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849" marR="55849" marT="0" marB="0" anchor="ctr"/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班级名称——唯一索引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849" marR="55849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以班级名称查询学生名单、教学任务、成绩等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849" marR="55849" marT="0" marB="0" anchor="ctr"/>
                </a:tc>
                <a:extLst>
                  <a:ext uri="{0D108BD9-81ED-4DB2-BD59-A6C34878D82A}">
                    <a16:rowId xmlns:a16="http://schemas.microsoft.com/office/drawing/2014/main" val="4256454927"/>
                  </a:ext>
                </a:extLst>
              </a:tr>
              <a:tr h="456099"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专业表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849" marR="55849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just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专业名称——唯一索引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849" marR="55849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以专业名称查询班级、课程等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849" marR="55849" marT="0" marB="0" anchor="ctr"/>
                </a:tc>
                <a:extLst>
                  <a:ext uri="{0D108BD9-81ED-4DB2-BD59-A6C34878D82A}">
                    <a16:rowId xmlns:a16="http://schemas.microsoft.com/office/drawing/2014/main" val="2410922801"/>
                  </a:ext>
                </a:extLst>
              </a:tr>
              <a:tr h="456099"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学院表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849" marR="55849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just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学院名称——唯一索引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849" marR="55849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以学院名称查询专业、教师等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849" marR="55849" marT="0" marB="0" anchor="ctr"/>
                </a:tc>
                <a:extLst>
                  <a:ext uri="{0D108BD9-81ED-4DB2-BD59-A6C34878D82A}">
                    <a16:rowId xmlns:a16="http://schemas.microsoft.com/office/drawing/2014/main" val="2355196362"/>
                  </a:ext>
                </a:extLst>
              </a:tr>
              <a:tr h="456099"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教师表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849" marR="55849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just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学院编号——外键索引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849" marR="55849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根据学院查询教师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849" marR="55849" marT="0" marB="0" anchor="ctr"/>
                </a:tc>
                <a:extLst>
                  <a:ext uri="{0D108BD9-81ED-4DB2-BD59-A6C34878D82A}">
                    <a16:rowId xmlns:a16="http://schemas.microsoft.com/office/drawing/2014/main" val="4106595565"/>
                  </a:ext>
                </a:extLst>
              </a:tr>
            </a:tbl>
          </a:graphicData>
        </a:graphic>
      </p:graphicFrame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49279B6B-5459-2F7D-6EC2-4FC70833636B}"/>
              </a:ext>
            </a:extLst>
          </p:cNvPr>
          <p:cNvGraphicFramePr>
            <a:graphicFrameLocks noGrp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761071372"/>
              </p:ext>
            </p:extLst>
          </p:nvPr>
        </p:nvGraphicFramePr>
        <p:xfrm>
          <a:off x="5762182" y="1651508"/>
          <a:ext cx="6094458" cy="3624792"/>
        </p:xfrm>
        <a:graphic>
          <a:graphicData uri="http://schemas.openxmlformats.org/drawingml/2006/table">
            <a:tbl>
              <a:tblPr firstRow="1" firstCol="1" bandRow="1">
                <a:tableStyleId>{72833802-FEF1-4C79-8D5D-14CF1EAF98D9}</a:tableStyleId>
              </a:tblPr>
              <a:tblGrid>
                <a:gridCol w="988291">
                  <a:extLst>
                    <a:ext uri="{9D8B030D-6E8A-4147-A177-3AD203B41FA5}">
                      <a16:colId xmlns:a16="http://schemas.microsoft.com/office/drawing/2014/main" val="1027374839"/>
                    </a:ext>
                  </a:extLst>
                </a:gridCol>
                <a:gridCol w="3025133">
                  <a:extLst>
                    <a:ext uri="{9D8B030D-6E8A-4147-A177-3AD203B41FA5}">
                      <a16:colId xmlns:a16="http://schemas.microsoft.com/office/drawing/2014/main" val="1649807757"/>
                    </a:ext>
                  </a:extLst>
                </a:gridCol>
                <a:gridCol w="2081034">
                  <a:extLst>
                    <a:ext uri="{9D8B030D-6E8A-4147-A177-3AD203B41FA5}">
                      <a16:colId xmlns:a16="http://schemas.microsoft.com/office/drawing/2014/main" val="1434794536"/>
                    </a:ext>
                  </a:extLst>
                </a:gridCol>
              </a:tblGrid>
              <a:tr h="460313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数据表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975" marR="5597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索引的定义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975" marR="5597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涉及到的业务流程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975" marR="55975" marT="0" marB="0" anchor="ctr"/>
                </a:tc>
                <a:extLst>
                  <a:ext uri="{0D108BD9-81ED-4DB2-BD59-A6C34878D82A}">
                    <a16:rowId xmlns:a16="http://schemas.microsoft.com/office/drawing/2014/main" val="3750822681"/>
                  </a:ext>
                </a:extLst>
              </a:tr>
              <a:tr h="889396"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课程表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975" marR="55975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just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课程编码——普通索引</a:t>
                      </a:r>
                      <a:endParaRPr lang="zh-CN" sz="1400" kern="100">
                        <a:effectLst/>
                      </a:endParaRPr>
                    </a:p>
                    <a:p>
                      <a:pPr marL="38100" marR="38100" indent="127000" algn="just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专业编码</a:t>
                      </a:r>
                      <a:r>
                        <a:rPr lang="en-US" sz="1200" kern="100">
                          <a:effectLst/>
                        </a:rPr>
                        <a:t>+</a:t>
                      </a:r>
                      <a:r>
                        <a:rPr lang="zh-CN" sz="1200" kern="100">
                          <a:effectLst/>
                        </a:rPr>
                        <a:t>适用年级</a:t>
                      </a:r>
                      <a:r>
                        <a:rPr lang="en-US" sz="1200" kern="100">
                          <a:effectLst/>
                        </a:rPr>
                        <a:t>+</a:t>
                      </a:r>
                      <a:r>
                        <a:rPr lang="zh-CN" sz="1200" kern="100">
                          <a:effectLst/>
                        </a:rPr>
                        <a:t>学期——联合索引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975" marR="55975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以课程编码实施课程查询</a:t>
                      </a:r>
                      <a:endParaRPr lang="zh-CN" sz="1400" kern="100">
                        <a:effectLst/>
                      </a:endParaRPr>
                    </a:p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查询某个学期某个年级某个专业课程信息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975" marR="55975" marT="0" marB="0" anchor="ctr"/>
                </a:tc>
                <a:extLst>
                  <a:ext uri="{0D108BD9-81ED-4DB2-BD59-A6C34878D82A}">
                    <a16:rowId xmlns:a16="http://schemas.microsoft.com/office/drawing/2014/main" val="669932167"/>
                  </a:ext>
                </a:extLst>
              </a:tr>
              <a:tr h="1483111"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教学任务表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975" marR="55975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just">
                        <a:lnSpc>
                          <a:spcPct val="150000"/>
                        </a:lnSpc>
                        <a:buNone/>
                      </a:pPr>
                      <a:r>
                        <a:rPr kumimoji="0" lang="zh-CN" altLang="en-US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教师工号</a:t>
                      </a:r>
                      <a:r>
                        <a:rPr kumimoji="0" lang="en-US" altLang="zh-CN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zh-CN" altLang="en-US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学年学期</a:t>
                      </a:r>
                      <a:r>
                        <a:rPr kumimoji="0" lang="en-US" altLang="zh-CN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——</a:t>
                      </a:r>
                      <a:r>
                        <a:rPr kumimoji="0" lang="zh-CN" altLang="en-US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联合索引</a:t>
                      </a:r>
                    </a:p>
                    <a:p>
                      <a:pPr marL="38100" marR="38100" indent="127000" algn="just">
                        <a:lnSpc>
                          <a:spcPct val="150000"/>
                        </a:lnSpc>
                        <a:buNone/>
                      </a:pPr>
                      <a:r>
                        <a:rPr kumimoji="0" lang="zh-CN" altLang="en-US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班级编号</a:t>
                      </a:r>
                      <a:r>
                        <a:rPr kumimoji="0" lang="en-US" altLang="zh-CN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zh-CN" altLang="en-US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学年学期</a:t>
                      </a:r>
                      <a:r>
                        <a:rPr kumimoji="0" lang="en-US" altLang="zh-CN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——</a:t>
                      </a:r>
                      <a:r>
                        <a:rPr kumimoji="0" lang="zh-CN" altLang="en-US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联合索引</a:t>
                      </a:r>
                    </a:p>
                    <a:p>
                      <a:pPr marL="38100" marR="38100" indent="127000" algn="just">
                        <a:lnSpc>
                          <a:spcPct val="150000"/>
                        </a:lnSpc>
                        <a:buNone/>
                      </a:pPr>
                      <a:r>
                        <a:rPr kumimoji="0" lang="zh-CN" altLang="en-US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课程自动编号</a:t>
                      </a:r>
                      <a:r>
                        <a:rPr kumimoji="0" lang="en-US" altLang="zh-CN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zh-CN" altLang="en-US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学年学期</a:t>
                      </a:r>
                      <a:r>
                        <a:rPr kumimoji="0" lang="en-US" altLang="zh-CN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——</a:t>
                      </a:r>
                      <a:r>
                        <a:rPr kumimoji="0" lang="zh-CN" altLang="en-US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联合索引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某学期教师教学任务查询</a:t>
                      </a:r>
                      <a:endParaRPr lang="zh-CN" sz="1400" kern="100">
                        <a:effectLst/>
                      </a:endParaRPr>
                    </a:p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班级课表查询</a:t>
                      </a:r>
                      <a:endParaRPr lang="zh-CN" sz="1400" kern="100">
                        <a:effectLst/>
                      </a:endParaRPr>
                    </a:p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根据课程查询教学任务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975" marR="55975" marT="0" marB="0" anchor="ctr"/>
                </a:tc>
                <a:extLst>
                  <a:ext uri="{0D108BD9-81ED-4DB2-BD59-A6C34878D82A}">
                    <a16:rowId xmlns:a16="http://schemas.microsoft.com/office/drawing/2014/main" val="1549805507"/>
                  </a:ext>
                </a:extLst>
              </a:tr>
              <a:tr h="728784"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成绩表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975" marR="55975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just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教学任务编号</a:t>
                      </a:r>
                      <a:r>
                        <a:rPr lang="en-US" sz="1200" kern="100">
                          <a:effectLst/>
                        </a:rPr>
                        <a:t>+</a:t>
                      </a:r>
                      <a:r>
                        <a:rPr lang="zh-CN" sz="1200" kern="100">
                          <a:effectLst/>
                        </a:rPr>
                        <a:t>学号——唯一联合索引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975" marR="55975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学生查询自己某一门课的成绩</a:t>
                      </a:r>
                      <a:endParaRPr lang="zh-CN" sz="1400" kern="100">
                        <a:effectLst/>
                      </a:endParaRPr>
                    </a:p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教师查询某一个课的成绩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975" marR="55975" marT="0" marB="0" anchor="ctr"/>
                </a:tc>
                <a:extLst>
                  <a:ext uri="{0D108BD9-81ED-4DB2-BD59-A6C34878D82A}">
                    <a16:rowId xmlns:a16="http://schemas.microsoft.com/office/drawing/2014/main" val="2784304926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9861113E-6C24-B8F8-854A-BE6D125B064A}"/>
              </a:ext>
            </a:extLst>
          </p:cNvPr>
          <p:cNvSpPr txBox="1"/>
          <p:nvPr/>
        </p:nvSpPr>
        <p:spPr>
          <a:xfrm>
            <a:off x="2639616" y="5718981"/>
            <a:ext cx="6490502" cy="369332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zh-CN" altLang="en-US" b="0" i="0">
                <a:solidFill>
                  <a:srgbClr val="0F1115"/>
                </a:solidFill>
                <a:effectLst/>
                <a:latin typeface="quote-cjk-patch"/>
              </a:rPr>
              <a:t>索引的构建顺序，最重要的原则是 </a:t>
            </a:r>
            <a:r>
              <a:rPr lang="zh-CN" altLang="en-US" b="1" i="0">
                <a:solidFill>
                  <a:srgbClr val="0F1115"/>
                </a:solidFill>
                <a:effectLst/>
                <a:latin typeface="quote-cjk-patch"/>
              </a:rPr>
              <a:t>将区分度高的字段放在前面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6051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75D15F-4ACF-4D64-C419-C4ED5022C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索引定义顺序的选择</a:t>
            </a:r>
          </a:p>
        </p:txBody>
      </p:sp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5EA1B221-D5FD-C6DD-2185-97DFCE1E1E62}"/>
              </a:ext>
            </a:extLst>
          </p:cNvPr>
          <p:cNvGraphicFramePr>
            <a:graphicFrameLocks noGrp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483855333"/>
              </p:ext>
            </p:extLst>
          </p:nvPr>
        </p:nvGraphicFramePr>
        <p:xfrm>
          <a:off x="812800" y="2438400"/>
          <a:ext cx="5181600" cy="4159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BBD03CB0-AD11-78E5-1E3D-AB788DD45D4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8"/>
          <a:stretch>
            <a:fillRect/>
          </a:stretch>
        </p:blipFill>
        <p:spPr>
          <a:xfrm>
            <a:off x="6391580" y="2438400"/>
            <a:ext cx="5181600" cy="2408266"/>
          </a:xfrm>
          <a:prstGeom prst="rect">
            <a:avLst/>
          </a:prstGeom>
          <a:ln>
            <a:solidFill>
              <a:srgbClr val="549E39"/>
            </a:solidFill>
          </a:ln>
        </p:spPr>
      </p:pic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5DD75A0B-CBAD-9F22-518D-CF1026EAC481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zh-CN" altLang="en-US"/>
              <a:t>教学任务表的索引定义</a:t>
            </a: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D0DED690-7FA9-1BEC-AA8E-3E793F9883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/>
              <a:t>业务场景分析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B5366105-52EF-D825-4B1C-DDA10754B0B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4491701"/>
            <a:ext cx="4104456" cy="15245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E4D1B2B-413D-8B73-EFD1-43EEFCE84AC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1718" y="5805264"/>
            <a:ext cx="4112758" cy="9906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BF5A420C-832B-9D19-A47C-4176E0D2F2B1}"/>
              </a:ext>
            </a:extLst>
          </p:cNvPr>
          <p:cNvSpPr txBox="1"/>
          <p:nvPr/>
        </p:nvSpPr>
        <p:spPr>
          <a:xfrm>
            <a:off x="7320136" y="429393"/>
            <a:ext cx="3384376" cy="646331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zh-CN" altLang="en-US" b="0" i="0">
                <a:solidFill>
                  <a:srgbClr val="0F1115"/>
                </a:solidFill>
                <a:effectLst/>
                <a:latin typeface="quote-cjk-patch"/>
              </a:rPr>
              <a:t>索引的构建顺序，最重要的原则是 </a:t>
            </a:r>
            <a:r>
              <a:rPr lang="zh-CN" altLang="en-US" b="1" i="0">
                <a:solidFill>
                  <a:srgbClr val="0F1115"/>
                </a:solidFill>
                <a:effectLst/>
                <a:latin typeface="quote-cjk-patch"/>
              </a:rPr>
              <a:t>将区分度高的字段放在前面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5695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DCFE820-8A1E-46F3-A400-F6ECCF7A77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FDCFE820-8A1E-46F3-A400-F6ECCF7A77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FDCFE820-8A1E-46F3-A400-F6ECCF7A77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05D42C7-04E7-46E1-8D49-16DF26D393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graphicEl>
                                              <a:dgm id="{105D42C7-04E7-46E1-8D49-16DF26D393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graphicEl>
                                              <a:dgm id="{105D42C7-04E7-46E1-8D49-16DF26D393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2AD753A-C5D4-401E-8A1B-83BEE6A21A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graphicEl>
                                              <a:dgm id="{B2AD753A-C5D4-401E-8A1B-83BEE6A21A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graphicEl>
                                              <a:dgm id="{B2AD753A-C5D4-401E-8A1B-83BEE6A21A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2B34279-6A0F-4E9C-B038-BA012EB150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graphicEl>
                                              <a:dgm id="{72B34279-6A0F-4E9C-B038-BA012EB150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graphicEl>
                                              <a:dgm id="{72B34279-6A0F-4E9C-B038-BA012EB150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D0F516DD-9456-B5E7-4265-FFC2EEE12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两种索引的查询场景对比</a:t>
            </a:r>
            <a:br>
              <a:rPr lang="en-US" altLang="zh-CN"/>
            </a:br>
            <a:r>
              <a:rPr lang="en-US" altLang="zh-CN" sz="2200">
                <a:solidFill>
                  <a:srgbClr val="FF0000"/>
                </a:solidFill>
              </a:rPr>
              <a:t>——</a:t>
            </a:r>
            <a:r>
              <a:rPr lang="zh-CN" altLang="en-US" sz="2200">
                <a:solidFill>
                  <a:srgbClr val="FF0000"/>
                </a:solidFill>
              </a:rPr>
              <a:t>最左侧原则</a:t>
            </a:r>
            <a:endParaRPr lang="zh-CN" altLang="en-US">
              <a:solidFill>
                <a:srgbClr val="FF0000"/>
              </a:solidFill>
            </a:endParaRPr>
          </a:p>
        </p:txBody>
      </p:sp>
      <p:graphicFrame>
        <p:nvGraphicFramePr>
          <p:cNvPr id="10" name="内容占位符 9">
            <a:extLst>
              <a:ext uri="{FF2B5EF4-FFF2-40B4-BE49-F238E27FC236}">
                <a16:creationId xmlns:a16="http://schemas.microsoft.com/office/drawing/2014/main" id="{7746C001-B895-2701-8353-C0F65E67E857}"/>
              </a:ext>
            </a:extLst>
          </p:cNvPr>
          <p:cNvGraphicFramePr>
            <a:graphicFrameLocks noGrp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608084516"/>
              </p:ext>
            </p:extLst>
          </p:nvPr>
        </p:nvGraphicFramePr>
        <p:xfrm>
          <a:off x="812800" y="2438400"/>
          <a:ext cx="5181600" cy="4159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文本占位符 5">
            <a:extLst>
              <a:ext uri="{FF2B5EF4-FFF2-40B4-BE49-F238E27FC236}">
                <a16:creationId xmlns:a16="http://schemas.microsoft.com/office/drawing/2014/main" id="{9A5CCD73-3D18-4236-69EC-48D888FF814B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zh-CN" altLang="zh-CN"/>
              <a:t>教师工号</a:t>
            </a:r>
            <a:r>
              <a:rPr lang="en-US" altLang="zh-CN"/>
              <a:t>+</a:t>
            </a:r>
            <a:r>
              <a:rPr lang="zh-CN" altLang="zh-CN"/>
              <a:t>学年学期</a:t>
            </a:r>
            <a:endParaRPr lang="zh-CN" altLang="en-US"/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DD2C5141-2A7E-12E4-EA2A-DDA6053911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zh-CN"/>
              <a:t>学年学期</a:t>
            </a:r>
            <a:r>
              <a:rPr lang="en-US" altLang="zh-CN"/>
              <a:t>+</a:t>
            </a:r>
            <a:r>
              <a:rPr lang="zh-CN" altLang="en-US"/>
              <a:t>教师工号</a:t>
            </a:r>
          </a:p>
        </p:txBody>
      </p:sp>
      <p:graphicFrame>
        <p:nvGraphicFramePr>
          <p:cNvPr id="11" name="内容占位符 9">
            <a:extLst>
              <a:ext uri="{FF2B5EF4-FFF2-40B4-BE49-F238E27FC236}">
                <a16:creationId xmlns:a16="http://schemas.microsoft.com/office/drawing/2014/main" id="{D19144CB-4D31-19A9-A055-F2240C693B21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118290350"/>
              </p:ext>
            </p:extLst>
          </p:nvPr>
        </p:nvGraphicFramePr>
        <p:xfrm>
          <a:off x="6400800" y="2438400"/>
          <a:ext cx="5181600" cy="4159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pic>
        <p:nvPicPr>
          <p:cNvPr id="12" name="图片 11">
            <a:extLst>
              <a:ext uri="{FF2B5EF4-FFF2-40B4-BE49-F238E27FC236}">
                <a16:creationId xmlns:a16="http://schemas.microsoft.com/office/drawing/2014/main" id="{8212CC19-9517-8AD4-4246-46D20F63F52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94948" y="1613446"/>
            <a:ext cx="2952328" cy="109657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CA0DDC3-9D43-E6F6-B449-957CCB82677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94948" y="2731263"/>
            <a:ext cx="2952328" cy="71109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C546A5A-3B8C-DDDC-7AEF-C9FA9349164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04312" y="1609573"/>
            <a:ext cx="2952328" cy="109657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93AD6A41-7FBA-24E9-94DC-CC89E813826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66317" y="5085184"/>
            <a:ext cx="2952328" cy="71109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D667DBD0-083D-FFC4-D40C-DD689E4225E3}"/>
              </a:ext>
            </a:extLst>
          </p:cNvPr>
          <p:cNvSpPr/>
          <p:nvPr/>
        </p:nvSpPr>
        <p:spPr>
          <a:xfrm>
            <a:off x="7156343" y="428013"/>
            <a:ext cx="442605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28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选择：教师工号</a:t>
            </a:r>
            <a:r>
              <a:rPr lang="en-US" altLang="zh-CN" sz="28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+</a:t>
            </a:r>
            <a:r>
              <a:rPr lang="zh-CN" altLang="en-US" sz="28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学年学期</a:t>
            </a:r>
          </a:p>
        </p:txBody>
      </p:sp>
    </p:spTree>
    <p:extLst>
      <p:ext uri="{BB962C8B-B14F-4D97-AF65-F5344CB8AC3E}">
        <p14:creationId xmlns:p14="http://schemas.microsoft.com/office/powerpoint/2010/main" val="2111229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633DF91D-3FBA-4089-8199-4D5B046A1F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graphicEl>
                                              <a:dgm id="{633DF91D-3FBA-4089-8199-4D5B046A1F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graphicEl>
                                              <a:dgm id="{633DF91D-3FBA-4089-8199-4D5B046A1F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A51D2CF2-BA76-4552-BD87-C4D9AC92C6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graphicEl>
                                              <a:dgm id="{A51D2CF2-BA76-4552-BD87-C4D9AC92C6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graphicEl>
                                              <a:dgm id="{A51D2CF2-BA76-4552-BD87-C4D9AC92C6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FA4D9E94-A438-44B5-BAF0-16C7C41903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>
                                            <p:graphicEl>
                                              <a:dgm id="{FA4D9E94-A438-44B5-BAF0-16C7C41903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>
                                            <p:graphicEl>
                                              <a:dgm id="{FA4D9E94-A438-44B5-BAF0-16C7C41903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72C28040-55A4-4DCC-A180-E4ACADC707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>
                                            <p:graphicEl>
                                              <a:dgm id="{72C28040-55A4-4DCC-A180-E4ACADC707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>
                                            <p:graphicEl>
                                              <a:dgm id="{72C28040-55A4-4DCC-A180-E4ACADC707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633DF91D-3FBA-4089-8199-4D5B046A1F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>
                                            <p:graphicEl>
                                              <a:dgm id="{633DF91D-3FBA-4089-8199-4D5B046A1F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>
                                            <p:graphicEl>
                                              <a:dgm id="{633DF91D-3FBA-4089-8199-4D5B046A1F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A51D2CF2-BA76-4552-BD87-C4D9AC92C6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>
                                            <p:graphicEl>
                                              <a:dgm id="{A51D2CF2-BA76-4552-BD87-C4D9AC92C6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>
                                            <p:graphicEl>
                                              <a:dgm id="{A51D2CF2-BA76-4552-BD87-C4D9AC92C6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FA4D9E94-A438-44B5-BAF0-16C7C41903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1">
                                            <p:graphicEl>
                                              <a:dgm id="{FA4D9E94-A438-44B5-BAF0-16C7C41903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">
                                            <p:graphicEl>
                                              <a:dgm id="{FA4D9E94-A438-44B5-BAF0-16C7C41903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72C28040-55A4-4DCC-A180-E4ACADC707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1">
                                            <p:graphicEl>
                                              <a:dgm id="{72C28040-55A4-4DCC-A180-E4ACADC707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1">
                                            <p:graphicEl>
                                              <a:dgm id="{72C28040-55A4-4DCC-A180-E4ACADC707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 uiExpand="1">
        <p:bldSub>
          <a:bldDgm bld="one"/>
        </p:bldSub>
      </p:bldGraphic>
      <p:bldGraphic spid="11" grpId="0" uiExpand="1">
        <p:bldSub>
          <a:bldDgm bld="one"/>
        </p:bldSub>
      </p:bldGraphic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CC5A64-A7DC-B517-12C2-1C341869B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审核现有的索引定义顺序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2C5189C-5E74-2257-8DC6-36B9F015E9CC}"/>
              </a:ext>
            </a:extLst>
          </p:cNvPr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r>
              <a:rPr lang="zh-CN" altLang="en-US"/>
              <a:t>审核依据</a:t>
            </a:r>
            <a:endParaRPr lang="en-US" altLang="zh-CN"/>
          </a:p>
          <a:p>
            <a:pPr lvl="1"/>
            <a:r>
              <a:rPr lang="zh-CN" altLang="en-US">
                <a:solidFill>
                  <a:srgbClr val="0F1115"/>
                </a:solidFill>
                <a:latin typeface="quote-cjk-patch"/>
              </a:rPr>
              <a:t>是否</a:t>
            </a:r>
            <a:r>
              <a:rPr lang="zh-CN" altLang="en-US" b="1">
                <a:solidFill>
                  <a:srgbClr val="0F1115"/>
                </a:solidFill>
                <a:latin typeface="quote-cjk-patch"/>
              </a:rPr>
              <a:t>将区分度高的字段放在前面</a:t>
            </a:r>
            <a:endParaRPr lang="en-US" altLang="zh-CN" b="1">
              <a:solidFill>
                <a:srgbClr val="0F1115"/>
              </a:solidFill>
              <a:latin typeface="quote-cjk-patch"/>
            </a:endParaRPr>
          </a:p>
          <a:p>
            <a:pPr lvl="1"/>
            <a:r>
              <a:rPr lang="zh-CN" altLang="en-US" b="1">
                <a:solidFill>
                  <a:srgbClr val="0F1115"/>
                </a:solidFill>
                <a:latin typeface="quote-cjk-patch"/>
              </a:rPr>
              <a:t>根据最左侧原则，现有顺序是否满足大部分的业务需求</a:t>
            </a:r>
            <a:endParaRPr lang="en-US" altLang="zh-CN" b="1">
              <a:solidFill>
                <a:srgbClr val="0F1115"/>
              </a:solidFill>
              <a:latin typeface="quote-cjk-patch"/>
            </a:endParaRPr>
          </a:p>
          <a:p>
            <a:endParaRPr lang="zh-CN" altLang="en-US"/>
          </a:p>
          <a:p>
            <a:pPr lvl="1"/>
            <a:endParaRPr lang="zh-CN" altLang="en-US"/>
          </a:p>
        </p:txBody>
      </p:sp>
      <p:graphicFrame>
        <p:nvGraphicFramePr>
          <p:cNvPr id="5" name="内容占位符 5">
            <a:extLst>
              <a:ext uri="{FF2B5EF4-FFF2-40B4-BE49-F238E27FC236}">
                <a16:creationId xmlns:a16="http://schemas.microsoft.com/office/drawing/2014/main" id="{F9C97251-4C9F-394A-31DC-ABD9F0FFEB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86564311"/>
              </p:ext>
            </p:extLst>
          </p:nvPr>
        </p:nvGraphicFramePr>
        <p:xfrm>
          <a:off x="181540" y="1700808"/>
          <a:ext cx="6094458" cy="3624792"/>
        </p:xfrm>
        <a:graphic>
          <a:graphicData uri="http://schemas.openxmlformats.org/drawingml/2006/table">
            <a:tbl>
              <a:tblPr firstRow="1" firstCol="1" bandRow="1">
                <a:tableStyleId>{72833802-FEF1-4C79-8D5D-14CF1EAF98D9}</a:tableStyleId>
              </a:tblPr>
              <a:tblGrid>
                <a:gridCol w="988291">
                  <a:extLst>
                    <a:ext uri="{9D8B030D-6E8A-4147-A177-3AD203B41FA5}">
                      <a16:colId xmlns:a16="http://schemas.microsoft.com/office/drawing/2014/main" val="1027374839"/>
                    </a:ext>
                  </a:extLst>
                </a:gridCol>
                <a:gridCol w="3025133">
                  <a:extLst>
                    <a:ext uri="{9D8B030D-6E8A-4147-A177-3AD203B41FA5}">
                      <a16:colId xmlns:a16="http://schemas.microsoft.com/office/drawing/2014/main" val="1649807757"/>
                    </a:ext>
                  </a:extLst>
                </a:gridCol>
                <a:gridCol w="2081034">
                  <a:extLst>
                    <a:ext uri="{9D8B030D-6E8A-4147-A177-3AD203B41FA5}">
                      <a16:colId xmlns:a16="http://schemas.microsoft.com/office/drawing/2014/main" val="1434794536"/>
                    </a:ext>
                  </a:extLst>
                </a:gridCol>
              </a:tblGrid>
              <a:tr h="460313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数据表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975" marR="5597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索引的定义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975" marR="5597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涉及到的业务流程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975" marR="55975" marT="0" marB="0" anchor="ctr"/>
                </a:tc>
                <a:extLst>
                  <a:ext uri="{0D108BD9-81ED-4DB2-BD59-A6C34878D82A}">
                    <a16:rowId xmlns:a16="http://schemas.microsoft.com/office/drawing/2014/main" val="3750822681"/>
                  </a:ext>
                </a:extLst>
              </a:tr>
              <a:tr h="889396"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课程表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975" marR="55975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just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专业编码</a:t>
                      </a:r>
                      <a:r>
                        <a:rPr lang="en-US" sz="1200" kern="100">
                          <a:effectLst/>
                        </a:rPr>
                        <a:t>+</a:t>
                      </a:r>
                      <a:r>
                        <a:rPr lang="zh-CN" sz="1200" kern="100">
                          <a:effectLst/>
                        </a:rPr>
                        <a:t>适用年级</a:t>
                      </a:r>
                      <a:r>
                        <a:rPr lang="en-US" sz="1200" kern="100">
                          <a:effectLst/>
                        </a:rPr>
                        <a:t>+</a:t>
                      </a:r>
                      <a:r>
                        <a:rPr lang="zh-CN" sz="1200" kern="100">
                          <a:effectLst/>
                        </a:rPr>
                        <a:t>学期——联合索引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975" marR="55975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以课程编码实施课程查询</a:t>
                      </a:r>
                      <a:endParaRPr lang="zh-CN" sz="1400" kern="100">
                        <a:effectLst/>
                      </a:endParaRPr>
                    </a:p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查询某个学期某个年级某个专业课程信息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975" marR="55975" marT="0" marB="0" anchor="ctr"/>
                </a:tc>
                <a:extLst>
                  <a:ext uri="{0D108BD9-81ED-4DB2-BD59-A6C34878D82A}">
                    <a16:rowId xmlns:a16="http://schemas.microsoft.com/office/drawing/2014/main" val="669932167"/>
                  </a:ext>
                </a:extLst>
              </a:tr>
              <a:tr h="1483111"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教学任务表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975" marR="55975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just">
                        <a:lnSpc>
                          <a:spcPct val="150000"/>
                        </a:lnSpc>
                        <a:buNone/>
                      </a:pPr>
                      <a:r>
                        <a:rPr kumimoji="0" lang="zh-CN" altLang="en-US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教师工号</a:t>
                      </a:r>
                      <a:r>
                        <a:rPr kumimoji="0" lang="en-US" altLang="zh-CN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zh-CN" altLang="en-US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学年学期</a:t>
                      </a:r>
                      <a:r>
                        <a:rPr kumimoji="0" lang="en-US" altLang="zh-CN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——</a:t>
                      </a:r>
                      <a:r>
                        <a:rPr kumimoji="0" lang="zh-CN" altLang="en-US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联合索引</a:t>
                      </a:r>
                    </a:p>
                    <a:p>
                      <a:pPr marL="38100" marR="38100" indent="127000" algn="just">
                        <a:lnSpc>
                          <a:spcPct val="150000"/>
                        </a:lnSpc>
                        <a:buNone/>
                      </a:pPr>
                      <a:r>
                        <a:rPr kumimoji="0" lang="zh-CN" altLang="en-US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班级编号</a:t>
                      </a:r>
                      <a:r>
                        <a:rPr kumimoji="0" lang="en-US" altLang="zh-CN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zh-CN" altLang="en-US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学年学期</a:t>
                      </a:r>
                      <a:r>
                        <a:rPr kumimoji="0" lang="en-US" altLang="zh-CN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——</a:t>
                      </a:r>
                      <a:r>
                        <a:rPr kumimoji="0" lang="zh-CN" altLang="en-US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联合索引</a:t>
                      </a:r>
                    </a:p>
                    <a:p>
                      <a:pPr marL="38100" marR="38100" indent="127000" algn="just">
                        <a:lnSpc>
                          <a:spcPct val="150000"/>
                        </a:lnSpc>
                        <a:buNone/>
                      </a:pPr>
                      <a:r>
                        <a:rPr kumimoji="0" lang="zh-CN" altLang="en-US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课程自动编号</a:t>
                      </a:r>
                      <a:r>
                        <a:rPr kumimoji="0" lang="en-US" altLang="zh-CN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zh-CN" altLang="en-US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学年学期</a:t>
                      </a:r>
                      <a:r>
                        <a:rPr kumimoji="0" lang="en-US" altLang="zh-CN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——</a:t>
                      </a:r>
                      <a:r>
                        <a:rPr kumimoji="0" lang="zh-CN" altLang="en-US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联合索引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某学期教师教学任务查询</a:t>
                      </a:r>
                      <a:endParaRPr lang="zh-CN" sz="1400" kern="100">
                        <a:effectLst/>
                      </a:endParaRPr>
                    </a:p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班级课表查询</a:t>
                      </a:r>
                      <a:endParaRPr lang="zh-CN" sz="1400" kern="100">
                        <a:effectLst/>
                      </a:endParaRPr>
                    </a:p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根据课程查询教学任务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975" marR="55975" marT="0" marB="0" anchor="ctr"/>
                </a:tc>
                <a:extLst>
                  <a:ext uri="{0D108BD9-81ED-4DB2-BD59-A6C34878D82A}">
                    <a16:rowId xmlns:a16="http://schemas.microsoft.com/office/drawing/2014/main" val="1549805507"/>
                  </a:ext>
                </a:extLst>
              </a:tr>
              <a:tr h="728784"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成绩表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975" marR="55975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just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教学任务编号</a:t>
                      </a:r>
                      <a:r>
                        <a:rPr lang="en-US" sz="1200" kern="100">
                          <a:effectLst/>
                        </a:rPr>
                        <a:t>+</a:t>
                      </a:r>
                      <a:r>
                        <a:rPr lang="zh-CN" sz="1200" kern="100">
                          <a:effectLst/>
                        </a:rPr>
                        <a:t>学号——唯一联合索引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975" marR="55975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学生查询自己某一门课的成绩</a:t>
                      </a:r>
                      <a:endParaRPr lang="zh-CN" sz="1400" kern="100">
                        <a:effectLst/>
                      </a:endParaRPr>
                    </a:p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教师查询某一个课的成绩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975" marR="55975" marT="0" marB="0" anchor="ctr"/>
                </a:tc>
                <a:extLst>
                  <a:ext uri="{0D108BD9-81ED-4DB2-BD59-A6C34878D82A}">
                    <a16:rowId xmlns:a16="http://schemas.microsoft.com/office/drawing/2014/main" val="2784304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46100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3BD2CD-D0C7-56C9-B917-56742F843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提问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623393-FCA0-F413-22E3-747F9F7137E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zh-CN" altLang="en-US"/>
              <a:t>若成绩表的联合索引顺序为：</a:t>
            </a:r>
            <a:r>
              <a:rPr lang="zh-CN" altLang="zh-CN" sz="3200" kern="100"/>
              <a:t>教学任务编号</a:t>
            </a:r>
            <a:r>
              <a:rPr lang="en-US" altLang="zh-CN" sz="3200" kern="100"/>
              <a:t>+</a:t>
            </a:r>
            <a:r>
              <a:rPr lang="zh-CN" altLang="zh-CN" sz="3200" kern="100"/>
              <a:t>学号</a:t>
            </a:r>
            <a:r>
              <a:rPr lang="zh-CN" altLang="en-US" sz="3200" kern="100"/>
              <a:t>，这个索引可以完美支持哪些查询（），不能完美支持哪些查询（）？</a:t>
            </a:r>
            <a:endParaRPr lang="en-US" altLang="zh-CN" sz="3200" kern="100"/>
          </a:p>
          <a:p>
            <a:pPr marL="834390" lvl="1" indent="-514350">
              <a:buFont typeface="+mj-lt"/>
              <a:buAutoNum type="alphaUcPeriod"/>
            </a:pPr>
            <a:r>
              <a:rPr lang="zh-CN" altLang="en-US" sz="2900" kern="100"/>
              <a:t>一位学生查询自己某一门课的成绩</a:t>
            </a:r>
            <a:endParaRPr lang="en-US" altLang="zh-CN" sz="2900" kern="100"/>
          </a:p>
          <a:p>
            <a:pPr marL="834390" lvl="1" indent="-514350">
              <a:buFont typeface="+mj-lt"/>
              <a:buAutoNum type="alphaUcPeriod"/>
            </a:pPr>
            <a:r>
              <a:rPr lang="zh-CN" altLang="en-US" sz="2900" kern="100"/>
              <a:t>一位学生查询自己所有已学课程的成绩</a:t>
            </a:r>
            <a:endParaRPr lang="en-US" altLang="zh-CN" sz="2900" kern="100"/>
          </a:p>
          <a:p>
            <a:pPr marL="834390" lvl="1" indent="-514350">
              <a:buFont typeface="+mj-lt"/>
              <a:buAutoNum type="alphaUcPeriod"/>
            </a:pPr>
            <a:r>
              <a:rPr lang="zh-CN" altLang="en-US" sz="2900" kern="100"/>
              <a:t>一位老师查询自己某一门课的所有学生成绩</a:t>
            </a:r>
            <a:endParaRPr lang="en-US" altLang="zh-CN" sz="2900" kern="100"/>
          </a:p>
          <a:p>
            <a:pPr marL="834390" lvl="1" indent="-514350">
              <a:buFont typeface="+mj-lt"/>
              <a:buAutoNum type="alphaUcPeriod"/>
            </a:pPr>
            <a:endParaRPr lang="en-US" altLang="zh-CN" sz="2900" kern="100"/>
          </a:p>
          <a:p>
            <a:pPr marL="834390" lvl="1" indent="-514350">
              <a:buFont typeface="+mj-lt"/>
              <a:buAutoNum type="alphaUcPeriod"/>
            </a:pPr>
            <a:endParaRPr lang="en-US" altLang="zh-CN" sz="2900" kern="100"/>
          </a:p>
          <a:p>
            <a:r>
              <a:rPr lang="zh-CN" altLang="en-US" sz="3200" kern="100"/>
              <a:t>思考：你认为成绩表的联合索引顺序的最优解是什么？若“一位学生查询自己所有已学课程的成绩”的查询比较频繁，如何改进？</a:t>
            </a:r>
            <a:endParaRPr lang="en-US" altLang="zh-CN" sz="3200" kern="100"/>
          </a:p>
        </p:txBody>
      </p:sp>
    </p:spTree>
    <p:extLst>
      <p:ext uri="{BB962C8B-B14F-4D97-AF65-F5344CB8AC3E}">
        <p14:creationId xmlns:p14="http://schemas.microsoft.com/office/powerpoint/2010/main" val="3168319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8B87FD-9B54-5551-519A-AB4F71AC8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实际考量的指标</a:t>
            </a:r>
            <a:r>
              <a:rPr lang="en-US" altLang="zh-CN"/>
              <a:t>——</a:t>
            </a:r>
            <a:r>
              <a:rPr lang="zh-CN" altLang="zh-CN"/>
              <a:t>命名规范</a:t>
            </a:r>
            <a:endParaRPr lang="zh-CN" altLang="en-US"/>
          </a:p>
        </p:txBody>
      </p:sp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01999619-5A5F-5564-2302-888A8DBC7553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299762623"/>
              </p:ext>
            </p:extLst>
          </p:nvPr>
        </p:nvGraphicFramePr>
        <p:xfrm>
          <a:off x="812800" y="1589088"/>
          <a:ext cx="5181600" cy="49355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内容占位符 6">
            <a:extLst>
              <a:ext uri="{FF2B5EF4-FFF2-40B4-BE49-F238E27FC236}">
                <a16:creationId xmlns:a16="http://schemas.microsoft.com/office/drawing/2014/main" id="{FE413412-56D4-D322-5C81-512A24B753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9868" y="1579322"/>
            <a:ext cx="5181600" cy="3183112"/>
          </a:xfrm>
          <a:prstGeom prst="rect">
            <a:avLst/>
          </a:prstGeom>
          <a:ln>
            <a:solidFill>
              <a:srgbClr val="549E39"/>
            </a:solidFill>
          </a:ln>
        </p:spPr>
      </p:pic>
    </p:spTree>
    <p:extLst>
      <p:ext uri="{BB962C8B-B14F-4D97-AF65-F5344CB8AC3E}">
        <p14:creationId xmlns:p14="http://schemas.microsoft.com/office/powerpoint/2010/main" val="2366924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B5A2C34-73EB-496F-861A-C5B1027562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graphicEl>
                                              <a:dgm id="{DB5A2C34-73EB-496F-861A-C5B10275622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graphicEl>
                                              <a:dgm id="{DB5A2C34-73EB-496F-861A-C5B1027562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graphicEl>
                                              <a:dgm id="{DB5A2C34-73EB-496F-861A-C5B1027562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009205C-BFE8-444C-9A03-2A42B228F3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graphicEl>
                                              <a:dgm id="{B009205C-BFE8-444C-9A03-2A42B228F34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graphicEl>
                                              <a:dgm id="{B009205C-BFE8-444C-9A03-2A42B228F3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graphicEl>
                                              <a:dgm id="{B009205C-BFE8-444C-9A03-2A42B228F3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6E26FD3-9CB3-4895-A441-3A3EFF6932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graphicEl>
                                              <a:dgm id="{86E26FD3-9CB3-4895-A441-3A3EFF69327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graphicEl>
                                              <a:dgm id="{86E26FD3-9CB3-4895-A441-3A3EFF6932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graphicEl>
                                              <a:dgm id="{86E26FD3-9CB3-4895-A441-3A3EFF6932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4144417-0F05-4681-8AB6-98DDDB45F6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graphicEl>
                                              <a:dgm id="{B4144417-0F05-4681-8AB6-98DDDB45F6C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graphicEl>
                                              <a:dgm id="{B4144417-0F05-4681-8AB6-98DDDB45F6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graphicEl>
                                              <a:dgm id="{B4144417-0F05-4681-8AB6-98DDDB45F6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7D64821-3128-4FEE-A758-462EFBD799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graphicEl>
                                              <a:dgm id="{67D64821-3128-4FEE-A758-462EFBD7995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graphicEl>
                                              <a:dgm id="{67D64821-3128-4FEE-A758-462EFBD799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graphicEl>
                                              <a:dgm id="{67D64821-3128-4FEE-A758-462EFBD799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7F2C1B6-F997-4BA7-BC9A-2B058179FD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>
                                            <p:graphicEl>
                                              <a:dgm id="{B7F2C1B6-F997-4BA7-BC9A-2B058179FDD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graphicEl>
                                              <a:dgm id="{B7F2C1B6-F997-4BA7-BC9A-2B058179FD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graphicEl>
                                              <a:dgm id="{B7F2C1B6-F997-4BA7-BC9A-2B058179FD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E723940-C36F-494D-876B-052805A430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">
                                            <p:graphicEl>
                                              <a:dgm id="{8E723940-C36F-494D-876B-052805A4302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>
                                            <p:graphicEl>
                                              <a:dgm id="{8E723940-C36F-494D-876B-052805A430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>
                                            <p:graphicEl>
                                              <a:dgm id="{8E723940-C36F-494D-876B-052805A430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C3B92E8-4F23-4CE0-A9A8-C332B52A48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">
                                            <p:graphicEl>
                                              <a:dgm id="{7C3B92E8-4F23-4CE0-A9A8-C332B52A484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">
                                            <p:graphicEl>
                                              <a:dgm id="{7C3B92E8-4F23-4CE0-A9A8-C332B52A48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">
                                            <p:graphicEl>
                                              <a:dgm id="{7C3B92E8-4F23-4CE0-A9A8-C332B52A48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A8AC93-02D7-B1A9-BAAB-AFEAC28B4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实际考量的指标</a:t>
            </a:r>
            <a:r>
              <a:rPr lang="en-US" altLang="zh-CN"/>
              <a:t>——</a:t>
            </a:r>
            <a:r>
              <a:rPr lang="zh-CN" altLang="zh-CN"/>
              <a:t>字符集选择</a:t>
            </a:r>
            <a:r>
              <a:rPr lang="zh-CN" altLang="en-US"/>
              <a:t>（表</a:t>
            </a:r>
            <a:r>
              <a:rPr lang="en-US" altLang="zh-CN"/>
              <a:t>3-4</a:t>
            </a:r>
            <a:r>
              <a:rPr lang="zh-CN" altLang="en-US"/>
              <a:t>）</a:t>
            </a:r>
            <a:br>
              <a:rPr lang="en-US" altLang="zh-CN"/>
            </a:br>
            <a:r>
              <a:rPr lang="en-US" altLang="zh-CN" sz="2400" kern="100"/>
              <a:t>utf8mb4</a:t>
            </a:r>
            <a:r>
              <a:rPr lang="zh-CN" altLang="zh-CN" sz="2200"/>
              <a:t>默认的排序规则</a:t>
            </a:r>
            <a:r>
              <a:rPr lang="en-US" altLang="zh-CN" sz="2200"/>
              <a:t> utf8mb4_0900_ai_ci</a:t>
            </a:r>
            <a:endParaRPr lang="zh-CN" altLang="en-US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98EBB215-BA29-3737-3CAC-0F287C89D1E9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614240698"/>
              </p:ext>
            </p:extLst>
          </p:nvPr>
        </p:nvGraphicFramePr>
        <p:xfrm>
          <a:off x="491824" y="1484784"/>
          <a:ext cx="11521280" cy="5211841"/>
        </p:xfrm>
        <a:graphic>
          <a:graphicData uri="http://schemas.openxmlformats.org/drawingml/2006/table">
            <a:tbl>
              <a:tblPr firstRow="1" firstCol="1" bandRow="1">
                <a:tableStyleId>{F2DE63D5-997A-4646-A377-4702673A728D}</a:tableStyleId>
              </a:tblPr>
              <a:tblGrid>
                <a:gridCol w="1548977">
                  <a:extLst>
                    <a:ext uri="{9D8B030D-6E8A-4147-A177-3AD203B41FA5}">
                      <a16:colId xmlns:a16="http://schemas.microsoft.com/office/drawing/2014/main" val="1395298149"/>
                    </a:ext>
                  </a:extLst>
                </a:gridCol>
                <a:gridCol w="1929785">
                  <a:extLst>
                    <a:ext uri="{9D8B030D-6E8A-4147-A177-3AD203B41FA5}">
                      <a16:colId xmlns:a16="http://schemas.microsoft.com/office/drawing/2014/main" val="1347229209"/>
                    </a:ext>
                  </a:extLst>
                </a:gridCol>
                <a:gridCol w="1776389">
                  <a:extLst>
                    <a:ext uri="{9D8B030D-6E8A-4147-A177-3AD203B41FA5}">
                      <a16:colId xmlns:a16="http://schemas.microsoft.com/office/drawing/2014/main" val="3670935188"/>
                    </a:ext>
                  </a:extLst>
                </a:gridCol>
                <a:gridCol w="2453190">
                  <a:extLst>
                    <a:ext uri="{9D8B030D-6E8A-4147-A177-3AD203B41FA5}">
                      <a16:colId xmlns:a16="http://schemas.microsoft.com/office/drawing/2014/main" val="3590037360"/>
                    </a:ext>
                  </a:extLst>
                </a:gridCol>
                <a:gridCol w="3812939">
                  <a:extLst>
                    <a:ext uri="{9D8B030D-6E8A-4147-A177-3AD203B41FA5}">
                      <a16:colId xmlns:a16="http://schemas.microsoft.com/office/drawing/2014/main" val="2873321976"/>
                    </a:ext>
                  </a:extLst>
                </a:gridCol>
              </a:tblGrid>
              <a:tr h="220008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字符集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3112" marR="33112" marT="0" marB="0"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字符范围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3112" marR="33112" marT="0" marB="0"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存储空间（中文字符）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3112" marR="33112" marT="0" marB="0"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优势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3112" marR="33112" marT="0" marB="0"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教务系统适用性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3112" marR="33112" marT="0" marB="0"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397874"/>
                  </a:ext>
                </a:extLst>
              </a:tr>
              <a:tr h="1378913"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utf8mb4 (</a:t>
                      </a:r>
                      <a:r>
                        <a:rPr lang="zh-CN" sz="1400" kern="100">
                          <a:effectLst/>
                        </a:rPr>
                        <a:t>推荐</a:t>
                      </a:r>
                      <a:r>
                        <a:rPr lang="en-US" sz="1400" kern="100">
                          <a:effectLst/>
                        </a:rPr>
                        <a:t>)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3112" marR="33112" marT="0" marB="0" anchor="ctr">
                    <a:solidFill>
                      <a:srgbClr val="4BFF9C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127000" algn="just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所有</a:t>
                      </a:r>
                      <a:r>
                        <a:rPr lang="en-US" sz="1400" kern="100">
                          <a:effectLst/>
                        </a:rPr>
                        <a:t>Unicode</a:t>
                      </a:r>
                      <a:r>
                        <a:rPr lang="zh-CN" sz="1400" kern="100">
                          <a:effectLst/>
                        </a:rPr>
                        <a:t>字符（全球语言、</a:t>
                      </a:r>
                      <a:r>
                        <a:rPr lang="en-US" sz="1400" kern="100">
                          <a:effectLst/>
                        </a:rPr>
                        <a:t>Emoji</a:t>
                      </a:r>
                      <a:r>
                        <a:rPr lang="zh-CN" sz="1400" kern="100">
                          <a:effectLst/>
                        </a:rPr>
                        <a:t>、特殊符号）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3112" marR="33112" marT="0" marB="0" anchor="ctr">
                    <a:solidFill>
                      <a:srgbClr val="4BFF9C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每个中文字符通常占用</a:t>
                      </a:r>
                      <a:r>
                        <a:rPr lang="en-US" sz="1400" kern="100">
                          <a:effectLst/>
                        </a:rPr>
                        <a:t> 3</a:t>
                      </a:r>
                      <a:r>
                        <a:rPr lang="zh-CN" sz="1400" kern="100">
                          <a:effectLst/>
                        </a:rPr>
                        <a:t>字节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3112" marR="33112" marT="0" marB="0" anchor="ctr">
                    <a:solidFill>
                      <a:srgbClr val="4BFF9C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全球通用，扩展性最佳，是</a:t>
                      </a:r>
                      <a:r>
                        <a:rPr lang="en-US" sz="1400" kern="100">
                          <a:effectLst/>
                        </a:rPr>
                        <a:t>Web</a:t>
                      </a:r>
                      <a:r>
                        <a:rPr lang="zh-CN" sz="1400" kern="100">
                          <a:effectLst/>
                        </a:rPr>
                        <a:t>和现代应用的绝对标准</a:t>
                      </a:r>
                      <a:r>
                        <a:rPr lang="en-US" sz="1400" kern="100">
                          <a:effectLst/>
                        </a:rPr>
                        <a:t>	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3112" marR="33112" marT="0" marB="0" anchor="ctr">
                    <a:solidFill>
                      <a:srgbClr val="4BFF9C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完美适用。能应对所有已知和未知的文本存储需求。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3112" marR="33112" marT="0" marB="0" anchor="ctr">
                    <a:solidFill>
                      <a:srgbClr val="4BFF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235601"/>
                  </a:ext>
                </a:extLst>
              </a:tr>
              <a:tr h="1185490"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utf8mb3 / utf8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3112" marR="33112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just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大部分</a:t>
                      </a:r>
                      <a:r>
                        <a:rPr lang="en-US" sz="1400" kern="100">
                          <a:effectLst/>
                        </a:rPr>
                        <a:t>Unicode</a:t>
                      </a:r>
                      <a:r>
                        <a:rPr lang="zh-CN" sz="1400" kern="100">
                          <a:effectLst/>
                        </a:rPr>
                        <a:t>字符，但不支持</a:t>
                      </a:r>
                      <a:r>
                        <a:rPr lang="en-US" sz="1400" kern="100">
                          <a:effectLst/>
                        </a:rPr>
                        <a:t>4</a:t>
                      </a:r>
                      <a:r>
                        <a:rPr lang="zh-CN" sz="1400" kern="100">
                          <a:effectLst/>
                        </a:rPr>
                        <a:t>字节的</a:t>
                      </a:r>
                      <a:r>
                        <a:rPr lang="en-US" sz="1400" kern="100">
                          <a:effectLst/>
                        </a:rPr>
                        <a:t>Emoji</a:t>
                      </a:r>
                      <a:r>
                        <a:rPr lang="zh-CN" sz="1400" kern="100">
                          <a:effectLst/>
                        </a:rPr>
                        <a:t>和生僻字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3112" marR="33112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每个中文字符通常占用</a:t>
                      </a:r>
                      <a:r>
                        <a:rPr lang="en-US" sz="1400" kern="100">
                          <a:effectLst/>
                        </a:rPr>
                        <a:t> 3</a:t>
                      </a:r>
                      <a:r>
                        <a:rPr lang="zh-CN" sz="1400" kern="100">
                          <a:effectLst/>
                        </a:rPr>
                        <a:t>字节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3112" marR="33112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兼容性好，但功能上有残缺，已被官方标记为废弃（</a:t>
                      </a:r>
                      <a:r>
                        <a:rPr lang="en-US" sz="1400" kern="100">
                          <a:effectLst/>
                        </a:rPr>
                        <a:t>deprecated</a:t>
                      </a:r>
                      <a:r>
                        <a:rPr lang="zh-CN" sz="1400" kern="100">
                          <a:effectLst/>
                        </a:rPr>
                        <a:t>）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3112" marR="33112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不推荐。有功能残缺的风险，无法存储</a:t>
                      </a:r>
                      <a:r>
                        <a:rPr lang="en-US" sz="1400" kern="100">
                          <a:effectLst/>
                        </a:rPr>
                        <a:t>Emoji</a:t>
                      </a:r>
                      <a:r>
                        <a:rPr lang="zh-CN" sz="1400" kern="100">
                          <a:effectLst/>
                        </a:rPr>
                        <a:t>，属于将被淘汰的技术。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3112" marR="33112" marT="0" marB="0" anchor="ctr"/>
                </a:tc>
                <a:extLst>
                  <a:ext uri="{0D108BD9-81ED-4DB2-BD59-A6C34878D82A}">
                    <a16:rowId xmlns:a16="http://schemas.microsoft.com/office/drawing/2014/main" val="3618478745"/>
                  </a:ext>
                </a:extLst>
              </a:tr>
              <a:tr h="1031241"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gbk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3112" marR="33112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just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主要支持中文简体、繁体和英文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3112" marR="33112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每个中文字符占用</a:t>
                      </a:r>
                      <a:r>
                        <a:rPr lang="en-US" sz="1400" kern="100">
                          <a:effectLst/>
                        </a:rPr>
                        <a:t> 2</a:t>
                      </a:r>
                      <a:r>
                        <a:rPr lang="zh-CN" sz="1400" kern="100">
                          <a:effectLst/>
                        </a:rPr>
                        <a:t>字节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3112" marR="33112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纯中文场景下存储空间最省，遗留系统兼容性好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3112" marR="33112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部分适用。如果您的系统</a:t>
                      </a:r>
                      <a:r>
                        <a:rPr lang="en-US" sz="1400" kern="100">
                          <a:effectLst/>
                        </a:rPr>
                        <a:t>100%</a:t>
                      </a:r>
                      <a:r>
                        <a:rPr lang="zh-CN" sz="1400" kern="100">
                          <a:effectLst/>
                        </a:rPr>
                        <a:t>确定永远不会涉及外文、</a:t>
                      </a:r>
                      <a:r>
                        <a:rPr lang="en-US" sz="1400" kern="100">
                          <a:effectLst/>
                        </a:rPr>
                        <a:t>Emoji</a:t>
                      </a:r>
                      <a:r>
                        <a:rPr lang="zh-CN" sz="1400" kern="100">
                          <a:effectLst/>
                        </a:rPr>
                        <a:t>和特殊符号，且对存储空间有极致要求，可以考虑。但风险在于，一旦有例外，数据就会出错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3112" marR="33112" marT="0" marB="0" anchor="ctr"/>
                </a:tc>
                <a:extLst>
                  <a:ext uri="{0D108BD9-81ED-4DB2-BD59-A6C34878D82A}">
                    <a16:rowId xmlns:a16="http://schemas.microsoft.com/office/drawing/2014/main" val="1566739373"/>
                  </a:ext>
                </a:extLst>
              </a:tr>
              <a:tr h="799460"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latin1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3112" marR="33112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just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仅支持英文和少数西欧语言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3112" marR="33112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不支持中文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3112" marR="33112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极其节省空间，但功能单一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3112" marR="33112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完全不适用。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3112" marR="33112" marT="0" marB="0" anchor="ctr"/>
                </a:tc>
                <a:extLst>
                  <a:ext uri="{0D108BD9-81ED-4DB2-BD59-A6C34878D82A}">
                    <a16:rowId xmlns:a16="http://schemas.microsoft.com/office/drawing/2014/main" val="3968226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8950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66B636-0F51-FD0A-0891-07C30B08D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关于排序字符集和</a:t>
            </a:r>
            <a:r>
              <a:rPr lang="en-US" altLang="zh-CN"/>
              <a:t>MySQL</a:t>
            </a:r>
            <a:r>
              <a:rPr lang="zh-CN" altLang="en-US"/>
              <a:t>版本匹配问题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F8F57D30-40C8-76C0-B64B-8EC9CA8D86CA}"/>
              </a:ext>
            </a:extLst>
          </p:cNvPr>
          <p:cNvSpPr txBox="1">
            <a:spLocks noGrp="1"/>
          </p:cNvSpPr>
          <p:nvPr>
            <p:ph sz="quarter" idx="1"/>
          </p:nvPr>
        </p:nvSpPr>
        <p:spPr>
          <a:xfrm>
            <a:off x="817563" y="1600200"/>
            <a:ext cx="10871200" cy="3934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如果你使用的MySQL是5.7版本，字符集utf8mb4配套的排序字符集可以选择：</a:t>
            </a:r>
          </a:p>
          <a:p>
            <a:pPr lvl="1"/>
            <a:r>
              <a:rPr lang="zh-CN" altLang="en-US"/>
              <a:t>utf8mb4_unicode_ci</a:t>
            </a:r>
          </a:p>
          <a:p>
            <a:pPr lvl="1"/>
            <a:r>
              <a:rPr lang="zh-CN" altLang="en-US"/>
              <a:t>或</a:t>
            </a:r>
          </a:p>
          <a:p>
            <a:pPr lvl="1"/>
            <a:r>
              <a:rPr lang="zh-CN" altLang="en-US"/>
              <a:t>utf8mb4_unicode_520_ci</a:t>
            </a:r>
          </a:p>
          <a:p>
            <a:endParaRPr lang="zh-CN" altLang="en-US"/>
          </a:p>
          <a:p>
            <a:r>
              <a:rPr lang="zh-CN" altLang="en-US"/>
              <a:t>排序字符集utf8mb4_0900_ai_ci要MySQL版本大于8.0才可以使用</a:t>
            </a:r>
          </a:p>
        </p:txBody>
      </p:sp>
    </p:spTree>
    <p:extLst>
      <p:ext uri="{BB962C8B-B14F-4D97-AF65-F5344CB8AC3E}">
        <p14:creationId xmlns:p14="http://schemas.microsoft.com/office/powerpoint/2010/main" val="22218549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F2D29E-5ACD-DE2A-C106-3D0C8AE85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实际考量的指标</a:t>
            </a:r>
            <a:r>
              <a:rPr lang="en-US" altLang="zh-CN"/>
              <a:t>——</a:t>
            </a:r>
            <a:r>
              <a:rPr lang="zh-CN" altLang="en-US"/>
              <a:t>引擎选择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CA6958-887F-7456-7203-8471328E731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/>
              <a:t>InnoDB</a:t>
            </a:r>
          </a:p>
          <a:p>
            <a:r>
              <a:rPr lang="zh-CN" altLang="en-US"/>
              <a:t>创建表时声明：</a:t>
            </a:r>
            <a:endParaRPr lang="en-US" altLang="zh-CN"/>
          </a:p>
          <a:p>
            <a:pPr lvl="1"/>
            <a:r>
              <a:rPr lang="en-US" altLang="zh-CN"/>
              <a:t>ENGINE = innodb</a:t>
            </a:r>
            <a:endParaRPr lang="zh-CN" altLang="en-US"/>
          </a:p>
        </p:txBody>
      </p:sp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EF47CFA2-6AEA-553C-C0BE-2E2B512C8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5960" y="1988840"/>
            <a:ext cx="5181600" cy="2257625"/>
          </a:xfrm>
          <a:prstGeom prst="rect">
            <a:avLst/>
          </a:prstGeom>
          <a:ln>
            <a:solidFill>
              <a:schemeClr val="accent6"/>
            </a:solidFill>
          </a:ln>
        </p:spPr>
      </p:pic>
    </p:spTree>
    <p:extLst>
      <p:ext uri="{BB962C8B-B14F-4D97-AF65-F5344CB8AC3E}">
        <p14:creationId xmlns:p14="http://schemas.microsoft.com/office/powerpoint/2010/main" val="3963531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F8AC57-EA45-EEB5-D643-B1326E00D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数据库最终设计（表</a:t>
            </a:r>
            <a:r>
              <a:rPr lang="en-US" altLang="zh-CN"/>
              <a:t>3-5</a:t>
            </a:r>
            <a:r>
              <a:rPr lang="zh-CN" altLang="en-US"/>
              <a:t>）</a:t>
            </a:r>
          </a:p>
        </p:txBody>
      </p:sp>
      <p:graphicFrame>
        <p:nvGraphicFramePr>
          <p:cNvPr id="7" name="内容占位符 6">
            <a:extLst>
              <a:ext uri="{FF2B5EF4-FFF2-40B4-BE49-F238E27FC236}">
                <a16:creationId xmlns:a16="http://schemas.microsoft.com/office/drawing/2014/main" id="{B09A1E01-CE15-6299-88AD-4ED5E1D42264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948700868"/>
              </p:ext>
            </p:extLst>
          </p:nvPr>
        </p:nvGraphicFramePr>
        <p:xfrm>
          <a:off x="407368" y="1916832"/>
          <a:ext cx="6575280" cy="3672408"/>
        </p:xfrm>
        <a:graphic>
          <a:graphicData uri="http://schemas.openxmlformats.org/drawingml/2006/table">
            <a:tbl>
              <a:tblPr firstRow="1" firstCol="1" bandRow="1">
                <a:tableStyleId>{9DCAF9ED-07DC-4A11-8D7F-57B35C25682E}</a:tableStyleId>
              </a:tblPr>
              <a:tblGrid>
                <a:gridCol w="2177500">
                  <a:extLst>
                    <a:ext uri="{9D8B030D-6E8A-4147-A177-3AD203B41FA5}">
                      <a16:colId xmlns:a16="http://schemas.microsoft.com/office/drawing/2014/main" val="4282548111"/>
                    </a:ext>
                  </a:extLst>
                </a:gridCol>
                <a:gridCol w="1877500">
                  <a:extLst>
                    <a:ext uri="{9D8B030D-6E8A-4147-A177-3AD203B41FA5}">
                      <a16:colId xmlns:a16="http://schemas.microsoft.com/office/drawing/2014/main" val="894784185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739532991"/>
                    </a:ext>
                  </a:extLst>
                </a:gridCol>
              </a:tblGrid>
              <a:tr h="633867">
                <a:tc gridSpan="3"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 kern="100">
                          <a:effectLst/>
                        </a:rPr>
                        <a:t>前缀</a:t>
                      </a:r>
                      <a:r>
                        <a:rPr lang="en-US" altLang="zh-CN" sz="1800" kern="100">
                          <a:effectLst/>
                        </a:rPr>
                        <a:t>_class</a:t>
                      </a:r>
                      <a:r>
                        <a:rPr lang="zh-CN" altLang="en-US" sz="1800" kern="100">
                          <a:effectLst/>
                        </a:rPr>
                        <a:t>表：存储班级信息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38100" marR="38100" indent="127000" algn="just">
                        <a:lnSpc>
                          <a:spcPct val="150000"/>
                        </a:lnSpc>
                        <a:buNone/>
                      </a:pP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marL="38100" marR="38100" indent="127000" algn="just">
                        <a:lnSpc>
                          <a:spcPct val="150000"/>
                        </a:lnSpc>
                        <a:buNone/>
                      </a:pP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76740461"/>
                  </a:ext>
                </a:extLst>
              </a:tr>
              <a:tr h="521022"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字段功能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主键</a:t>
                      </a:r>
                      <a:r>
                        <a:rPr lang="en-US" sz="1400" kern="100">
                          <a:effectLst/>
                        </a:rPr>
                        <a:t>|</a:t>
                      </a:r>
                      <a:r>
                        <a:rPr lang="zh-CN" sz="1400" kern="100">
                          <a:effectLst/>
                        </a:rPr>
                        <a:t>外键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建议格式</a:t>
                      </a:r>
                      <a:r>
                        <a:rPr lang="en-US" sz="1400" kern="100">
                          <a:effectLst/>
                        </a:rPr>
                        <a:t>[|</a:t>
                      </a:r>
                      <a:r>
                        <a:rPr lang="zh-CN" sz="1400" kern="100">
                          <a:effectLst/>
                        </a:rPr>
                        <a:t>特别说明</a:t>
                      </a:r>
                      <a:r>
                        <a:rPr lang="en-US" sz="1400" kern="100">
                          <a:effectLst/>
                        </a:rPr>
                        <a:t>]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73428255"/>
                  </a:ext>
                </a:extLst>
              </a:tr>
              <a:tr h="501295"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班级编号</a:t>
                      </a:r>
                      <a:r>
                        <a:rPr lang="en-US" sz="1400" kern="100">
                          <a:effectLst/>
                        </a:rPr>
                        <a:t>(cl_id)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主键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INT|</a:t>
                      </a:r>
                      <a:r>
                        <a:rPr lang="zh-CN" sz="1400" kern="100">
                          <a:effectLst/>
                        </a:rPr>
                        <a:t>自动编号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47033130"/>
                  </a:ext>
                </a:extLst>
              </a:tr>
              <a:tr h="522848"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班级名称</a:t>
                      </a:r>
                      <a:r>
                        <a:rPr lang="en-US" sz="1400" kern="100">
                          <a:effectLst/>
                        </a:rPr>
                        <a:t>(cl_name)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唯一索引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VARCHAR(30)</a:t>
                      </a:r>
                      <a:endParaRPr lang="zh-CN" sz="1800" kern="100">
                        <a:effectLst/>
                      </a:endParaRPr>
                    </a:p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NOT NULL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37847137"/>
                  </a:ext>
                </a:extLst>
              </a:tr>
              <a:tr h="522848"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入学年份</a:t>
                      </a:r>
                      <a:r>
                        <a:rPr lang="en-US" sz="1400" kern="100">
                          <a:effectLst/>
                        </a:rPr>
                        <a:t>(cl_start_year)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SMALLINT(4)| 2020</a:t>
                      </a:r>
                      <a:endParaRPr lang="zh-CN" sz="1800" kern="100">
                        <a:effectLst/>
                      </a:endParaRPr>
                    </a:p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UNSIGNED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3477965"/>
                  </a:ext>
                </a:extLst>
              </a:tr>
              <a:tr h="804136"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专业编号</a:t>
                      </a:r>
                      <a:r>
                        <a:rPr lang="en-US" sz="1400" kern="100">
                          <a:effectLst/>
                        </a:rPr>
                        <a:t>(cl_major)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外键约束（专业表）</a:t>
                      </a:r>
                      <a:r>
                        <a:rPr lang="en-US" sz="1400" kern="100">
                          <a:effectLst/>
                        </a:rPr>
                        <a:t>+</a:t>
                      </a:r>
                      <a:r>
                        <a:rPr lang="zh-CN" sz="1400" kern="100">
                          <a:effectLst/>
                        </a:rPr>
                        <a:t>外键索引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8100" marR="38100" indent="1270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INT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19472504"/>
                  </a:ext>
                </a:extLst>
              </a:tr>
            </a:tbl>
          </a:graphicData>
        </a:graphic>
      </p:graphicFrame>
      <p:pic>
        <p:nvPicPr>
          <p:cNvPr id="8" name="内容占位符 4">
            <a:extLst>
              <a:ext uri="{FF2B5EF4-FFF2-40B4-BE49-F238E27FC236}">
                <a16:creationId xmlns:a16="http://schemas.microsoft.com/office/drawing/2014/main" id="{F93F0D0F-A1B8-EC57-99D7-3DA457439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0" y="1929207"/>
            <a:ext cx="5181600" cy="2257625"/>
          </a:xfrm>
          <a:prstGeom prst="rect">
            <a:avLst/>
          </a:prstGeom>
          <a:ln>
            <a:solidFill>
              <a:schemeClr val="accent6"/>
            </a:solidFill>
          </a:ln>
        </p:spPr>
      </p:pic>
    </p:spTree>
    <p:extLst>
      <p:ext uri="{BB962C8B-B14F-4D97-AF65-F5344CB8AC3E}">
        <p14:creationId xmlns:p14="http://schemas.microsoft.com/office/powerpoint/2010/main" val="2813192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0FA3B-93C6-BAE8-8561-1A713A80F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024E5709-5B74-3D75-1DAE-5CAF765243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CN" altLang="en-US">
                <a:solidFill>
                  <a:srgbClr val="455F51"/>
                </a:solidFill>
              </a:rPr>
              <a:t>数据库物理建模分析</a:t>
            </a:r>
            <a:endParaRPr lang="en-US" altLang="zh-CN">
              <a:solidFill>
                <a:srgbClr val="455F51"/>
              </a:solidFill>
            </a:endParaRPr>
          </a:p>
          <a:p>
            <a:r>
              <a:rPr lang="zh-CN" altLang="en-US">
                <a:solidFill>
                  <a:srgbClr val="455F51"/>
                </a:solidFill>
              </a:rPr>
              <a:t>系统数据库物理建模过程</a:t>
            </a:r>
            <a:endParaRPr lang="en-US" altLang="zh-CN">
              <a:solidFill>
                <a:srgbClr val="455F51"/>
              </a:solidFill>
            </a:endParaRPr>
          </a:p>
          <a:p>
            <a:r>
              <a:rPr lang="zh-CN" altLang="en-US">
                <a:solidFill>
                  <a:srgbClr val="FFC000"/>
                </a:solidFill>
              </a:rPr>
              <a:t>创建数据库和表的命令解析</a:t>
            </a:r>
            <a:endParaRPr lang="en-US" altLang="zh-CN">
              <a:solidFill>
                <a:srgbClr val="FFC000"/>
              </a:solidFill>
            </a:endParaRPr>
          </a:p>
          <a:p>
            <a:pPr lvl="0"/>
            <a:r>
              <a:rPr lang="zh-CN" altLang="en-US" sz="2800" b="0">
                <a:latin typeface="微软雅黑" panose="020B0503020204020204" pitchFamily="34" charset="-122"/>
                <a:ea typeface="微软雅黑" panose="020B0503020204020204" pitchFamily="34" charset="-122"/>
              </a:rPr>
              <a:t>外键约束</a:t>
            </a: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943AFB3B-D444-3D39-FD08-96921F319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altLang="zh-CN"/>
              <a:t>MySQL</a:t>
            </a:r>
            <a:r>
              <a:rPr lang="zh-CN" altLang="en-US"/>
              <a:t>数据库的构建</a:t>
            </a:r>
          </a:p>
        </p:txBody>
      </p:sp>
    </p:spTree>
    <p:extLst>
      <p:ext uri="{BB962C8B-B14F-4D97-AF65-F5344CB8AC3E}">
        <p14:creationId xmlns:p14="http://schemas.microsoft.com/office/powerpoint/2010/main" val="36864056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CREATE——SQL</a:t>
            </a:r>
            <a:r>
              <a:rPr lang="zh-CN" altLang="en-US"/>
              <a:t>创建的语句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FF2284D-6CCA-FF27-D91B-5D4C86A34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488" y="1556792"/>
            <a:ext cx="8391832" cy="132349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6523710-C3FD-C094-ECDE-7DD782813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588" y="3113618"/>
            <a:ext cx="8425732" cy="2625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8698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5049F5-1802-7C71-EB70-3A18AAD08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创建表时添加索引的语法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8525527-3AF4-D3FE-7C69-7CA5CB5B2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393" y="1700808"/>
            <a:ext cx="10971428" cy="33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7685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62FEEE-1A5E-B895-9E62-1876CC55B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/>
              <a:t>创建表时添加外键的语法</a:t>
            </a:r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CF4E098-0AA1-6B3B-E038-2E21D6779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114" y="1556792"/>
            <a:ext cx="11028571" cy="270476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5939C49-81C2-04B9-48A8-E1B4B7759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6178" y="3789040"/>
            <a:ext cx="6480720" cy="250364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17703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7CC4E-4C99-0387-351B-B56E925D2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补充说明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0120E728-4723-40E2-A961-E9665A2BD639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812800" y="1724666"/>
            <a:ext cx="5181600" cy="4664380"/>
          </a:xfrm>
          <a:prstGeom prst="rect">
            <a:avLst/>
          </a:prstGeom>
          <a:ln>
            <a:solidFill>
              <a:srgbClr val="549E39"/>
            </a:solidFill>
          </a:ln>
        </p:spPr>
      </p:pic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61A8FD83-5221-1490-5E5B-9149D2760B55}"/>
              </a:ext>
            </a:extLst>
          </p:cNvPr>
          <p:cNvPicPr>
            <a:picLocks noGrp="1" noChangeAspect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6459538" y="2166681"/>
            <a:ext cx="5181600" cy="3780350"/>
          </a:xfrm>
          <a:prstGeom prst="rect">
            <a:avLst/>
          </a:prstGeom>
          <a:ln>
            <a:solidFill>
              <a:srgbClr val="549E39"/>
            </a:solidFill>
          </a:ln>
        </p:spPr>
      </p:pic>
    </p:spTree>
    <p:extLst>
      <p:ext uri="{BB962C8B-B14F-4D97-AF65-F5344CB8AC3E}">
        <p14:creationId xmlns:p14="http://schemas.microsoft.com/office/powerpoint/2010/main" val="2860864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9240B98-F7EB-6099-2B55-40F3199F4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一个完整的字段定义语句包含：</a:t>
            </a:r>
          </a:p>
        </p:txBody>
      </p:sp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E247AA14-2764-7E47-F761-C1EB1C6B8CA6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728433257"/>
              </p:ext>
            </p:extLst>
          </p:nvPr>
        </p:nvGraphicFramePr>
        <p:xfrm>
          <a:off x="812800" y="1589088"/>
          <a:ext cx="5181600" cy="49355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8" name="内容占位符 7">
            <a:extLst>
              <a:ext uri="{FF2B5EF4-FFF2-40B4-BE49-F238E27FC236}">
                <a16:creationId xmlns:a16="http://schemas.microsoft.com/office/drawing/2014/main" id="{DF66D4FA-6EA0-560A-C2A5-4C9B5115D786}"/>
              </a:ext>
            </a:extLst>
          </p:cNvPr>
          <p:cNvGraphicFramePr>
            <a:graphicFrameLocks noGrp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911408790"/>
              </p:ext>
            </p:extLst>
          </p:nvPr>
        </p:nvGraphicFramePr>
        <p:xfrm>
          <a:off x="6459538" y="1589088"/>
          <a:ext cx="5181600" cy="49355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510893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A4D7AAB-CE76-4EA3-B3A7-2499D39905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graphicEl>
                                              <a:dgm id="{DA4D7AAB-CE76-4EA3-B3A7-2499D39905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graphicEl>
                                              <a:dgm id="{DA4D7AAB-CE76-4EA3-B3A7-2499D39905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DA1DCCC-2AB5-44A4-AF2B-AB78968B3A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graphicEl>
                                              <a:dgm id="{CDA1DCCC-2AB5-44A4-AF2B-AB78968B3A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graphicEl>
                                              <a:dgm id="{CDA1DCCC-2AB5-44A4-AF2B-AB78968B3A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CBB517D-00B9-4156-AC72-CA566E153D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graphicEl>
                                              <a:dgm id="{0CBB517D-00B9-4156-AC72-CA566E153D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graphicEl>
                                              <a:dgm id="{0CBB517D-00B9-4156-AC72-CA566E153D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EC5ED8E-5756-4AF9-9033-53EF57EE4D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graphicEl>
                                              <a:dgm id="{6EC5ED8E-5756-4AF9-9033-53EF57EE4D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graphicEl>
                                              <a:dgm id="{6EC5ED8E-5756-4AF9-9033-53EF57EE4D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F29DCF8-629A-4FBC-82E3-7D750127C4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graphicEl>
                                              <a:dgm id="{BF29DCF8-629A-4FBC-82E3-7D750127C4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graphicEl>
                                              <a:dgm id="{BF29DCF8-629A-4FBC-82E3-7D750127C4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A674B7C0-0EE3-4147-8273-1D6557D814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graphicEl>
                                              <a:dgm id="{A674B7C0-0EE3-4147-8273-1D6557D814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graphicEl>
                                              <a:dgm id="{A674B7C0-0EE3-4147-8273-1D6557D814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DF002840-BC15-4EE6-9DBE-82043B482F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>
                                            <p:graphicEl>
                                              <a:dgm id="{DF002840-BC15-4EE6-9DBE-82043B482F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>
                                            <p:graphicEl>
                                              <a:dgm id="{DF002840-BC15-4EE6-9DBE-82043B482F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AB619D60-BB31-4C0B-9318-64E8F75ABA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>
                                            <p:graphicEl>
                                              <a:dgm id="{AB619D60-BB31-4C0B-9318-64E8F75ABA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">
                                            <p:graphicEl>
                                              <a:dgm id="{AB619D60-BB31-4C0B-9318-64E8F75ABA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 uiExpand="1">
        <p:bldSub>
          <a:bldDgm bld="one"/>
        </p:bldSub>
      </p:bldGraphic>
      <p:bldGraphic spid="8" grpId="0" uiExpand="1">
        <p:bldSub>
          <a:bldDgm bld="one"/>
        </p:bldSub>
      </p:bldGraphic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1EF8AD-29A9-CF5E-4FC2-1A46864C7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测试非空字段和可空字段的写入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F8A3DC61-97D2-5C91-6CAD-C039A0C17B1C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812800" y="1628800"/>
            <a:ext cx="5488614" cy="1152128"/>
          </a:xfrm>
          <a:prstGeom prst="rect">
            <a:avLst/>
          </a:prstGeom>
          <a:ln>
            <a:solidFill>
              <a:srgbClr val="549E39"/>
            </a:solidFill>
          </a:ln>
        </p:spPr>
      </p:pic>
      <p:pic>
        <p:nvPicPr>
          <p:cNvPr id="13" name="内容占位符 12">
            <a:extLst>
              <a:ext uri="{FF2B5EF4-FFF2-40B4-BE49-F238E27FC236}">
                <a16:creationId xmlns:a16="http://schemas.microsoft.com/office/drawing/2014/main" id="{31995289-DF65-2505-0F00-6E85B1374270}"/>
              </a:ext>
            </a:extLst>
          </p:cNvPr>
          <p:cNvPicPr>
            <a:picLocks noGrp="1" noChangeAspect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6459538" y="1759354"/>
            <a:ext cx="5181600" cy="4595004"/>
          </a:xfrm>
          <a:prstGeom prst="rect">
            <a:avLst/>
          </a:prstGeom>
          <a:ln>
            <a:solidFill>
              <a:srgbClr val="549E39"/>
            </a:solidFill>
          </a:ln>
        </p:spPr>
      </p:pic>
      <p:pic>
        <p:nvPicPr>
          <p:cNvPr id="11" name="内容占位符 7">
            <a:extLst>
              <a:ext uri="{FF2B5EF4-FFF2-40B4-BE49-F238E27FC236}">
                <a16:creationId xmlns:a16="http://schemas.microsoft.com/office/drawing/2014/main" id="{E5A0FD22-FA9F-4337-FBDB-989AE67AD1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834641"/>
            <a:ext cx="5181600" cy="4023359"/>
          </a:xfrm>
          <a:prstGeom prst="rect">
            <a:avLst/>
          </a:prstGeom>
          <a:ln>
            <a:solidFill>
              <a:srgbClr val="549E39"/>
            </a:solidFill>
          </a:ln>
        </p:spPr>
      </p:pic>
    </p:spTree>
    <p:extLst>
      <p:ext uri="{BB962C8B-B14F-4D97-AF65-F5344CB8AC3E}">
        <p14:creationId xmlns:p14="http://schemas.microsoft.com/office/powerpoint/2010/main" val="131612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E1D14C-4C60-BF5E-5390-AEFF9780F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非空字段不赋值的情况分析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94BAA8B0-3D6B-24B9-C304-DDB7ED47610F}"/>
              </a:ext>
            </a:extLst>
          </p:cNvPr>
          <p:cNvPicPr>
            <a:picLocks noGrp="1" noChangeAspect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848829" y="2438400"/>
            <a:ext cx="5109542" cy="4159250"/>
          </a:xfrm>
          <a:prstGeom prst="rect">
            <a:avLst/>
          </a:prstGeom>
          <a:ln>
            <a:solidFill>
              <a:srgbClr val="549E39"/>
            </a:solidFill>
          </a:ln>
        </p:spPr>
      </p:pic>
      <p:sp>
        <p:nvSpPr>
          <p:cNvPr id="7" name="文本占位符 6">
            <a:extLst>
              <a:ext uri="{FF2B5EF4-FFF2-40B4-BE49-F238E27FC236}">
                <a16:creationId xmlns:a16="http://schemas.microsoft.com/office/drawing/2014/main" id="{207552BA-DB47-3413-981E-F3EF8B465DDD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zh-CN" altLang="en-US"/>
              <a:t>非严格模式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652BD8AF-59AE-2355-036E-B7337A4D2B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/>
              <a:t>严格模式</a:t>
            </a:r>
          </a:p>
        </p:txBody>
      </p:sp>
      <p:pic>
        <p:nvPicPr>
          <p:cNvPr id="16" name="内容占位符 15">
            <a:extLst>
              <a:ext uri="{FF2B5EF4-FFF2-40B4-BE49-F238E27FC236}">
                <a16:creationId xmlns:a16="http://schemas.microsoft.com/office/drawing/2014/main" id="{9DAB250C-828B-61A2-0CBF-B8CA7299E35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tretch>
            <a:fillRect/>
          </a:stretch>
        </p:blipFill>
        <p:spPr>
          <a:xfrm>
            <a:off x="6400800" y="2463051"/>
            <a:ext cx="5181600" cy="3628142"/>
          </a:xfrm>
          <a:prstGeom prst="rect">
            <a:avLst/>
          </a:prstGeom>
          <a:ln>
            <a:solidFill>
              <a:srgbClr val="549E39"/>
            </a:solidFill>
          </a:ln>
        </p:spPr>
      </p:pic>
      <p:pic>
        <p:nvPicPr>
          <p:cNvPr id="14" name="内容占位符 10">
            <a:extLst>
              <a:ext uri="{FF2B5EF4-FFF2-40B4-BE49-F238E27FC236}">
                <a16:creationId xmlns:a16="http://schemas.microsoft.com/office/drawing/2014/main" id="{DE064A9F-9C84-981D-3465-CE1B5DD234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1698" y="1420020"/>
            <a:ext cx="3711846" cy="972660"/>
          </a:xfrm>
          <a:prstGeom prst="rect">
            <a:avLst/>
          </a:prstGeom>
          <a:ln>
            <a:solidFill>
              <a:srgbClr val="549E39"/>
            </a:solidFill>
          </a:ln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3F56C3BF-B8AC-D96E-756C-5AB97C450E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5370" y="1340768"/>
            <a:ext cx="3517030" cy="1216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542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1E4BCE-F842-C8C0-B248-733A9FBE3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严格模式下为非空字段设置</a:t>
            </a:r>
            <a:r>
              <a:rPr lang="en-US" altLang="zh-CN"/>
              <a:t>DEFAULT</a:t>
            </a:r>
            <a:r>
              <a:rPr lang="zh-CN" altLang="en-US"/>
              <a:t>值</a:t>
            </a:r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2E9D21B5-F6DB-9F6F-FEE7-27F0D172E328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700393" y="1600200"/>
            <a:ext cx="9105540" cy="4924425"/>
          </a:xfrm>
          <a:prstGeom prst="rect">
            <a:avLst/>
          </a:prstGeom>
          <a:ln>
            <a:solidFill>
              <a:srgbClr val="549E39"/>
            </a:solidFill>
          </a:ln>
        </p:spPr>
      </p:pic>
    </p:spTree>
    <p:extLst>
      <p:ext uri="{BB962C8B-B14F-4D97-AF65-F5344CB8AC3E}">
        <p14:creationId xmlns:p14="http://schemas.microsoft.com/office/powerpoint/2010/main" val="92123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9169695-868F-78F5-DC40-4F8D2B1AC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关于</a:t>
            </a:r>
            <a:r>
              <a:rPr lang="en-US" altLang="zh-CN"/>
              <a:t>CHAR</a:t>
            </a:r>
            <a:r>
              <a:rPr lang="zh-CN" altLang="en-US"/>
              <a:t>和</a:t>
            </a:r>
            <a:r>
              <a:rPr lang="en-US" altLang="zh-CN"/>
              <a:t>VARCHAR</a:t>
            </a:r>
            <a:r>
              <a:rPr lang="zh-CN" altLang="en-US"/>
              <a:t>的长度限制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F53C1F-C60D-E8AB-791E-CA5E4D788E8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/>
              <a:t>VARCHAR(30)</a:t>
            </a:r>
            <a:r>
              <a:rPr lang="zh-CN" altLang="en-US"/>
              <a:t>，</a:t>
            </a:r>
            <a:r>
              <a:rPr lang="en-US" altLang="zh-CN"/>
              <a:t>30</a:t>
            </a:r>
            <a:r>
              <a:rPr lang="zh-CN" altLang="en-US"/>
              <a:t>的含义是？</a:t>
            </a:r>
            <a:endParaRPr lang="en-US" altLang="zh-CN"/>
          </a:p>
          <a:p>
            <a:pPr lvl="1"/>
            <a:r>
              <a:rPr lang="zh-CN" altLang="en-US"/>
              <a:t>指的是字符的数量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不是存储字节的多少</a:t>
            </a:r>
            <a:endParaRPr lang="en-US" altLang="zh-CN">
              <a:solidFill>
                <a:srgbClr val="FF0000"/>
              </a:solidFill>
            </a:endParaRPr>
          </a:p>
          <a:p>
            <a:r>
              <a:rPr lang="zh-CN" altLang="en-US"/>
              <a:t>好处</a:t>
            </a:r>
            <a:endParaRPr lang="en-US" altLang="zh-CN"/>
          </a:p>
          <a:p>
            <a:pPr lvl="1"/>
            <a:r>
              <a:rPr lang="zh-CN" altLang="en-US"/>
              <a:t>开发者不用关心字符集</a:t>
            </a:r>
            <a:endParaRPr lang="en-US" altLang="zh-CN"/>
          </a:p>
          <a:p>
            <a:pPr lvl="1"/>
            <a:r>
              <a:rPr lang="zh-CN" altLang="en-US"/>
              <a:t>业务逻辑更清晰</a:t>
            </a:r>
          </a:p>
        </p:txBody>
      </p:sp>
      <p:pic>
        <p:nvPicPr>
          <p:cNvPr id="9" name="内容占位符 4">
            <a:extLst>
              <a:ext uri="{FF2B5EF4-FFF2-40B4-BE49-F238E27FC236}">
                <a16:creationId xmlns:a16="http://schemas.microsoft.com/office/drawing/2014/main" id="{40300D95-8C86-F003-EBE7-CD841C072DB7}"/>
              </a:ext>
            </a:extLst>
          </p:cNvPr>
          <p:cNvPicPr>
            <a:picLocks noGrp="1" noChangeAspect="1"/>
          </p:cNvPicPr>
          <p:nvPr>
            <p:ph sz="quarter" idx="2"/>
          </p:nvPr>
        </p:nvPicPr>
        <p:blipFill>
          <a:blip r:embed="rId2"/>
          <a:stretch>
            <a:fillRect/>
          </a:stretch>
        </p:blipFill>
        <p:spPr>
          <a:xfrm>
            <a:off x="6459538" y="2928044"/>
            <a:ext cx="5181600" cy="2257625"/>
          </a:xfrm>
          <a:prstGeom prst="rect">
            <a:avLst/>
          </a:prstGeom>
          <a:ln>
            <a:solidFill>
              <a:schemeClr val="accent6"/>
            </a:solidFill>
          </a:ln>
        </p:spPr>
      </p:pic>
    </p:spTree>
    <p:extLst>
      <p:ext uri="{BB962C8B-B14F-4D97-AF65-F5344CB8AC3E}">
        <p14:creationId xmlns:p14="http://schemas.microsoft.com/office/powerpoint/2010/main" val="1922030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21B604-0BB1-1CBB-F83D-61E5AA56A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INT(3) </a:t>
            </a:r>
            <a:r>
              <a:rPr lang="zh-CN" altLang="en-US"/>
              <a:t>中数字</a:t>
            </a:r>
            <a:r>
              <a:rPr lang="en-US" altLang="zh-CN"/>
              <a:t>3</a:t>
            </a:r>
            <a:r>
              <a:rPr lang="zh-CN" altLang="en-US"/>
              <a:t>的作用分析</a:t>
            </a:r>
          </a:p>
        </p:txBody>
      </p:sp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8985CD52-86F4-FAE5-707C-ECE77E5F40BE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75169859"/>
              </p:ext>
            </p:extLst>
          </p:nvPr>
        </p:nvGraphicFramePr>
        <p:xfrm>
          <a:off x="2644116" y="1988840"/>
          <a:ext cx="8204412" cy="3888432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803812">
                  <a:extLst>
                    <a:ext uri="{9D8B030D-6E8A-4147-A177-3AD203B41FA5}">
                      <a16:colId xmlns:a16="http://schemas.microsoft.com/office/drawing/2014/main" val="3113504663"/>
                    </a:ext>
                  </a:extLst>
                </a:gridCol>
                <a:gridCol w="5400600">
                  <a:extLst>
                    <a:ext uri="{9D8B030D-6E8A-4147-A177-3AD203B41FA5}">
                      <a16:colId xmlns:a16="http://schemas.microsoft.com/office/drawing/2014/main" val="1505021482"/>
                    </a:ext>
                  </a:extLst>
                </a:gridCol>
              </a:tblGrid>
              <a:tr h="578896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特性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说明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extLst>
                  <a:ext uri="{0D108BD9-81ED-4DB2-BD59-A6C34878D82A}">
                    <a16:rowId xmlns:a16="http://schemas.microsoft.com/office/drawing/2014/main" val="1567495255"/>
                  </a:ext>
                </a:extLst>
              </a:tr>
              <a:tr h="578896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>
                          <a:effectLst/>
                        </a:rPr>
                        <a:t>存储空间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>
                          <a:effectLst/>
                        </a:rPr>
                        <a:t>固定</a:t>
                      </a:r>
                      <a:r>
                        <a:rPr lang="en-US" altLang="zh-CN" b="1">
                          <a:effectLst/>
                        </a:rPr>
                        <a:t>4</a:t>
                      </a:r>
                      <a:r>
                        <a:rPr lang="zh-CN" altLang="en-US" b="1">
                          <a:effectLst/>
                        </a:rPr>
                        <a:t>字节</a:t>
                      </a:r>
                      <a:r>
                        <a:rPr lang="zh-CN" altLang="en-US" b="0">
                          <a:effectLst/>
                        </a:rPr>
                        <a:t>，与（</a:t>
                      </a:r>
                      <a:r>
                        <a:rPr lang="en-US" altLang="zh-CN" b="0">
                          <a:effectLst/>
                        </a:rPr>
                        <a:t>3</a:t>
                      </a:r>
                      <a:r>
                        <a:rPr lang="zh-CN" altLang="en-US" b="0">
                          <a:effectLst/>
                        </a:rPr>
                        <a:t>）无关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76200" marT="47625" marB="47625" anchor="ctr"/>
                </a:tc>
                <a:extLst>
                  <a:ext uri="{0D108BD9-81ED-4DB2-BD59-A6C34878D82A}">
                    <a16:rowId xmlns:a16="http://schemas.microsoft.com/office/drawing/2014/main" val="1760069730"/>
                  </a:ext>
                </a:extLst>
              </a:tr>
              <a:tr h="578896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>
                          <a:effectLst/>
                        </a:rPr>
                        <a:t>取值范围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b="1">
                          <a:effectLst/>
                        </a:rPr>
                        <a:t>-21</a:t>
                      </a:r>
                      <a:r>
                        <a:rPr lang="zh-CN" altLang="en-US" b="1">
                          <a:effectLst/>
                        </a:rPr>
                        <a:t>亿</a:t>
                      </a:r>
                      <a:r>
                        <a:rPr lang="en-US" altLang="zh-CN" b="1">
                          <a:effectLst/>
                        </a:rPr>
                        <a:t>~21</a:t>
                      </a:r>
                      <a:r>
                        <a:rPr lang="zh-CN" altLang="en-US" b="1">
                          <a:effectLst/>
                        </a:rPr>
                        <a:t>亿</a:t>
                      </a:r>
                      <a:r>
                        <a:rPr lang="zh-CN" altLang="en-US" b="0">
                          <a:effectLst/>
                        </a:rPr>
                        <a:t>，与（</a:t>
                      </a:r>
                      <a:r>
                        <a:rPr lang="en-US" altLang="zh-CN" b="0">
                          <a:effectLst/>
                        </a:rPr>
                        <a:t>3</a:t>
                      </a:r>
                      <a:r>
                        <a:rPr lang="zh-CN" altLang="en-US" b="0">
                          <a:effectLst/>
                        </a:rPr>
                        <a:t>）无关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76200" marT="47625" marB="47625" anchor="ctr"/>
                </a:tc>
                <a:extLst>
                  <a:ext uri="{0D108BD9-81ED-4DB2-BD59-A6C34878D82A}">
                    <a16:rowId xmlns:a16="http://schemas.microsoft.com/office/drawing/2014/main" val="1082755724"/>
                  </a:ext>
                </a:extLst>
              </a:tr>
              <a:tr h="993952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>
                          <a:effectLst/>
                        </a:rPr>
                        <a:t>主要作用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>
                          <a:effectLst/>
                        </a:rPr>
                        <a:t>与</a:t>
                      </a:r>
                      <a:r>
                        <a:rPr lang="en-US" altLang="zh-CN" b="1">
                          <a:effectLst/>
                        </a:rPr>
                        <a:t>ZEROFILL</a:t>
                      </a:r>
                      <a:r>
                        <a:rPr lang="zh-CN" altLang="en-US" b="1">
                          <a:effectLst/>
                        </a:rPr>
                        <a:t>配合，设置显示时的最小位数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76200" marT="47625" marB="47625" anchor="ctr"/>
                </a:tc>
                <a:extLst>
                  <a:ext uri="{0D108BD9-81ED-4DB2-BD59-A6C34878D82A}">
                    <a16:rowId xmlns:a16="http://schemas.microsoft.com/office/drawing/2014/main" val="1366411095"/>
                  </a:ext>
                </a:extLst>
              </a:tr>
              <a:tr h="578896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>
                          <a:effectLst/>
                        </a:rPr>
                        <a:t>超过宽度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>
                          <a:effectLst/>
                        </a:rPr>
                        <a:t>显示完整数字</a:t>
                      </a:r>
                      <a:r>
                        <a:rPr lang="zh-CN" altLang="en-US" b="0">
                          <a:effectLst/>
                        </a:rPr>
                        <a:t>，不会截断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76200" marT="47625" marB="47625" anchor="ctr"/>
                </a:tc>
                <a:extLst>
                  <a:ext uri="{0D108BD9-81ED-4DB2-BD59-A6C34878D82A}">
                    <a16:rowId xmlns:a16="http://schemas.microsoft.com/office/drawing/2014/main" val="2057816507"/>
                  </a:ext>
                </a:extLst>
              </a:tr>
              <a:tr h="578896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>
                          <a:effectLst/>
                        </a:rPr>
                        <a:t>实际影响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76200" marT="47625" marB="476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>
                          <a:effectLst/>
                        </a:rPr>
                        <a:t>仅影响显示格式</a:t>
                      </a:r>
                      <a:r>
                        <a:rPr lang="zh-CN" altLang="en-US" b="0">
                          <a:effectLst/>
                        </a:rPr>
                        <a:t>，不影响存储和计算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76200" marT="47625" marB="47625" anchor="ctr"/>
                </a:tc>
                <a:extLst>
                  <a:ext uri="{0D108BD9-81ED-4DB2-BD59-A6C34878D82A}">
                    <a16:rowId xmlns:a16="http://schemas.microsoft.com/office/drawing/2014/main" val="1432048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0820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作业一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CN" altLang="zh-CN"/>
              <a:t>按照表</a:t>
            </a:r>
            <a:r>
              <a:rPr lang="en-US" altLang="zh-CN"/>
              <a:t>3-5</a:t>
            </a:r>
            <a:r>
              <a:rPr lang="zh-CN" altLang="zh-CN"/>
              <a:t>的</a:t>
            </a:r>
            <a:r>
              <a:rPr lang="zh-CN" altLang="zh-CN" dirty="0"/>
              <a:t>规划，为教务管理系统创建数据库及</a:t>
            </a:r>
            <a:r>
              <a:rPr lang="en-US" altLang="zh-CN" dirty="0"/>
              <a:t>2</a:t>
            </a:r>
            <a:r>
              <a:rPr lang="zh-CN" altLang="en-US"/>
              <a:t>个</a:t>
            </a:r>
            <a:r>
              <a:rPr lang="zh-CN" altLang="zh-CN"/>
              <a:t>表</a:t>
            </a:r>
            <a:r>
              <a:rPr lang="en-US" altLang="zh-CN"/>
              <a:t>——</a:t>
            </a:r>
            <a:r>
              <a:rPr lang="zh-CN" altLang="en-US"/>
              <a:t>学生表和班级表，要求：</a:t>
            </a:r>
            <a:endParaRPr lang="en-US" altLang="zh-CN" dirty="0"/>
          </a:p>
          <a:p>
            <a:pPr lvl="1"/>
            <a:r>
              <a:rPr lang="zh-CN" altLang="en-US"/>
              <a:t>定义所有列和索引（除外键索引），先不定义外键；</a:t>
            </a:r>
            <a:endParaRPr lang="en-US" altLang="zh-CN"/>
          </a:p>
          <a:p>
            <a:pPr lvl="1"/>
            <a:r>
              <a:rPr lang="zh-CN" altLang="en-US"/>
              <a:t>表的取名符合之前的分析；</a:t>
            </a:r>
            <a:endParaRPr lang="en-US" altLang="zh-CN" dirty="0"/>
          </a:p>
          <a:p>
            <a:pPr lvl="1"/>
            <a:r>
              <a:rPr lang="zh-CN" altLang="en-US"/>
              <a:t>每个表都必须有注释，包含建表前的注释和字段注释；</a:t>
            </a:r>
            <a:endParaRPr lang="en-US" altLang="zh-CN"/>
          </a:p>
          <a:p>
            <a:pPr lvl="1"/>
            <a:r>
              <a:rPr lang="zh-CN" altLang="en-US"/>
              <a:t>请</a:t>
            </a:r>
            <a:r>
              <a:rPr lang="zh-CN" altLang="en-US" dirty="0"/>
              <a:t>把相关的</a:t>
            </a:r>
            <a:r>
              <a:rPr lang="en-US" altLang="zh-CN" dirty="0"/>
              <a:t>SQL</a:t>
            </a:r>
            <a:r>
              <a:rPr lang="zh-CN" altLang="en-US" dirty="0"/>
              <a:t>命令保存在一个</a:t>
            </a:r>
            <a:r>
              <a:rPr lang="en-US" altLang="zh-CN" dirty="0" err="1"/>
              <a:t>sql</a:t>
            </a:r>
            <a:r>
              <a:rPr lang="zh-CN" altLang="en-US" dirty="0"/>
              <a:t>文件中；</a:t>
            </a:r>
            <a:endParaRPr lang="en-US" altLang="zh-CN" dirty="0"/>
          </a:p>
          <a:p>
            <a:pPr lvl="1"/>
            <a:r>
              <a:rPr lang="zh-CN" altLang="en-US" dirty="0"/>
              <a:t>在</a:t>
            </a:r>
            <a:r>
              <a:rPr lang="en-US" altLang="zh-CN" dirty="0" err="1"/>
              <a:t>mysql</a:t>
            </a:r>
            <a:r>
              <a:rPr lang="zh-CN" altLang="en-US" dirty="0"/>
              <a:t>命令行能成功执行命令。</a:t>
            </a:r>
            <a:endParaRPr lang="en-US" altLang="zh-CN" dirty="0"/>
          </a:p>
          <a:p>
            <a:pPr marL="365760" lvl="1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581510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表创建的技巧</a:t>
            </a:r>
            <a:r>
              <a:rPr lang="en-US" altLang="zh-CN"/>
              <a:t>——drop … if exists …</a:t>
            </a:r>
            <a:endParaRPr lang="zh-CN" altLang="en-US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C2E65C1A-55A1-99BB-AE8C-694DF7AD7C1B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808723" y="1556792"/>
            <a:ext cx="9464416" cy="4924425"/>
          </a:xfrm>
          <a:prstGeom prst="rect">
            <a:avLst/>
          </a:prstGeom>
          <a:ln>
            <a:solidFill>
              <a:srgbClr val="549E39"/>
            </a:solidFill>
          </a:ln>
        </p:spPr>
      </p:pic>
      <p:sp>
        <p:nvSpPr>
          <p:cNvPr id="3" name="标注: 线形 2">
            <a:extLst>
              <a:ext uri="{FF2B5EF4-FFF2-40B4-BE49-F238E27FC236}">
                <a16:creationId xmlns:a16="http://schemas.microsoft.com/office/drawing/2014/main" id="{FC9E954A-A784-AFF3-6284-CF73F3BF90F9}"/>
              </a:ext>
            </a:extLst>
          </p:cNvPr>
          <p:cNvSpPr/>
          <p:nvPr/>
        </p:nvSpPr>
        <p:spPr>
          <a:xfrm>
            <a:off x="8328248" y="1340768"/>
            <a:ext cx="3600400" cy="1872208"/>
          </a:xfrm>
          <a:prstGeom prst="borderCallout1">
            <a:avLst>
              <a:gd name="adj1" fmla="val 18750"/>
              <a:gd name="adj2" fmla="val -8333"/>
              <a:gd name="adj3" fmla="val 41056"/>
              <a:gd name="adj4" fmla="val -434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表名建议用反引号</a:t>
            </a:r>
            <a:endParaRPr lang="en-US" altLang="zh-CN"/>
          </a:p>
          <a:p>
            <a:pPr algn="ctr"/>
            <a:r>
              <a:rPr lang="en-US" altLang="zh-CN"/>
              <a:t>``</a:t>
            </a:r>
          </a:p>
          <a:p>
            <a:pPr algn="ctr"/>
            <a:r>
              <a:rPr lang="zh-CN" altLang="en-US"/>
              <a:t>括起来</a:t>
            </a:r>
            <a:endParaRPr lang="en-US" altLang="zh-CN"/>
          </a:p>
          <a:p>
            <a:pPr algn="ctr"/>
            <a:r>
              <a:rPr lang="zh-CN" altLang="en-US"/>
              <a:t>反引号用来包裹表名、字段名，尤其不规则命名标识符</a:t>
            </a:r>
          </a:p>
        </p:txBody>
      </p:sp>
    </p:spTree>
    <p:extLst>
      <p:ext uri="{BB962C8B-B14F-4D97-AF65-F5344CB8AC3E}">
        <p14:creationId xmlns:p14="http://schemas.microsoft.com/office/powerpoint/2010/main" val="1389069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8451B-D96F-F7B0-2EAF-1B65AB9C3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EE034112-E295-3B70-4D1E-A48F47F832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CN" altLang="en-US">
                <a:solidFill>
                  <a:srgbClr val="455F51"/>
                </a:solidFill>
              </a:rPr>
              <a:t>数据库物理建模分析</a:t>
            </a:r>
            <a:endParaRPr lang="en-US" altLang="zh-CN">
              <a:solidFill>
                <a:srgbClr val="455F51"/>
              </a:solidFill>
            </a:endParaRPr>
          </a:p>
          <a:p>
            <a:r>
              <a:rPr lang="zh-CN" altLang="en-US">
                <a:solidFill>
                  <a:srgbClr val="455F51"/>
                </a:solidFill>
              </a:rPr>
              <a:t>系统数据库物理建模过程</a:t>
            </a:r>
            <a:endParaRPr lang="en-US" altLang="zh-CN">
              <a:solidFill>
                <a:srgbClr val="455F51"/>
              </a:solidFill>
            </a:endParaRPr>
          </a:p>
          <a:p>
            <a:r>
              <a:rPr lang="zh-CN" altLang="en-US">
                <a:solidFill>
                  <a:srgbClr val="455F51"/>
                </a:solidFill>
              </a:rPr>
              <a:t>创建数据库和表的命令解析</a:t>
            </a:r>
            <a:endParaRPr lang="en-US" altLang="zh-CN">
              <a:solidFill>
                <a:srgbClr val="455F51"/>
              </a:solidFill>
            </a:endParaRPr>
          </a:p>
          <a:p>
            <a:pPr lvl="0"/>
            <a:r>
              <a:rPr lang="zh-CN" altLang="en-US">
                <a:solidFill>
                  <a:srgbClr val="FFC000"/>
                </a:solidFill>
              </a:rPr>
              <a:t>外键约束</a:t>
            </a: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B060A33D-C9CF-A124-C038-80890B462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altLang="zh-CN"/>
              <a:t>MySQL</a:t>
            </a:r>
            <a:r>
              <a:rPr lang="zh-CN" altLang="en-US"/>
              <a:t>数据库的构建</a:t>
            </a:r>
          </a:p>
        </p:txBody>
      </p:sp>
    </p:spTree>
    <p:extLst>
      <p:ext uri="{BB962C8B-B14F-4D97-AF65-F5344CB8AC3E}">
        <p14:creationId xmlns:p14="http://schemas.microsoft.com/office/powerpoint/2010/main" val="19377259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内容占位符 5"/>
          <p:cNvPicPr>
            <a:picLocks noGrp="1" noChangeAspect="1"/>
          </p:cNvPicPr>
          <p:nvPr>
            <p:ph sz="quarter" idx="2"/>
          </p:nvPr>
        </p:nvPicPr>
        <p:blipFill>
          <a:blip r:embed="rId2"/>
          <a:stretch>
            <a:fillRect/>
          </a:stretch>
        </p:blipFill>
        <p:spPr>
          <a:xfrm>
            <a:off x="6312024" y="2050727"/>
            <a:ext cx="5181600" cy="2112941"/>
          </a:xfrm>
          <a:prstGeom prst="rect">
            <a:avLst/>
          </a:prstGeom>
        </p:spPr>
      </p:pic>
      <p:pic>
        <p:nvPicPr>
          <p:cNvPr id="4" name="内容占位符 3"/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745561" y="2035104"/>
            <a:ext cx="5181600" cy="212856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2055F7AC-7001-449D-B00E-78C05BB86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提问：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2DABB524-8362-42FA-9951-E6067490FF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3608185"/>
              </p:ext>
            </p:extLst>
          </p:nvPr>
        </p:nvGraphicFramePr>
        <p:xfrm>
          <a:off x="551384" y="4221088"/>
          <a:ext cx="8064895" cy="2375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3628525774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200361026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213797952"/>
                    </a:ext>
                  </a:extLst>
                </a:gridCol>
                <a:gridCol w="2376263">
                  <a:extLst>
                    <a:ext uri="{9D8B030D-6E8A-4147-A177-3AD203B41FA5}">
                      <a16:colId xmlns:a16="http://schemas.microsoft.com/office/drawing/2014/main" val="555317010"/>
                    </a:ext>
                  </a:extLst>
                </a:gridCol>
              </a:tblGrid>
              <a:tr h="291134">
                <a:tc gridSpan="3">
                  <a:txBody>
                    <a:bodyPr/>
                    <a:lstStyle/>
                    <a:p>
                      <a:r>
                        <a:rPr lang="zh-CN" altLang="en-US"/>
                        <a:t>班级表的记录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3867523"/>
                  </a:ext>
                </a:extLst>
              </a:tr>
              <a:tr h="502505">
                <a:tc>
                  <a:txBody>
                    <a:bodyPr/>
                    <a:lstStyle/>
                    <a:p>
                      <a:r>
                        <a:rPr lang="en-US" altLang="zh-CN"/>
                        <a:t>cl_id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cl_name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cl_year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cl_major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807737"/>
                  </a:ext>
                </a:extLst>
              </a:tr>
              <a:tr h="502505">
                <a:tc>
                  <a:txBody>
                    <a:bodyPr/>
                    <a:lstStyle/>
                    <a:p>
                      <a:r>
                        <a:rPr lang="en-US" altLang="zh-CN"/>
                        <a:t>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25</a:t>
                      </a:r>
                      <a:r>
                        <a:rPr lang="zh-CN" altLang="en-US"/>
                        <a:t>计算机应用</a:t>
                      </a:r>
                      <a:r>
                        <a:rPr lang="en-US" altLang="zh-CN"/>
                        <a:t>3-3</a:t>
                      </a:r>
                      <a:r>
                        <a:rPr lang="zh-CN" altLang="en-US"/>
                        <a:t>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2025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计算机应用技术专业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717944"/>
                  </a:ext>
                </a:extLst>
              </a:tr>
              <a:tr h="502505">
                <a:tc>
                  <a:txBody>
                    <a:bodyPr/>
                    <a:lstStyle/>
                    <a:p>
                      <a:r>
                        <a:rPr lang="en-US" altLang="zh-CN"/>
                        <a:t>2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25</a:t>
                      </a:r>
                      <a:r>
                        <a:rPr lang="zh-CN" altLang="en-US"/>
                        <a:t>计算机应用</a:t>
                      </a:r>
                      <a:r>
                        <a:rPr lang="en-US" altLang="zh-CN"/>
                        <a:t>3-1</a:t>
                      </a:r>
                      <a:r>
                        <a:rPr lang="zh-CN" altLang="en-US"/>
                        <a:t>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2025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/>
                        <a:t>计算机应用技术专业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09658"/>
                  </a:ext>
                </a:extLst>
              </a:tr>
              <a:tr h="502505">
                <a:tc>
                  <a:txBody>
                    <a:bodyPr/>
                    <a:lstStyle/>
                    <a:p>
                      <a:r>
                        <a:rPr lang="en-US" altLang="zh-CN"/>
                        <a:t>3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25</a:t>
                      </a:r>
                      <a:r>
                        <a:rPr lang="zh-CN" altLang="en-US"/>
                        <a:t>计算机应用</a:t>
                      </a:r>
                      <a:r>
                        <a:rPr lang="en-US" altLang="zh-CN"/>
                        <a:t>3-2</a:t>
                      </a:r>
                      <a:r>
                        <a:rPr lang="zh-CN" altLang="en-US"/>
                        <a:t>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2025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/>
                        <a:t>计算机应用技术专业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9134199"/>
                  </a:ext>
                </a:extLst>
              </a:tr>
            </a:tbl>
          </a:graphicData>
        </a:graphic>
      </p:graphicFrame>
      <p:sp>
        <p:nvSpPr>
          <p:cNvPr id="11" name="矩形: 对角圆角 10">
            <a:extLst>
              <a:ext uri="{FF2B5EF4-FFF2-40B4-BE49-F238E27FC236}">
                <a16:creationId xmlns:a16="http://schemas.microsoft.com/office/drawing/2014/main" id="{BF6C52AF-6CA7-455D-B0E2-CBF775501870}"/>
              </a:ext>
            </a:extLst>
          </p:cNvPr>
          <p:cNvSpPr/>
          <p:nvPr/>
        </p:nvSpPr>
        <p:spPr>
          <a:xfrm>
            <a:off x="2639616" y="160079"/>
            <a:ext cx="9217024" cy="1890648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如果在</a:t>
            </a:r>
            <a:r>
              <a:rPr lang="en-US" altLang="zh-CN"/>
              <a:t>mysql</a:t>
            </a:r>
            <a:r>
              <a:rPr lang="zh-CN" altLang="en-US"/>
              <a:t>命令行输入下面的命令：</a:t>
            </a:r>
            <a:br>
              <a:rPr lang="en-US" altLang="zh-CN"/>
            </a:br>
            <a:r>
              <a:rPr lang="en-US" altLang="zh-CN" sz="2000" b="1">
                <a:solidFill>
                  <a:srgbClr val="FFFF00"/>
                </a:solidFill>
              </a:rPr>
              <a:t>insert into guirz_stu values(2503010171,'</a:t>
            </a:r>
            <a:r>
              <a:rPr lang="zh-CN" altLang="en-US" sz="2000" b="1">
                <a:solidFill>
                  <a:srgbClr val="FFFF00"/>
                </a:solidFill>
              </a:rPr>
              <a:t>王刚</a:t>
            </a:r>
            <a:r>
              <a:rPr lang="en-US" altLang="zh-CN" sz="2000" b="1">
                <a:solidFill>
                  <a:srgbClr val="FFFF00"/>
                </a:solidFill>
              </a:rPr>
              <a:t>',md5('sz123456'),4);</a:t>
            </a:r>
            <a:br>
              <a:rPr lang="en-US" altLang="zh-CN" sz="2000" b="1">
                <a:solidFill>
                  <a:srgbClr val="FFFF00"/>
                </a:solidFill>
              </a:rPr>
            </a:br>
            <a:r>
              <a:rPr lang="zh-CN" altLang="en-US"/>
              <a:t>那么服务器的反馈是：</a:t>
            </a:r>
            <a:endParaRPr lang="en-US" altLang="zh-CN"/>
          </a:p>
          <a:p>
            <a:pPr marL="457200" indent="-457200" algn="l">
              <a:buFont typeface="+mj-lt"/>
              <a:buAutoNum type="alphaUcPeriod"/>
            </a:pPr>
            <a:r>
              <a:rPr lang="en-US" altLang="zh-CN"/>
              <a:t>Query OK</a:t>
            </a:r>
          </a:p>
          <a:p>
            <a:pPr marL="457200" indent="-457200" algn="l">
              <a:buFont typeface="+mj-lt"/>
              <a:buAutoNum type="alphaUcPeriod"/>
            </a:pPr>
            <a:r>
              <a:rPr lang="en-US" altLang="zh-CN"/>
              <a:t>ERROR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4905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发现问题</a:t>
            </a:r>
          </a:p>
        </p:txBody>
      </p:sp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2DABB524-8362-42FA-9951-E6067490FF67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622241241"/>
              </p:ext>
            </p:extLst>
          </p:nvPr>
        </p:nvGraphicFramePr>
        <p:xfrm>
          <a:off x="812800" y="1589088"/>
          <a:ext cx="8064895" cy="2375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3628525774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200361026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213797952"/>
                    </a:ext>
                  </a:extLst>
                </a:gridCol>
                <a:gridCol w="2376263">
                  <a:extLst>
                    <a:ext uri="{9D8B030D-6E8A-4147-A177-3AD203B41FA5}">
                      <a16:colId xmlns:a16="http://schemas.microsoft.com/office/drawing/2014/main" val="555317010"/>
                    </a:ext>
                  </a:extLst>
                </a:gridCol>
              </a:tblGrid>
              <a:tr h="291134">
                <a:tc gridSpan="3">
                  <a:txBody>
                    <a:bodyPr/>
                    <a:lstStyle/>
                    <a:p>
                      <a:r>
                        <a:rPr lang="zh-CN" altLang="en-US"/>
                        <a:t>班级表的记录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3867523"/>
                  </a:ext>
                </a:extLst>
              </a:tr>
              <a:tr h="502505">
                <a:tc>
                  <a:txBody>
                    <a:bodyPr/>
                    <a:lstStyle/>
                    <a:p>
                      <a:r>
                        <a:rPr lang="en-US" altLang="zh-CN"/>
                        <a:t>cl_id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cl_name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cl_year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cl_major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807737"/>
                  </a:ext>
                </a:extLst>
              </a:tr>
              <a:tr h="502505">
                <a:tc>
                  <a:txBody>
                    <a:bodyPr/>
                    <a:lstStyle/>
                    <a:p>
                      <a:r>
                        <a:rPr lang="en-US" altLang="zh-CN"/>
                        <a:t>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25</a:t>
                      </a:r>
                      <a:r>
                        <a:rPr lang="zh-CN" altLang="en-US"/>
                        <a:t>计算机应用</a:t>
                      </a:r>
                      <a:r>
                        <a:rPr lang="en-US" altLang="zh-CN"/>
                        <a:t>3-3</a:t>
                      </a:r>
                      <a:r>
                        <a:rPr lang="zh-CN" altLang="en-US"/>
                        <a:t>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2025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计算机应用技术专业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717944"/>
                  </a:ext>
                </a:extLst>
              </a:tr>
              <a:tr h="502505">
                <a:tc>
                  <a:txBody>
                    <a:bodyPr/>
                    <a:lstStyle/>
                    <a:p>
                      <a:r>
                        <a:rPr lang="en-US" altLang="zh-CN"/>
                        <a:t>2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25</a:t>
                      </a:r>
                      <a:r>
                        <a:rPr lang="zh-CN" altLang="en-US"/>
                        <a:t>计算机应用</a:t>
                      </a:r>
                      <a:r>
                        <a:rPr lang="en-US" altLang="zh-CN"/>
                        <a:t>3-1</a:t>
                      </a:r>
                      <a:r>
                        <a:rPr lang="zh-CN" altLang="en-US"/>
                        <a:t>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2025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/>
                        <a:t>计算机应用技术专业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09658"/>
                  </a:ext>
                </a:extLst>
              </a:tr>
              <a:tr h="502505">
                <a:tc>
                  <a:txBody>
                    <a:bodyPr/>
                    <a:lstStyle/>
                    <a:p>
                      <a:r>
                        <a:rPr lang="en-US" altLang="zh-CN"/>
                        <a:t>3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25</a:t>
                      </a:r>
                      <a:r>
                        <a:rPr lang="zh-CN" altLang="en-US"/>
                        <a:t>计算机应用</a:t>
                      </a:r>
                      <a:r>
                        <a:rPr lang="en-US" altLang="zh-CN"/>
                        <a:t>3-2</a:t>
                      </a:r>
                      <a:r>
                        <a:rPr lang="zh-CN" altLang="en-US"/>
                        <a:t>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2025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/>
                        <a:t>计算机应用技术专业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9134199"/>
                  </a:ext>
                </a:extLst>
              </a:tr>
            </a:tbl>
          </a:graphicData>
        </a:graphic>
      </p:graphicFrame>
      <p:sp>
        <p:nvSpPr>
          <p:cNvPr id="6" name="矩形: 对角圆角 10">
            <a:extLst>
              <a:ext uri="{FF2B5EF4-FFF2-40B4-BE49-F238E27FC236}">
                <a16:creationId xmlns:a16="http://schemas.microsoft.com/office/drawing/2014/main" id="{BF6C52AF-6CA7-455D-B0E2-CBF775501870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695400" y="4437112"/>
            <a:ext cx="10828668" cy="1728192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US" altLang="zh-CN" sz="2000" b="1" dirty="0">
                <a:solidFill>
                  <a:srgbClr val="FFFF00"/>
                </a:solidFill>
              </a:rPr>
              <a:t>insert into </a:t>
            </a:r>
            <a:r>
              <a:rPr lang="en-US" altLang="zh-CN" sz="2000" b="1" dirty="0" err="1">
                <a:solidFill>
                  <a:srgbClr val="FFFF00"/>
                </a:solidFill>
              </a:rPr>
              <a:t>guirz_stu</a:t>
            </a:r>
            <a:r>
              <a:rPr lang="en-US" altLang="zh-CN" sz="2000" b="1" dirty="0">
                <a:solidFill>
                  <a:srgbClr val="FFFF00"/>
                </a:solidFill>
              </a:rPr>
              <a:t> values</a:t>
            </a:r>
            <a:r>
              <a:rPr lang="en-US" altLang="zh-CN" sz="2000" b="1">
                <a:solidFill>
                  <a:srgbClr val="FFFF00"/>
                </a:solidFill>
              </a:rPr>
              <a:t>(2503010171</a:t>
            </a:r>
            <a:r>
              <a:rPr lang="en-US" altLang="zh-CN" sz="2000" b="1" dirty="0">
                <a:solidFill>
                  <a:srgbClr val="FFFF00"/>
                </a:solidFill>
              </a:rPr>
              <a:t>,'</a:t>
            </a:r>
            <a:r>
              <a:rPr lang="zh-CN" altLang="en-US" sz="2000" b="1" dirty="0">
                <a:solidFill>
                  <a:srgbClr val="FFFF00"/>
                </a:solidFill>
              </a:rPr>
              <a:t>王刚</a:t>
            </a:r>
            <a:r>
              <a:rPr lang="en-US" altLang="zh-CN" sz="2000" b="1" dirty="0">
                <a:solidFill>
                  <a:srgbClr val="FFFF00"/>
                </a:solidFill>
              </a:rPr>
              <a:t>',md5('sz123456'),4);</a:t>
            </a:r>
          </a:p>
          <a:p>
            <a:endParaRPr lang="en-US" altLang="zh-CN" sz="2000" b="1" dirty="0">
              <a:solidFill>
                <a:srgbClr val="FFFF00"/>
              </a:solidFill>
            </a:endParaRPr>
          </a:p>
          <a:p>
            <a:r>
              <a:rPr lang="zh-CN" altLang="en-US" sz="2000" b="1" dirty="0">
                <a:solidFill>
                  <a:srgbClr val="FF0000"/>
                </a:solidFill>
                <a:highlight>
                  <a:srgbClr val="FFFF00"/>
                </a:highlight>
              </a:rPr>
              <a:t>添加学生记录时，学生所属的班级不存在？！</a:t>
            </a:r>
            <a:endParaRPr lang="en-US" altLang="zh-CN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24260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思考：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075944547"/>
              </p:ext>
            </p:extLst>
          </p:nvPr>
        </p:nvGraphicFramePr>
        <p:xfrm>
          <a:off x="983432" y="1556792"/>
          <a:ext cx="10225136" cy="53012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46425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D6EA4F2-F8F0-4551-8C8F-191EF49C66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CD6EA4F2-F8F0-4551-8C8F-191EF49C66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CD6EA4F2-F8F0-4551-8C8F-191EF49C66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7B12571-31E9-4A5B-AA95-CC9BB923B5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B7B12571-31E9-4A5B-AA95-CC9BB923B5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B7B12571-31E9-4A5B-AA95-CC9BB923B5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8439747-9013-4E94-9976-A2DF767F49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graphicEl>
                                              <a:dgm id="{98439747-9013-4E94-9976-A2DF767F49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graphicEl>
                                              <a:dgm id="{98439747-9013-4E94-9976-A2DF767F49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598BDC7-E80C-449D-9432-B73EBC45D3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graphicEl>
                                              <a:dgm id="{B598BDC7-E80C-449D-9432-B73EBC45D3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graphicEl>
                                              <a:dgm id="{B598BDC7-E80C-449D-9432-B73EBC45D3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9EBD78A-2991-4C9F-87C3-2D5F231B7C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graphicEl>
                                              <a:dgm id="{09EBD78A-2991-4C9F-87C3-2D5F231B7C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graphicEl>
                                              <a:dgm id="{09EBD78A-2991-4C9F-87C3-2D5F231B7C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A77E164-D6B0-40FD-9DEA-88FD7DDE92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graphicEl>
                                              <a:dgm id="{AA77E164-D6B0-40FD-9DEA-88FD7DDE92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graphicEl>
                                              <a:dgm id="{AA77E164-D6B0-40FD-9DEA-88FD7DDE92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Dgm bld="one"/>
        </p:bldSub>
      </p:bldGraphic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思考</a:t>
            </a:r>
            <a:r>
              <a:rPr lang="zh-CN" altLang="en-US" dirty="0"/>
              <a:t>：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152559551"/>
              </p:ext>
            </p:extLst>
          </p:nvPr>
        </p:nvGraphicFramePr>
        <p:xfrm>
          <a:off x="983432" y="1556792"/>
          <a:ext cx="10225136" cy="53012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80183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D6EA4F2-F8F0-4551-8C8F-191EF49C66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CD6EA4F2-F8F0-4551-8C8F-191EF49C66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CD6EA4F2-F8F0-4551-8C8F-191EF49C66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7B12571-31E9-4A5B-AA95-CC9BB923B5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B7B12571-31E9-4A5B-AA95-CC9BB923B5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B7B12571-31E9-4A5B-AA95-CC9BB923B5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8439747-9013-4E94-9976-A2DF767F49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graphicEl>
                                              <a:dgm id="{98439747-9013-4E94-9976-A2DF767F49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graphicEl>
                                              <a:dgm id="{98439747-9013-4E94-9976-A2DF767F49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598BDC7-E80C-449D-9432-B73EBC45D3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graphicEl>
                                              <a:dgm id="{B598BDC7-E80C-449D-9432-B73EBC45D3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graphicEl>
                                              <a:dgm id="{B598BDC7-E80C-449D-9432-B73EBC45D3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9EBD78A-2991-4C9F-87C3-2D5F231B7C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graphicEl>
                                              <a:dgm id="{09EBD78A-2991-4C9F-87C3-2D5F231B7C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graphicEl>
                                              <a:dgm id="{09EBD78A-2991-4C9F-87C3-2D5F231B7C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A77E164-D6B0-40FD-9DEA-88FD7DDE92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graphicEl>
                                              <a:dgm id="{AA77E164-D6B0-40FD-9DEA-88FD7DDE92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graphicEl>
                                              <a:dgm id="{AA77E164-D6B0-40FD-9DEA-88FD7DDE92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Dgm bld="one"/>
        </p:bldSub>
      </p:bldGraphic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结论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645304684"/>
              </p:ext>
            </p:extLst>
          </p:nvPr>
        </p:nvGraphicFramePr>
        <p:xfrm>
          <a:off x="817563" y="1600200"/>
          <a:ext cx="10871200" cy="492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084623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解决方案：外</a:t>
            </a:r>
            <a:r>
              <a:rPr lang="zh-CN" altLang="en-US"/>
              <a:t>键约束（</a:t>
            </a:r>
            <a:r>
              <a:rPr lang="en-US" altLang="zh-CN"/>
              <a:t>Innodb</a:t>
            </a:r>
            <a:r>
              <a:rPr lang="zh-CN" altLang="en-US"/>
              <a:t>引擎）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973712740"/>
              </p:ext>
            </p:extLst>
          </p:nvPr>
        </p:nvGraphicFramePr>
        <p:xfrm>
          <a:off x="1487488" y="1556792"/>
          <a:ext cx="9143801" cy="492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矩形 5"/>
          <p:cNvSpPr/>
          <p:nvPr/>
        </p:nvSpPr>
        <p:spPr>
          <a:xfrm>
            <a:off x="1955540" y="2471294"/>
            <a:ext cx="8244916" cy="16953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FOREIGN KEY</a:t>
            </a:r>
            <a:r>
              <a:rPr lang="zh-CN" altLang="en-US" dirty="0"/>
              <a:t>，是在一个表中定义的字段，用于在两个表之间建立关系</a:t>
            </a:r>
          </a:p>
          <a:p>
            <a:pPr marL="342900" indent="-34290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即：一个表中的 </a:t>
            </a:r>
            <a:r>
              <a:rPr lang="en-US" altLang="zh-CN" dirty="0">
                <a:solidFill>
                  <a:srgbClr val="FF0000"/>
                </a:solidFill>
              </a:rPr>
              <a:t>FOREIGN KEY </a:t>
            </a:r>
            <a:r>
              <a:rPr lang="zh-CN" altLang="en-US" dirty="0"/>
              <a:t>指向另一个表中的 </a:t>
            </a:r>
            <a:r>
              <a:rPr lang="en-US" altLang="zh-CN" dirty="0">
                <a:solidFill>
                  <a:srgbClr val="FF0000"/>
                </a:solidFill>
              </a:rPr>
              <a:t>PRIMARY KEY</a:t>
            </a:r>
            <a:endParaRPr lang="zh-CN" altLang="en-US" dirty="0">
              <a:solidFill>
                <a:srgbClr val="FF0000"/>
              </a:solidFill>
            </a:endParaRPr>
          </a:p>
          <a:p>
            <a:pPr marL="342900" indent="-34290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作用：</a:t>
            </a:r>
          </a:p>
          <a:p>
            <a:pPr marL="914400" lvl="1" indent="-457200">
              <a:lnSpc>
                <a:spcPts val="2500"/>
              </a:lnSpc>
              <a:buFont typeface="+mj-ea"/>
              <a:buAutoNum type="circleNumDbPlain"/>
            </a:pPr>
            <a:r>
              <a:rPr lang="zh-CN" altLang="zh-CN" dirty="0"/>
              <a:t>可以用于预防破坏表之间连接的动作</a:t>
            </a:r>
            <a:r>
              <a:rPr lang="zh-CN" altLang="en-US" dirty="0"/>
              <a:t>（修改、删除时）</a:t>
            </a:r>
          </a:p>
          <a:p>
            <a:pPr marL="914400" lvl="1" indent="-457200">
              <a:lnSpc>
                <a:spcPts val="2500"/>
              </a:lnSpc>
              <a:buFont typeface="+mj-ea"/>
              <a:buAutoNum type="circleNumDbPlain"/>
            </a:pPr>
            <a:r>
              <a:rPr lang="zh-CN" altLang="zh-CN" dirty="0"/>
              <a:t>也能防止非法数据插入外键列</a:t>
            </a:r>
            <a:r>
              <a:rPr lang="zh-CN" altLang="en-US" dirty="0"/>
              <a:t>（添加时）</a:t>
            </a:r>
          </a:p>
        </p:txBody>
      </p:sp>
      <p:sp>
        <p:nvSpPr>
          <p:cNvPr id="8" name="矩形 7"/>
          <p:cNvSpPr/>
          <p:nvPr/>
        </p:nvSpPr>
        <p:spPr>
          <a:xfrm>
            <a:off x="2135560" y="5517232"/>
            <a:ext cx="74168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/>
            <a:r>
              <a:rPr lang="zh-CN" altLang="en-US">
                <a:solidFill>
                  <a:srgbClr val="FF0000"/>
                </a:solidFill>
              </a:rPr>
              <a:t>班级</a:t>
            </a:r>
            <a:r>
              <a:rPr lang="zh-CN" altLang="zh-CN">
                <a:solidFill>
                  <a:srgbClr val="FF0000"/>
                </a:solidFill>
              </a:rPr>
              <a:t>表的</a:t>
            </a:r>
            <a:r>
              <a:rPr lang="zh-CN" altLang="zh-CN" dirty="0">
                <a:solidFill>
                  <a:srgbClr val="FF0000"/>
                </a:solidFill>
              </a:rPr>
              <a:t>外</a:t>
            </a:r>
            <a:r>
              <a:rPr lang="zh-CN" altLang="zh-CN">
                <a:solidFill>
                  <a:srgbClr val="FF0000"/>
                </a:solidFill>
              </a:rPr>
              <a:t>键约束</a:t>
            </a:r>
            <a:r>
              <a:rPr lang="zh-CN" altLang="en-US">
                <a:solidFill>
                  <a:srgbClr val="FF0000"/>
                </a:solidFill>
              </a:rPr>
              <a:t>定义</a:t>
            </a:r>
            <a:r>
              <a:rPr lang="zh-CN" altLang="zh-CN">
                <a:solidFill>
                  <a:srgbClr val="FF0000"/>
                </a:solidFill>
              </a:rPr>
              <a:t>如</a:t>
            </a:r>
            <a:r>
              <a:rPr lang="zh-CN" altLang="en-US">
                <a:solidFill>
                  <a:srgbClr val="FF0000"/>
                </a:solidFill>
              </a:rPr>
              <a:t>讲义图</a:t>
            </a:r>
            <a:r>
              <a:rPr lang="en-US" altLang="zh-CN">
                <a:solidFill>
                  <a:srgbClr val="FF0000"/>
                </a:solidFill>
              </a:rPr>
              <a:t>3-3</a:t>
            </a:r>
            <a:r>
              <a:rPr lang="zh-CN" altLang="en-US">
                <a:solidFill>
                  <a:srgbClr val="FF0000"/>
                </a:solidFill>
              </a:rPr>
              <a:t>所</a:t>
            </a:r>
            <a:r>
              <a:rPr lang="zh-CN" altLang="en-US" dirty="0">
                <a:solidFill>
                  <a:srgbClr val="FF0000"/>
                </a:solidFill>
              </a:rPr>
              <a:t>示。</a:t>
            </a:r>
          </a:p>
        </p:txBody>
      </p:sp>
    </p:spTree>
    <p:extLst>
      <p:ext uri="{BB962C8B-B14F-4D97-AF65-F5344CB8AC3E}">
        <p14:creationId xmlns:p14="http://schemas.microsoft.com/office/powerpoint/2010/main" val="2583774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P spid="8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外键约束效果</a:t>
            </a:r>
            <a:r>
              <a:rPr lang="zh-CN" altLang="en-US"/>
              <a:t>：</a:t>
            </a:r>
            <a:r>
              <a:rPr lang="zh-CN" altLang="en-US" sz="2200"/>
              <a:t>添加</a:t>
            </a:r>
            <a:r>
              <a:rPr lang="en-US" altLang="zh-CN" sz="2200"/>
              <a:t>25</a:t>
            </a:r>
            <a:r>
              <a:rPr lang="zh-CN" altLang="en-US" sz="2200"/>
              <a:t>计算机应用</a:t>
            </a:r>
            <a:r>
              <a:rPr lang="en-US" altLang="zh-CN" sz="2200"/>
              <a:t>3-1</a:t>
            </a:r>
            <a:r>
              <a:rPr lang="zh-CN" altLang="en-US" sz="2200"/>
              <a:t>班的一名学生；</a:t>
            </a:r>
            <a:r>
              <a:rPr lang="zh-CN" altLang="en-US" sz="2200" dirty="0"/>
              <a:t>修改</a:t>
            </a:r>
            <a:r>
              <a:rPr lang="zh-CN" altLang="en-US" sz="2200"/>
              <a:t>、删除班级信息</a:t>
            </a:r>
            <a:endParaRPr lang="zh-CN" altLang="en-US" sz="2200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4264727854"/>
              </p:ext>
            </p:extLst>
          </p:nvPr>
        </p:nvGraphicFramePr>
        <p:xfrm>
          <a:off x="2136775" y="1600201"/>
          <a:ext cx="8153400" cy="492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矩形 4"/>
          <p:cNvSpPr/>
          <p:nvPr/>
        </p:nvSpPr>
        <p:spPr>
          <a:xfrm>
            <a:off x="2927648" y="6457890"/>
            <a:ext cx="18682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on delete cascade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7392145" y="6457766"/>
            <a:ext cx="19379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on update cascade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36970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C51890D-EA3A-4BCD-93E0-7DF5B4F3D5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BC51890D-EA3A-4BCD-93E0-7DF5B4F3D5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BC51890D-EA3A-4BCD-93E0-7DF5B4F3D5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F2229BD-FB30-48E8-9E76-75FB0BAB58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graphicEl>
                                              <a:dgm id="{DF2229BD-FB30-48E8-9E76-75FB0BAB58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graphicEl>
                                              <a:dgm id="{DF2229BD-FB30-48E8-9E76-75FB0BAB58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ABE862B-5DD8-4C75-855A-B4821A6373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5ABE862B-5DD8-4C75-855A-B4821A6373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5ABE862B-5DD8-4C75-855A-B4821A6373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60C1F1F-05F0-4CD4-95B8-1B4D7F48BA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graphicEl>
                                              <a:dgm id="{960C1F1F-05F0-4CD4-95B8-1B4D7F48BA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graphicEl>
                                              <a:dgm id="{960C1F1F-05F0-4CD4-95B8-1B4D7F48BA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59D82D1-37FA-459F-9B39-350E257B09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graphicEl>
                                              <a:dgm id="{F59D82D1-37FA-459F-9B39-350E257B09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graphicEl>
                                              <a:dgm id="{F59D82D1-37FA-459F-9B39-350E257B09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723BE2F-6594-48D9-B078-D327F52953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graphicEl>
                                              <a:dgm id="{1723BE2F-6594-48D9-B078-D327F52953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graphicEl>
                                              <a:dgm id="{1723BE2F-6594-48D9-B078-D327F52953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2EE624B-6420-4120-9CE6-084D45A947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graphicEl>
                                              <a:dgm id="{A2EE624B-6420-4120-9CE6-084D45A947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graphicEl>
                                              <a:dgm id="{A2EE624B-6420-4120-9CE6-084D45A947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8F0F18F-959F-4D1A-9A9E-C222219B3BA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>
                                            <p:graphicEl>
                                              <a:dgm id="{78F0F18F-959F-4D1A-9A9E-C222219B3BA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graphicEl>
                                              <a:dgm id="{78F0F18F-959F-4D1A-9A9E-C222219B3BA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CE821B0-A402-4E93-B1B8-F7B68B9CFD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">
                                            <p:graphicEl>
                                              <a:dgm id="{ACE821B0-A402-4E93-B1B8-F7B68B9CFD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">
                                            <p:graphicEl>
                                              <a:dgm id="{ACE821B0-A402-4E93-B1B8-F7B68B9CFD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3329DC9-6A2F-4892-B645-2F51CEEEF0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">
                                            <p:graphicEl>
                                              <a:dgm id="{73329DC9-6A2F-4892-B645-2F51CEEEF0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">
                                            <p:graphicEl>
                                              <a:dgm id="{73329DC9-6A2F-4892-B645-2F51CEEEF0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Dgm bld="one"/>
        </p:bldSub>
      </p:bldGraphic>
      <p:bldP spid="5" grpId="0"/>
      <p:bldP spid="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外键约束的定义（</a:t>
            </a:r>
            <a:r>
              <a:rPr lang="en-US" altLang="zh-CN" dirty="0" err="1"/>
              <a:t>innodb</a:t>
            </a:r>
            <a:r>
              <a:rPr lang="zh-CN" altLang="en-US" dirty="0"/>
              <a:t>）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576268671"/>
              </p:ext>
            </p:extLst>
          </p:nvPr>
        </p:nvGraphicFramePr>
        <p:xfrm>
          <a:off x="817563" y="1600200"/>
          <a:ext cx="10871200" cy="492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61089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内容占位符 4">
            <a:extLst>
              <a:ext uri="{FF2B5EF4-FFF2-40B4-BE49-F238E27FC236}">
                <a16:creationId xmlns:a16="http://schemas.microsoft.com/office/drawing/2014/main" id="{C584B40F-6CB0-CFB9-3072-C95A571C7CF0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81380" y="1911112"/>
            <a:ext cx="9923809" cy="4323809"/>
          </a:xfrm>
          <a:prstGeom prst="rect">
            <a:avLst/>
          </a:prstGeom>
          <a:ln>
            <a:solidFill>
              <a:schemeClr val="accent6"/>
            </a:solidFill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外键约束的定义案例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9696400" y="2399193"/>
            <a:ext cx="2592288" cy="14773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/>
              <a:t>子表字段</a:t>
            </a:r>
            <a:r>
              <a:rPr lang="en-US" altLang="zh-CN"/>
              <a:t>cl_major</a:t>
            </a:r>
            <a:r>
              <a:rPr lang="zh-CN" altLang="en-US"/>
              <a:t>的类型和长度限制都必须和父表的</a:t>
            </a:r>
            <a:r>
              <a:rPr lang="en-US" altLang="zh-CN"/>
              <a:t>m_id</a:t>
            </a:r>
            <a:r>
              <a:rPr lang="zh-CN" altLang="en-US"/>
              <a:t>完全一致，且必须是父表的主键或唯一索引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8565321" y="528748"/>
            <a:ext cx="2262158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/>
              <a:t>外键可以定义为索引</a:t>
            </a:r>
          </a:p>
        </p:txBody>
      </p:sp>
      <p:cxnSp>
        <p:nvCxnSpPr>
          <p:cNvPr id="10" name="直接箭头连接符 9"/>
          <p:cNvCxnSpPr>
            <a:cxnSpLocks/>
            <a:stCxn id="15" idx="1"/>
          </p:cNvCxnSpPr>
          <p:nvPr/>
        </p:nvCxnSpPr>
        <p:spPr>
          <a:xfrm flipH="1">
            <a:off x="4943872" y="713414"/>
            <a:ext cx="3621449" cy="365169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cxnSpLocks/>
          </p:cNvCxnSpPr>
          <p:nvPr/>
        </p:nvCxnSpPr>
        <p:spPr>
          <a:xfrm flipV="1">
            <a:off x="6456040" y="3068960"/>
            <a:ext cx="3240360" cy="19682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F32D6DF1-0ADF-57C8-D8D7-30EFA6E9CE13}"/>
              </a:ext>
            </a:extLst>
          </p:cNvPr>
          <p:cNvCxnSpPr>
            <a:cxnSpLocks/>
          </p:cNvCxnSpPr>
          <p:nvPr/>
        </p:nvCxnSpPr>
        <p:spPr>
          <a:xfrm flipV="1">
            <a:off x="7654815" y="3068960"/>
            <a:ext cx="2041585" cy="16211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6264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作业一（持续完善）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把所有表的引擎修改为</a:t>
            </a:r>
            <a:r>
              <a:rPr lang="en-US" altLang="zh-CN" dirty="0" err="1"/>
              <a:t>innodb</a:t>
            </a:r>
            <a:endParaRPr lang="en-US" altLang="zh-CN" dirty="0"/>
          </a:p>
          <a:p>
            <a:r>
              <a:rPr lang="zh-CN" altLang="en-US"/>
              <a:t>为学生</a:t>
            </a:r>
            <a:r>
              <a:rPr lang="zh-CN" altLang="en-US" dirty="0"/>
              <a:t>表和</a:t>
            </a:r>
            <a:r>
              <a:rPr lang="zh-CN" altLang="en-US"/>
              <a:t>班级表添加外</a:t>
            </a:r>
            <a:r>
              <a:rPr lang="zh-CN" altLang="en-US" dirty="0"/>
              <a:t>键约束的定义：</a:t>
            </a:r>
            <a:endParaRPr lang="en-US" altLang="zh-CN" dirty="0"/>
          </a:p>
          <a:p>
            <a:r>
              <a:rPr lang="zh-CN" altLang="en-US"/>
              <a:t>实施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删除已经创建的表（</a:t>
            </a:r>
            <a:r>
              <a:rPr lang="en-US" altLang="zh-CN" dirty="0"/>
              <a:t>drop</a:t>
            </a:r>
            <a:r>
              <a:rPr lang="zh-CN" altLang="en-US" dirty="0"/>
              <a:t>）；</a:t>
            </a:r>
            <a:endParaRPr lang="en-US" altLang="zh-CN" dirty="0"/>
          </a:p>
          <a:p>
            <a:pPr lvl="1"/>
            <a:r>
              <a:rPr lang="zh-CN" altLang="en-US" dirty="0"/>
              <a:t>再次在命令行运行表创建的命令；</a:t>
            </a:r>
            <a:endParaRPr lang="en-US" altLang="zh-CN" dirty="0"/>
          </a:p>
          <a:p>
            <a:pPr lvl="1"/>
            <a:r>
              <a:rPr lang="zh-CN" altLang="en-US" dirty="0"/>
              <a:t>观察创建时有无问题</a:t>
            </a:r>
          </a:p>
        </p:txBody>
      </p:sp>
    </p:spTree>
    <p:extLst>
      <p:ext uri="{BB962C8B-B14F-4D97-AF65-F5344CB8AC3E}">
        <p14:creationId xmlns:p14="http://schemas.microsoft.com/office/powerpoint/2010/main" val="41170589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问题：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/>
              <a:t>两</a:t>
            </a:r>
            <a:r>
              <a:rPr lang="zh-CN" altLang="en-US" dirty="0"/>
              <a:t>表在创建时有没有顺序要求？</a:t>
            </a:r>
            <a:endParaRPr lang="en-US" altLang="zh-CN" dirty="0"/>
          </a:p>
          <a:p>
            <a:r>
              <a:rPr lang="zh-CN" altLang="en-US" dirty="0"/>
              <a:t>如果先创建学生表，后创建班级表，命令行有什么提示？</a:t>
            </a:r>
          </a:p>
        </p:txBody>
      </p:sp>
    </p:spTree>
    <p:extLst>
      <p:ext uri="{BB962C8B-B14F-4D97-AF65-F5344CB8AC3E}">
        <p14:creationId xmlns:p14="http://schemas.microsoft.com/office/powerpoint/2010/main" val="304846255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发现：外键约束限制了表的</a:t>
            </a:r>
            <a:r>
              <a:rPr lang="zh-CN" altLang="en-US">
                <a:solidFill>
                  <a:srgbClr val="FF0000"/>
                </a:solidFill>
              </a:rPr>
              <a:t>创建顺序</a:t>
            </a:r>
            <a:endParaRPr lang="zh-CN" altLang="en-US" b="0" dirty="0">
              <a:solidFill>
                <a:srgbClr val="FF0000"/>
              </a:solidFill>
            </a:endParaRP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632116890"/>
              </p:ext>
            </p:extLst>
          </p:nvPr>
        </p:nvGraphicFramePr>
        <p:xfrm>
          <a:off x="2063552" y="4720049"/>
          <a:ext cx="8856984" cy="182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矩形 4"/>
          <p:cNvSpPr/>
          <p:nvPr/>
        </p:nvSpPr>
        <p:spPr>
          <a:xfrm>
            <a:off x="804114" y="1628800"/>
            <a:ext cx="10548470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914400" indent="-914400">
              <a:buFont typeface="+mj-lt"/>
              <a:buAutoNum type="arabicPeriod"/>
            </a:pPr>
            <a:r>
              <a:rPr lang="zh-CN" altLang="en-US" sz="480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创建顺序：从大到小，从无约束到有约束；</a:t>
            </a:r>
            <a:endParaRPr lang="en-US" altLang="zh-CN" sz="480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  <a:p>
            <a:pPr marL="914400" indent="-914400">
              <a:buFont typeface="+mj-lt"/>
              <a:buAutoNum type="arabicPeriod"/>
            </a:pPr>
            <a:r>
              <a:rPr lang="zh-CN" altLang="en-US" sz="48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建议添加修改联动；</a:t>
            </a:r>
            <a:endParaRPr lang="en-US" altLang="zh-CN" sz="48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  <a:p>
            <a:pPr marL="914400" indent="-914400">
              <a:buFont typeface="+mj-lt"/>
              <a:buAutoNum type="arabicPeriod"/>
            </a:pPr>
            <a:r>
              <a:rPr lang="zh-CN" altLang="en-US" sz="48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可根据实际决定是否添加删除联动</a:t>
            </a:r>
          </a:p>
        </p:txBody>
      </p:sp>
    </p:spTree>
    <p:extLst>
      <p:ext uri="{BB962C8B-B14F-4D97-AF65-F5344CB8AC3E}">
        <p14:creationId xmlns:p14="http://schemas.microsoft.com/office/powerpoint/2010/main" val="2117718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AE02A84-BCC3-4569-8A31-DC87062E19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>
                                            <p:graphicEl>
                                              <a:dgm id="{EAE02A84-BCC3-4569-8A31-DC87062E199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A0745CD-8BB8-4295-BF53-6A7C8AD0EB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">
                                            <p:graphicEl>
                                              <a:dgm id="{2A0745CD-8BB8-4295-BF53-6A7C8AD0EBA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8CA1B0C-5193-453D-9E52-E10DC6EEB2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">
                                            <p:graphicEl>
                                              <a:dgm id="{A8CA1B0C-5193-453D-9E52-E10DC6EEB27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FF6F8A4-CC45-4047-9ABA-223FA41166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">
                                            <p:graphicEl>
                                              <a:dgm id="{DFF6F8A4-CC45-4047-9ABA-223FA411664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B69F255-6789-4E68-9C1F-1E16F25207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">
                                            <p:graphicEl>
                                              <a:dgm id="{7B69F255-6789-4E68-9C1F-1E16F252070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88D90B7-02A4-4F1D-9027-6DDAAB74CE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">
                                            <p:graphicEl>
                                              <a:dgm id="{888D90B7-02A4-4F1D-9027-6DDAAB74CEB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C5E5881-E6A6-4FBB-953E-B8A9C1375C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">
                                            <p:graphicEl>
                                              <a:dgm id="{2C5E5881-E6A6-4FBB-953E-B8A9C1375C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CEA1368-BE19-4284-A756-CE2E1BF671F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">
                                            <p:graphicEl>
                                              <a:dgm id="{7CEA1368-BE19-4284-A756-CE2E1BF671F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91A3585-7E68-4BE1-B557-4CBE4A1D084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">
                                            <p:graphicEl>
                                              <a:dgm id="{F91A3585-7E68-4BE1-B557-4CBE4A1D084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B7341DF-BDC7-410E-8E05-543F6F6240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">
                                            <p:graphicEl>
                                              <a:dgm id="{FB7341DF-BDC7-410E-8E05-543F6F62407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876C816-E72D-40D8-A7C8-C6ED119E3C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">
                                            <p:graphicEl>
                                              <a:dgm id="{9876C816-E72D-40D8-A7C8-C6ED119E3C8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10992AC-F8BD-4076-9735-89FC0F72D2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">
                                            <p:graphicEl>
                                              <a:dgm id="{D10992AC-F8BD-4076-9735-89FC0F72D2F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32EA0DE-BDE1-4A40-8C69-BDC3BC9BE6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">
                                            <p:graphicEl>
                                              <a:dgm id="{432EA0DE-BDE1-4A40-8C69-BDC3BC9BE65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32ACDE5-5D27-4A4D-BFD9-705B5F80B9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">
                                            <p:graphicEl>
                                              <a:dgm id="{032ACDE5-5D27-4A4D-BFD9-705B5F80B9B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3D3C381-5877-445F-A633-4DF9E36B4D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">
                                            <p:graphicEl>
                                              <a:dgm id="{13D3C381-5877-445F-A633-4DF9E36B4DB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  <p:bldP spid="5" grpId="0" uiExpand="1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sz="quarter" idx="2"/>
          </p:nvPr>
        </p:nvPicPr>
        <p:blipFill>
          <a:blip r:embed="rId2"/>
          <a:stretch>
            <a:fillRect/>
          </a:stretch>
        </p:blipFill>
        <p:spPr>
          <a:xfrm>
            <a:off x="6489489" y="1594949"/>
            <a:ext cx="5181600" cy="3513403"/>
          </a:xfrm>
          <a:prstGeom prst="rect">
            <a:avLst/>
          </a:prstGeom>
        </p:spPr>
      </p:pic>
      <p:pic>
        <p:nvPicPr>
          <p:cNvPr id="6" name="内容占位符 5"/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812800" y="1596217"/>
            <a:ext cx="5181600" cy="183283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2055F7AC-7001-449D-B00E-78C05BB86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提问：</a:t>
            </a:r>
          </a:p>
        </p:txBody>
      </p:sp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137FBEF6-0359-42CC-9092-D1D32DA7EBFE}"/>
              </a:ext>
            </a:extLst>
          </p:cNvPr>
          <p:cNvGraphicFramePr>
            <a:graphicFrameLocks noGrp="1"/>
          </p:cNvGraphicFramePr>
          <p:nvPr/>
        </p:nvGraphicFramePr>
        <p:xfrm>
          <a:off x="3407572" y="106680"/>
          <a:ext cx="273630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300">
                  <a:extLst>
                    <a:ext uri="{9D8B030D-6E8A-4147-A177-3AD203B41FA5}">
                      <a16:colId xmlns:a16="http://schemas.microsoft.com/office/drawing/2014/main" val="3628525774"/>
                    </a:ext>
                  </a:extLst>
                </a:gridCol>
                <a:gridCol w="1200004">
                  <a:extLst>
                    <a:ext uri="{9D8B030D-6E8A-4147-A177-3AD203B41FA5}">
                      <a16:colId xmlns:a16="http://schemas.microsoft.com/office/drawing/2014/main" val="200361026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zh-CN" altLang="en-US"/>
                        <a:t>学生表的记录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3867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/>
                        <a:t>stu_id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stu_name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807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/>
                        <a:t>1902010251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张三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717944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2DABB524-8362-42FA-9951-E6067490FF67}"/>
              </a:ext>
            </a:extLst>
          </p:cNvPr>
          <p:cNvGraphicFramePr>
            <a:graphicFrameLocks noGrp="1"/>
          </p:cNvGraphicFramePr>
          <p:nvPr/>
        </p:nvGraphicFramePr>
        <p:xfrm>
          <a:off x="6957727" y="47514"/>
          <a:ext cx="4970921" cy="1370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5951">
                  <a:extLst>
                    <a:ext uri="{9D8B030D-6E8A-4147-A177-3AD203B41FA5}">
                      <a16:colId xmlns:a16="http://schemas.microsoft.com/office/drawing/2014/main" val="3628525774"/>
                    </a:ext>
                  </a:extLst>
                </a:gridCol>
                <a:gridCol w="1842352">
                  <a:extLst>
                    <a:ext uri="{9D8B030D-6E8A-4147-A177-3AD203B41FA5}">
                      <a16:colId xmlns:a16="http://schemas.microsoft.com/office/drawing/2014/main" val="200361026"/>
                    </a:ext>
                  </a:extLst>
                </a:gridCol>
                <a:gridCol w="1252618">
                  <a:extLst>
                    <a:ext uri="{9D8B030D-6E8A-4147-A177-3AD203B41FA5}">
                      <a16:colId xmlns:a16="http://schemas.microsoft.com/office/drawing/2014/main" val="3213797952"/>
                    </a:ext>
                  </a:extLst>
                </a:gridCol>
              </a:tblGrid>
              <a:tr h="291134">
                <a:tc gridSpan="3">
                  <a:txBody>
                    <a:bodyPr/>
                    <a:lstStyle/>
                    <a:p>
                      <a:r>
                        <a:rPr lang="zh-CN" altLang="en-US"/>
                        <a:t>成绩表的记录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3867523"/>
                  </a:ext>
                </a:extLst>
              </a:tr>
              <a:tr h="502505">
                <a:tc>
                  <a:txBody>
                    <a:bodyPr/>
                    <a:lstStyle/>
                    <a:p>
                      <a:r>
                        <a:rPr lang="en-US" altLang="zh-CN"/>
                        <a:t>sc_stuid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sc_taskid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sc_overall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807737"/>
                  </a:ext>
                </a:extLst>
              </a:tr>
              <a:tr h="502505">
                <a:tc>
                  <a:txBody>
                    <a:bodyPr/>
                    <a:lstStyle/>
                    <a:p>
                      <a:r>
                        <a:rPr lang="en-US" altLang="zh-CN"/>
                        <a:t>1902010251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45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87.4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717944"/>
                  </a:ext>
                </a:extLst>
              </a:tr>
            </a:tbl>
          </a:graphicData>
        </a:graphic>
      </p:graphicFrame>
      <p:sp>
        <p:nvSpPr>
          <p:cNvPr id="11" name="矩形: 对角圆角 10">
            <a:extLst>
              <a:ext uri="{FF2B5EF4-FFF2-40B4-BE49-F238E27FC236}">
                <a16:creationId xmlns:a16="http://schemas.microsoft.com/office/drawing/2014/main" id="{BF6C52AF-6CA7-455D-B0E2-CBF775501870}"/>
              </a:ext>
            </a:extLst>
          </p:cNvPr>
          <p:cNvSpPr/>
          <p:nvPr/>
        </p:nvSpPr>
        <p:spPr>
          <a:xfrm>
            <a:off x="284619" y="4437112"/>
            <a:ext cx="6239121" cy="1890648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/>
              <a:t>如果在</a:t>
            </a:r>
            <a:r>
              <a:rPr lang="en-US" altLang="zh-CN"/>
              <a:t>mysql</a:t>
            </a:r>
            <a:r>
              <a:rPr lang="zh-CN" altLang="en-US"/>
              <a:t>命令行输入下面的命令：</a:t>
            </a:r>
            <a:br>
              <a:rPr lang="en-US" altLang="zh-CN"/>
            </a:br>
            <a:r>
              <a:rPr lang="en-US" altLang="zh-CN"/>
              <a:t>delete from guirz_stu where stuid=1902010251;</a:t>
            </a:r>
            <a:br>
              <a:rPr lang="en-US" altLang="zh-CN"/>
            </a:br>
            <a:r>
              <a:rPr lang="zh-CN" altLang="en-US"/>
              <a:t>那么服务器的反馈是：</a:t>
            </a:r>
            <a:endParaRPr lang="en-US" altLang="zh-CN"/>
          </a:p>
          <a:p>
            <a:pPr marL="457200" indent="-457200" algn="l">
              <a:buFont typeface="+mj-lt"/>
              <a:buAutoNum type="alphaUcPeriod"/>
            </a:pPr>
            <a:r>
              <a:rPr lang="en-US" altLang="zh-CN"/>
              <a:t>Query OK</a:t>
            </a:r>
          </a:p>
          <a:p>
            <a:pPr marL="457200" indent="-457200" algn="l">
              <a:buFont typeface="+mj-lt"/>
              <a:buAutoNum type="alphaUcPeriod"/>
            </a:pPr>
            <a:r>
              <a:rPr lang="en-US" altLang="zh-CN"/>
              <a:t>ERROR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0575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038F9ED6-F129-4A0B-A709-11FE737CB41D}"/>
              </a:ext>
            </a:extLst>
          </p:cNvPr>
          <p:cNvGrpSpPr/>
          <p:nvPr/>
        </p:nvGrpSpPr>
        <p:grpSpPr>
          <a:xfrm>
            <a:off x="718096" y="1724745"/>
            <a:ext cx="10899824" cy="2202580"/>
            <a:chOff x="0" y="1164471"/>
            <a:chExt cx="10899824" cy="1455299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B441E304-D3C4-4640-A5A1-EF3D877C6AE2}"/>
                </a:ext>
              </a:extLst>
            </p:cNvPr>
            <p:cNvSpPr/>
            <p:nvPr/>
          </p:nvSpPr>
          <p:spPr>
            <a:xfrm>
              <a:off x="0" y="1164471"/>
              <a:ext cx="10899824" cy="1455299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98DBE706-A80F-481F-8857-1C33C2AABC24}"/>
                </a:ext>
              </a:extLst>
            </p:cNvPr>
            <p:cNvSpPr txBox="1"/>
            <p:nvPr/>
          </p:nvSpPr>
          <p:spPr>
            <a:xfrm>
              <a:off x="0" y="1164471"/>
              <a:ext cx="10899824" cy="145529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45947" tIns="291592" rIns="845947" bIns="99568" numCol="1" spcCol="1270" anchor="t" anchorCtr="0">
              <a:noAutofit/>
            </a:bodyPr>
            <a:lstStyle/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zh-CN" altLang="en-US" sz="1400" kern="1200"/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zh-CN" altLang="en-US" sz="1400" kern="1200"/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zh-CN" altLang="en-US" sz="1400" kern="1200"/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zh-CN" altLang="en-US" sz="1400" kern="1200"/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zh-CN" altLang="en-US" sz="1400" kern="1200"/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B812C4CA-5F8E-47F5-8C06-D658BE282E62}"/>
              </a:ext>
            </a:extLst>
          </p:cNvPr>
          <p:cNvGrpSpPr/>
          <p:nvPr/>
        </p:nvGrpSpPr>
        <p:grpSpPr>
          <a:xfrm>
            <a:off x="1273551" y="1532175"/>
            <a:ext cx="7629876" cy="413280"/>
            <a:chOff x="555455" y="978277"/>
            <a:chExt cx="7629876" cy="413280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754AB558-D106-4572-8B9D-82339E00B0B1}"/>
                </a:ext>
              </a:extLst>
            </p:cNvPr>
            <p:cNvSpPr/>
            <p:nvPr/>
          </p:nvSpPr>
          <p:spPr>
            <a:xfrm>
              <a:off x="555455" y="978277"/>
              <a:ext cx="7629876" cy="41328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矩形: 圆角 6">
              <a:extLst>
                <a:ext uri="{FF2B5EF4-FFF2-40B4-BE49-F238E27FC236}">
                  <a16:creationId xmlns:a16="http://schemas.microsoft.com/office/drawing/2014/main" id="{A9820AA8-C68B-4244-A820-E49138C42372}"/>
                </a:ext>
              </a:extLst>
            </p:cNvPr>
            <p:cNvSpPr txBox="1"/>
            <p:nvPr/>
          </p:nvSpPr>
          <p:spPr>
            <a:xfrm>
              <a:off x="575630" y="998452"/>
              <a:ext cx="7589526" cy="37293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88391" tIns="0" rIns="288391" bIns="0" numCol="1" spcCol="1270" anchor="ctr" anchorCtr="0">
              <a:noAutofit/>
            </a:bodyPr>
            <a:lstStyle/>
            <a:p>
              <a:pPr algn="l" defTabSz="622300">
                <a:lnSpc>
                  <a:spcPct val="90000"/>
                </a:lnSpc>
                <a:spcAft>
                  <a:spcPct val="35000"/>
                </a:spcAft>
              </a:pPr>
              <a:r>
                <a:rPr lang="zh-CN" altLang="en-US" sz="1400" kern="1200">
                  <a:solidFill>
                    <a:srgbClr val="FF0000"/>
                  </a:solidFill>
                </a:rPr>
                <a:t>配置了</a:t>
              </a:r>
              <a:r>
                <a:rPr lang="zh-CN" altLang="en-US" sz="1400" kern="1200"/>
                <a:t>：</a:t>
              </a:r>
              <a:r>
                <a:rPr lang="zh-CN" altLang="en-US" sz="1200"/>
                <a:t>则父表记录删除时，子表相应记录跟着删除</a:t>
              </a:r>
              <a:r>
                <a:rPr lang="zh-CN" altLang="en-US" sz="1400" kern="1200"/>
                <a:t>；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12F3F7C7-3DC8-4760-88C2-B72D15D6330A}"/>
              </a:ext>
            </a:extLst>
          </p:cNvPr>
          <p:cNvGrpSpPr/>
          <p:nvPr/>
        </p:nvGrpSpPr>
        <p:grpSpPr>
          <a:xfrm>
            <a:off x="718096" y="4173370"/>
            <a:ext cx="10899824" cy="2642667"/>
            <a:chOff x="0" y="2914687"/>
            <a:chExt cx="10899824" cy="1155116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182D9839-A1E4-4674-A0E7-9108A4A383F8}"/>
                </a:ext>
              </a:extLst>
            </p:cNvPr>
            <p:cNvSpPr/>
            <p:nvPr/>
          </p:nvSpPr>
          <p:spPr>
            <a:xfrm>
              <a:off x="0" y="2914687"/>
              <a:ext cx="10899824" cy="1155116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EEEB0E06-E683-43C3-9929-59CDFC9D9FF7}"/>
                </a:ext>
              </a:extLst>
            </p:cNvPr>
            <p:cNvSpPr txBox="1"/>
            <p:nvPr/>
          </p:nvSpPr>
          <p:spPr>
            <a:xfrm>
              <a:off x="0" y="2914687"/>
              <a:ext cx="10899824" cy="115511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45947" tIns="291592" rIns="845947" bIns="99568" numCol="1" spcCol="1270" anchor="t" anchorCtr="0">
              <a:noAutofit/>
            </a:bodyPr>
            <a:lstStyle/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zh-CN" altLang="en-US" sz="1400" kern="1200"/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BDB0A1A4-9B8E-4F5A-88D1-B2107055C846}"/>
              </a:ext>
            </a:extLst>
          </p:cNvPr>
          <p:cNvGrpSpPr/>
          <p:nvPr/>
        </p:nvGrpSpPr>
        <p:grpSpPr>
          <a:xfrm>
            <a:off x="1253376" y="4076093"/>
            <a:ext cx="7629876" cy="413280"/>
            <a:chOff x="544991" y="2708047"/>
            <a:chExt cx="7629876" cy="413280"/>
          </a:xfrm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E1897D0F-E59A-48C9-A9B4-0BCCD06825E8}"/>
                </a:ext>
              </a:extLst>
            </p:cNvPr>
            <p:cNvSpPr/>
            <p:nvPr/>
          </p:nvSpPr>
          <p:spPr>
            <a:xfrm>
              <a:off x="544991" y="2708047"/>
              <a:ext cx="7629876" cy="41328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" name="矩形: 圆角 10">
              <a:extLst>
                <a:ext uri="{FF2B5EF4-FFF2-40B4-BE49-F238E27FC236}">
                  <a16:creationId xmlns:a16="http://schemas.microsoft.com/office/drawing/2014/main" id="{F6CFA9D0-95DD-4A55-844A-4FC11F585D36}"/>
                </a:ext>
              </a:extLst>
            </p:cNvPr>
            <p:cNvSpPr txBox="1"/>
            <p:nvPr/>
          </p:nvSpPr>
          <p:spPr>
            <a:xfrm>
              <a:off x="565166" y="2728222"/>
              <a:ext cx="7589526" cy="37293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88391" tIns="0" rIns="288391" bIns="0" numCol="1" spcCol="1270" anchor="ctr" anchorCtr="0">
              <a:noAutofit/>
            </a:bodyPr>
            <a:lstStyle/>
            <a:p>
              <a:pPr algn="l" defTabSz="622300">
                <a:lnSpc>
                  <a:spcPct val="90000"/>
                </a:lnSpc>
                <a:spcAft>
                  <a:spcPct val="35000"/>
                </a:spcAft>
              </a:pPr>
              <a:r>
                <a:rPr lang="zh-CN" altLang="en-US" sz="1400" kern="1200"/>
                <a:t>若</a:t>
              </a:r>
              <a:r>
                <a:rPr lang="zh-CN" altLang="en-US" sz="1400" kern="1200">
                  <a:solidFill>
                    <a:srgbClr val="FF0000"/>
                  </a:solidFill>
                </a:rPr>
                <a:t>没有</a:t>
              </a:r>
              <a:r>
                <a:rPr lang="zh-CN" altLang="en-US" sz="1400" kern="1200"/>
                <a:t>配置：</a:t>
              </a:r>
              <a:r>
                <a:rPr lang="zh-CN" altLang="en-US" sz="1200"/>
                <a:t>则父表记录被删除时，若子表有相应记录，则父表记录无法被删除！！！</a:t>
              </a: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DF87F6BB-9514-4F9E-8CF4-F5ECE47E5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结论：</a:t>
            </a:r>
            <a:r>
              <a:rPr lang="en-US" altLang="zh-CN"/>
              <a:t>on delete cascade</a:t>
            </a:r>
            <a:endParaRPr lang="zh-CN" altLang="en-US"/>
          </a:p>
        </p:txBody>
      </p:sp>
      <p:graphicFrame>
        <p:nvGraphicFramePr>
          <p:cNvPr id="6" name="表格 7">
            <a:extLst>
              <a:ext uri="{FF2B5EF4-FFF2-40B4-BE49-F238E27FC236}">
                <a16:creationId xmlns:a16="http://schemas.microsoft.com/office/drawing/2014/main" id="{6CCC1C8C-C8AB-483A-B2C8-D3F7BE8A0A98}"/>
              </a:ext>
            </a:extLst>
          </p:cNvPr>
          <p:cNvGraphicFramePr>
            <a:graphicFrameLocks noGrp="1"/>
          </p:cNvGraphicFramePr>
          <p:nvPr/>
        </p:nvGraphicFramePr>
        <p:xfrm>
          <a:off x="1293726" y="1982199"/>
          <a:ext cx="278605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933">
                  <a:extLst>
                    <a:ext uri="{9D8B030D-6E8A-4147-A177-3AD203B41FA5}">
                      <a16:colId xmlns:a16="http://schemas.microsoft.com/office/drawing/2014/main" val="3628525774"/>
                    </a:ext>
                  </a:extLst>
                </a:gridCol>
                <a:gridCol w="975117">
                  <a:extLst>
                    <a:ext uri="{9D8B030D-6E8A-4147-A177-3AD203B41FA5}">
                      <a16:colId xmlns:a16="http://schemas.microsoft.com/office/drawing/2014/main" val="200361026"/>
                    </a:ext>
                  </a:extLst>
                </a:gridCol>
              </a:tblGrid>
              <a:tr h="342116">
                <a:tc gridSpan="2">
                  <a:txBody>
                    <a:bodyPr/>
                    <a:lstStyle/>
                    <a:p>
                      <a:r>
                        <a:rPr lang="zh-CN" altLang="en-US"/>
                        <a:t>学生表的记录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3867523"/>
                  </a:ext>
                </a:extLst>
              </a:tr>
              <a:tr h="342116">
                <a:tc>
                  <a:txBody>
                    <a:bodyPr/>
                    <a:lstStyle/>
                    <a:p>
                      <a:r>
                        <a:rPr lang="zh-CN" altLang="en-US"/>
                        <a:t>学号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姓名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807737"/>
                  </a:ext>
                </a:extLst>
              </a:tr>
              <a:tr h="342116">
                <a:tc>
                  <a:txBody>
                    <a:bodyPr/>
                    <a:lstStyle/>
                    <a:p>
                      <a:r>
                        <a:rPr lang="en-US" altLang="zh-CN"/>
                        <a:t>1902010251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张三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717944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58D4C13-39CB-4D8B-93FD-FA968D1792A8}"/>
              </a:ext>
            </a:extLst>
          </p:cNvPr>
          <p:cNvGraphicFramePr>
            <a:graphicFrameLocks noGrp="1"/>
          </p:cNvGraphicFramePr>
          <p:nvPr/>
        </p:nvGraphicFramePr>
        <p:xfrm>
          <a:off x="1554304" y="3013000"/>
          <a:ext cx="46805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3628525774"/>
                    </a:ext>
                  </a:extLst>
                </a:gridCol>
                <a:gridCol w="1700880">
                  <a:extLst>
                    <a:ext uri="{9D8B030D-6E8A-4147-A177-3AD203B41FA5}">
                      <a16:colId xmlns:a16="http://schemas.microsoft.com/office/drawing/2014/main" val="200361026"/>
                    </a:ext>
                  </a:extLst>
                </a:gridCol>
                <a:gridCol w="1179440">
                  <a:extLst>
                    <a:ext uri="{9D8B030D-6E8A-4147-A177-3AD203B41FA5}">
                      <a16:colId xmlns:a16="http://schemas.microsoft.com/office/drawing/2014/main" val="3213797952"/>
                    </a:ext>
                  </a:extLst>
                </a:gridCol>
              </a:tblGrid>
              <a:tr h="331780">
                <a:tc gridSpan="3">
                  <a:txBody>
                    <a:bodyPr/>
                    <a:lstStyle/>
                    <a:p>
                      <a:r>
                        <a:rPr lang="zh-CN" altLang="en-US"/>
                        <a:t>成绩表的记录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3867523"/>
                  </a:ext>
                </a:extLst>
              </a:tr>
              <a:tr h="331780">
                <a:tc>
                  <a:txBody>
                    <a:bodyPr/>
                    <a:lstStyle/>
                    <a:p>
                      <a:r>
                        <a:rPr lang="zh-CN" altLang="en-US"/>
                        <a:t>学号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教学任务编码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总评成绩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807737"/>
                  </a:ext>
                </a:extLst>
              </a:tr>
              <a:tr h="331780">
                <a:tc>
                  <a:txBody>
                    <a:bodyPr/>
                    <a:lstStyle/>
                    <a:p>
                      <a:r>
                        <a:rPr lang="en-US" altLang="zh-CN"/>
                        <a:t>1902010251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45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87.4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717944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DD3B155D-A5EF-4623-848E-B244C9F547E8}"/>
              </a:ext>
            </a:extLst>
          </p:cNvPr>
          <p:cNvGraphicFramePr>
            <a:graphicFrameLocks noGrp="1"/>
          </p:cNvGraphicFramePr>
          <p:nvPr/>
        </p:nvGraphicFramePr>
        <p:xfrm>
          <a:off x="6190184" y="1896028"/>
          <a:ext cx="2736304" cy="111252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1778598">
                  <a:extLst>
                    <a:ext uri="{9D8B030D-6E8A-4147-A177-3AD203B41FA5}">
                      <a16:colId xmlns:a16="http://schemas.microsoft.com/office/drawing/2014/main" val="3628525774"/>
                    </a:ext>
                  </a:extLst>
                </a:gridCol>
                <a:gridCol w="957706">
                  <a:extLst>
                    <a:ext uri="{9D8B030D-6E8A-4147-A177-3AD203B41FA5}">
                      <a16:colId xmlns:a16="http://schemas.microsoft.com/office/drawing/2014/main" val="200361026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zh-CN" altLang="en-US"/>
                        <a:t>学生表的记录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3867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/>
                        <a:t>学号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姓名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807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/>
                        <a:t>1902010251</a:t>
                      </a:r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张三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717944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F0035E4B-9B70-4047-ADD4-2573A98DDF60}"/>
              </a:ext>
            </a:extLst>
          </p:cNvPr>
          <p:cNvGraphicFramePr>
            <a:graphicFrameLocks noGrp="1"/>
          </p:cNvGraphicFramePr>
          <p:nvPr/>
        </p:nvGraphicFramePr>
        <p:xfrm>
          <a:off x="6752274" y="2964555"/>
          <a:ext cx="4680520" cy="118142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3628525774"/>
                    </a:ext>
                  </a:extLst>
                </a:gridCol>
                <a:gridCol w="1700880">
                  <a:extLst>
                    <a:ext uri="{9D8B030D-6E8A-4147-A177-3AD203B41FA5}">
                      <a16:colId xmlns:a16="http://schemas.microsoft.com/office/drawing/2014/main" val="200361026"/>
                    </a:ext>
                  </a:extLst>
                </a:gridCol>
                <a:gridCol w="1179440">
                  <a:extLst>
                    <a:ext uri="{9D8B030D-6E8A-4147-A177-3AD203B41FA5}">
                      <a16:colId xmlns:a16="http://schemas.microsoft.com/office/drawing/2014/main" val="3213797952"/>
                    </a:ext>
                  </a:extLst>
                </a:gridCol>
              </a:tblGrid>
              <a:tr h="296852">
                <a:tc gridSpan="3">
                  <a:txBody>
                    <a:bodyPr/>
                    <a:lstStyle/>
                    <a:p>
                      <a:r>
                        <a:rPr lang="zh-CN" altLang="en-US"/>
                        <a:t>成绩表的记录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3867523"/>
                  </a:ext>
                </a:extLst>
              </a:tr>
              <a:tr h="407834">
                <a:tc>
                  <a:txBody>
                    <a:bodyPr/>
                    <a:lstStyle/>
                    <a:p>
                      <a:r>
                        <a:rPr lang="zh-CN" altLang="en-US"/>
                        <a:t>学号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教学任务编码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总评成绩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807737"/>
                  </a:ext>
                </a:extLst>
              </a:tr>
              <a:tr h="407834">
                <a:tc>
                  <a:txBody>
                    <a:bodyPr/>
                    <a:lstStyle/>
                    <a:p>
                      <a:r>
                        <a:rPr lang="en-US" altLang="zh-CN"/>
                        <a:t>1902010251</a:t>
                      </a:r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45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87.4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717944"/>
                  </a:ext>
                </a:extLst>
              </a:tr>
            </a:tbl>
          </a:graphicData>
        </a:graphic>
      </p:graphicFrame>
      <p:graphicFrame>
        <p:nvGraphicFramePr>
          <p:cNvPr id="24" name="表格 7">
            <a:extLst>
              <a:ext uri="{FF2B5EF4-FFF2-40B4-BE49-F238E27FC236}">
                <a16:creationId xmlns:a16="http://schemas.microsoft.com/office/drawing/2014/main" id="{29D0C894-3732-4B6B-A1DB-4B3756C45375}"/>
              </a:ext>
            </a:extLst>
          </p:cNvPr>
          <p:cNvGraphicFramePr>
            <a:graphicFrameLocks noGrp="1"/>
          </p:cNvGraphicFramePr>
          <p:nvPr/>
        </p:nvGraphicFramePr>
        <p:xfrm>
          <a:off x="1532952" y="4558807"/>
          <a:ext cx="278605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933">
                  <a:extLst>
                    <a:ext uri="{9D8B030D-6E8A-4147-A177-3AD203B41FA5}">
                      <a16:colId xmlns:a16="http://schemas.microsoft.com/office/drawing/2014/main" val="3628525774"/>
                    </a:ext>
                  </a:extLst>
                </a:gridCol>
                <a:gridCol w="975117">
                  <a:extLst>
                    <a:ext uri="{9D8B030D-6E8A-4147-A177-3AD203B41FA5}">
                      <a16:colId xmlns:a16="http://schemas.microsoft.com/office/drawing/2014/main" val="200361026"/>
                    </a:ext>
                  </a:extLst>
                </a:gridCol>
              </a:tblGrid>
              <a:tr h="342116">
                <a:tc gridSpan="2">
                  <a:txBody>
                    <a:bodyPr/>
                    <a:lstStyle/>
                    <a:p>
                      <a:r>
                        <a:rPr lang="zh-CN" altLang="en-US"/>
                        <a:t>学生表的记录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3867523"/>
                  </a:ext>
                </a:extLst>
              </a:tr>
              <a:tr h="342116">
                <a:tc>
                  <a:txBody>
                    <a:bodyPr/>
                    <a:lstStyle/>
                    <a:p>
                      <a:r>
                        <a:rPr lang="zh-CN" altLang="en-US"/>
                        <a:t>学号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姓名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807737"/>
                  </a:ext>
                </a:extLst>
              </a:tr>
              <a:tr h="342116">
                <a:tc>
                  <a:txBody>
                    <a:bodyPr/>
                    <a:lstStyle/>
                    <a:p>
                      <a:r>
                        <a:rPr lang="en-US" altLang="zh-CN"/>
                        <a:t>1902010251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张三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717944"/>
                  </a:ext>
                </a:extLst>
              </a:tr>
            </a:tbl>
          </a:graphicData>
        </a:graphic>
      </p:graphicFrame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40E54A3D-F474-45AF-B6BC-848330BB4CA1}"/>
              </a:ext>
            </a:extLst>
          </p:cNvPr>
          <p:cNvGraphicFramePr>
            <a:graphicFrameLocks noGrp="1"/>
          </p:cNvGraphicFramePr>
          <p:nvPr/>
        </p:nvGraphicFramePr>
        <p:xfrm>
          <a:off x="1532952" y="5719986"/>
          <a:ext cx="46805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3628525774"/>
                    </a:ext>
                  </a:extLst>
                </a:gridCol>
                <a:gridCol w="1700880">
                  <a:extLst>
                    <a:ext uri="{9D8B030D-6E8A-4147-A177-3AD203B41FA5}">
                      <a16:colId xmlns:a16="http://schemas.microsoft.com/office/drawing/2014/main" val="200361026"/>
                    </a:ext>
                  </a:extLst>
                </a:gridCol>
                <a:gridCol w="1179440">
                  <a:extLst>
                    <a:ext uri="{9D8B030D-6E8A-4147-A177-3AD203B41FA5}">
                      <a16:colId xmlns:a16="http://schemas.microsoft.com/office/drawing/2014/main" val="3213797952"/>
                    </a:ext>
                  </a:extLst>
                </a:gridCol>
              </a:tblGrid>
              <a:tr h="331780">
                <a:tc gridSpan="3">
                  <a:txBody>
                    <a:bodyPr/>
                    <a:lstStyle/>
                    <a:p>
                      <a:r>
                        <a:rPr lang="zh-CN" altLang="en-US"/>
                        <a:t>成绩表的记录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3867523"/>
                  </a:ext>
                </a:extLst>
              </a:tr>
              <a:tr h="331780">
                <a:tc>
                  <a:txBody>
                    <a:bodyPr/>
                    <a:lstStyle/>
                    <a:p>
                      <a:r>
                        <a:rPr lang="zh-CN" altLang="en-US"/>
                        <a:t>学号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教学任务编码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总评成绩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807737"/>
                  </a:ext>
                </a:extLst>
              </a:tr>
              <a:tr h="331780">
                <a:tc>
                  <a:txBody>
                    <a:bodyPr/>
                    <a:lstStyle/>
                    <a:p>
                      <a:r>
                        <a:rPr lang="en-US" altLang="zh-CN"/>
                        <a:t>1902010251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45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87.4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717944"/>
                  </a:ext>
                </a:extLst>
              </a:tr>
            </a:tbl>
          </a:graphicData>
        </a:graphic>
      </p:graphicFrame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B481E6DC-8279-4DA1-AD54-8803D2457161}"/>
              </a:ext>
            </a:extLst>
          </p:cNvPr>
          <p:cNvGraphicFramePr>
            <a:graphicFrameLocks noGrp="1"/>
          </p:cNvGraphicFramePr>
          <p:nvPr/>
        </p:nvGraphicFramePr>
        <p:xfrm>
          <a:off x="6248400" y="4496494"/>
          <a:ext cx="2736304" cy="111252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1778598">
                  <a:extLst>
                    <a:ext uri="{9D8B030D-6E8A-4147-A177-3AD203B41FA5}">
                      <a16:colId xmlns:a16="http://schemas.microsoft.com/office/drawing/2014/main" val="3628525774"/>
                    </a:ext>
                  </a:extLst>
                </a:gridCol>
                <a:gridCol w="957706">
                  <a:extLst>
                    <a:ext uri="{9D8B030D-6E8A-4147-A177-3AD203B41FA5}">
                      <a16:colId xmlns:a16="http://schemas.microsoft.com/office/drawing/2014/main" val="200361026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zh-CN" altLang="en-US"/>
                        <a:t>学生表的记录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3867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/>
                        <a:t>学号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姓名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807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/>
                        <a:t>1902010251</a:t>
                      </a:r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张三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717944"/>
                  </a:ext>
                </a:extLst>
              </a:tr>
            </a:tbl>
          </a:graphicData>
        </a:graphic>
      </p:graphicFrame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343181C9-1C8F-47EE-8D15-8401FCE76BC9}"/>
              </a:ext>
            </a:extLst>
          </p:cNvPr>
          <p:cNvGraphicFramePr>
            <a:graphicFrameLocks noGrp="1"/>
          </p:cNvGraphicFramePr>
          <p:nvPr/>
        </p:nvGraphicFramePr>
        <p:xfrm>
          <a:off x="6752274" y="5604876"/>
          <a:ext cx="4680520" cy="118142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3628525774"/>
                    </a:ext>
                  </a:extLst>
                </a:gridCol>
                <a:gridCol w="1700880">
                  <a:extLst>
                    <a:ext uri="{9D8B030D-6E8A-4147-A177-3AD203B41FA5}">
                      <a16:colId xmlns:a16="http://schemas.microsoft.com/office/drawing/2014/main" val="200361026"/>
                    </a:ext>
                  </a:extLst>
                </a:gridCol>
                <a:gridCol w="1179440">
                  <a:extLst>
                    <a:ext uri="{9D8B030D-6E8A-4147-A177-3AD203B41FA5}">
                      <a16:colId xmlns:a16="http://schemas.microsoft.com/office/drawing/2014/main" val="3213797952"/>
                    </a:ext>
                  </a:extLst>
                </a:gridCol>
              </a:tblGrid>
              <a:tr h="296852">
                <a:tc gridSpan="3">
                  <a:txBody>
                    <a:bodyPr/>
                    <a:lstStyle/>
                    <a:p>
                      <a:r>
                        <a:rPr lang="zh-CN" altLang="en-US"/>
                        <a:t>成绩表的记录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3867523"/>
                  </a:ext>
                </a:extLst>
              </a:tr>
              <a:tr h="407834">
                <a:tc>
                  <a:txBody>
                    <a:bodyPr/>
                    <a:lstStyle/>
                    <a:p>
                      <a:r>
                        <a:rPr lang="zh-CN" altLang="en-US"/>
                        <a:t>学号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教学任务编码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总评成绩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807737"/>
                  </a:ext>
                </a:extLst>
              </a:tr>
              <a:tr h="407834">
                <a:tc>
                  <a:txBody>
                    <a:bodyPr/>
                    <a:lstStyle/>
                    <a:p>
                      <a:r>
                        <a:rPr lang="en-US" altLang="zh-CN"/>
                        <a:t>1902010251</a:t>
                      </a:r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45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87.4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717944"/>
                  </a:ext>
                </a:extLst>
              </a:tr>
            </a:tbl>
          </a:graphicData>
        </a:graphic>
      </p:graphicFrame>
      <p:pic>
        <p:nvPicPr>
          <p:cNvPr id="29" name="图片 28">
            <a:extLst>
              <a:ext uri="{FF2B5EF4-FFF2-40B4-BE49-F238E27FC236}">
                <a16:creationId xmlns:a16="http://schemas.microsoft.com/office/drawing/2014/main" id="{C5A75F14-79EB-40CC-ABAC-985D23D0DB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0781" y="4816659"/>
            <a:ext cx="985312" cy="985312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C2B880D7-5934-4181-8337-864FD1FE1D70}"/>
              </a:ext>
            </a:extLst>
          </p:cNvPr>
          <p:cNvCxnSpPr/>
          <p:nvPr/>
        </p:nvCxnSpPr>
        <p:spPr>
          <a:xfrm>
            <a:off x="6248400" y="2826035"/>
            <a:ext cx="261467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FDA639AE-C392-444A-BC35-A28995E57AEC}"/>
              </a:ext>
            </a:extLst>
          </p:cNvPr>
          <p:cNvCxnSpPr>
            <a:cxnSpLocks/>
          </p:cNvCxnSpPr>
          <p:nvPr/>
        </p:nvCxnSpPr>
        <p:spPr>
          <a:xfrm>
            <a:off x="6835531" y="3932591"/>
            <a:ext cx="422902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E4B73C50-1441-40FA-9455-33804FD0AA47}"/>
              </a:ext>
            </a:extLst>
          </p:cNvPr>
          <p:cNvCxnSpPr/>
          <p:nvPr/>
        </p:nvCxnSpPr>
        <p:spPr>
          <a:xfrm>
            <a:off x="6288750" y="5445224"/>
            <a:ext cx="261467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2C377606-EFE5-41F8-AB6C-E949F471FFA6}"/>
              </a:ext>
            </a:extLst>
          </p:cNvPr>
          <p:cNvSpPr txBox="1"/>
          <p:nvPr/>
        </p:nvSpPr>
        <p:spPr>
          <a:xfrm>
            <a:off x="6234824" y="915819"/>
            <a:ext cx="6096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delete from guirz_stu where stuid=1902010251;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2" name="标注: 线形 31">
            <a:extLst>
              <a:ext uri="{FF2B5EF4-FFF2-40B4-BE49-F238E27FC236}">
                <a16:creationId xmlns:a16="http://schemas.microsoft.com/office/drawing/2014/main" id="{6116F16C-57A9-401F-8C94-BFBF111EF324}"/>
              </a:ext>
            </a:extLst>
          </p:cNvPr>
          <p:cNvSpPr/>
          <p:nvPr/>
        </p:nvSpPr>
        <p:spPr>
          <a:xfrm>
            <a:off x="10399439" y="4556307"/>
            <a:ext cx="1584176" cy="829486"/>
          </a:xfrm>
          <a:prstGeom prst="borderCallout1">
            <a:avLst>
              <a:gd name="adj1" fmla="val 18750"/>
              <a:gd name="adj2" fmla="val -8333"/>
              <a:gd name="adj3" fmla="val 87930"/>
              <a:gd name="adj4" fmla="val -46535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因为会产生非法记录！</a:t>
            </a:r>
          </a:p>
        </p:txBody>
      </p:sp>
    </p:spTree>
    <p:extLst>
      <p:ext uri="{BB962C8B-B14F-4D97-AF65-F5344CB8AC3E}">
        <p14:creationId xmlns:p14="http://schemas.microsoft.com/office/powerpoint/2010/main" val="3332960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5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2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038F9ED6-F129-4A0B-A709-11FE737CB41D}"/>
              </a:ext>
            </a:extLst>
          </p:cNvPr>
          <p:cNvGrpSpPr/>
          <p:nvPr/>
        </p:nvGrpSpPr>
        <p:grpSpPr>
          <a:xfrm>
            <a:off x="718096" y="1724745"/>
            <a:ext cx="10899824" cy="2202580"/>
            <a:chOff x="0" y="1164471"/>
            <a:chExt cx="10899824" cy="1455299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B441E304-D3C4-4640-A5A1-EF3D877C6AE2}"/>
                </a:ext>
              </a:extLst>
            </p:cNvPr>
            <p:cNvSpPr/>
            <p:nvPr/>
          </p:nvSpPr>
          <p:spPr>
            <a:xfrm>
              <a:off x="0" y="1164471"/>
              <a:ext cx="10899824" cy="1455299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98DBE706-A80F-481F-8857-1C33C2AABC24}"/>
                </a:ext>
              </a:extLst>
            </p:cNvPr>
            <p:cNvSpPr txBox="1"/>
            <p:nvPr/>
          </p:nvSpPr>
          <p:spPr>
            <a:xfrm>
              <a:off x="0" y="1164471"/>
              <a:ext cx="10899824" cy="145529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45947" tIns="291592" rIns="845947" bIns="99568" numCol="1" spcCol="1270" anchor="t" anchorCtr="0">
              <a:noAutofit/>
            </a:bodyPr>
            <a:lstStyle/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zh-CN" altLang="en-US" sz="1400" kern="1200"/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zh-CN" altLang="en-US" sz="1400" kern="1200"/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zh-CN" altLang="en-US" sz="1400" kern="1200"/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zh-CN" altLang="en-US" sz="1400" kern="1200"/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zh-CN" altLang="en-US" sz="1400" kern="1200"/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B812C4CA-5F8E-47F5-8C06-D658BE282E62}"/>
              </a:ext>
            </a:extLst>
          </p:cNvPr>
          <p:cNvGrpSpPr/>
          <p:nvPr/>
        </p:nvGrpSpPr>
        <p:grpSpPr>
          <a:xfrm>
            <a:off x="1273551" y="1518105"/>
            <a:ext cx="7629876" cy="413280"/>
            <a:chOff x="555455" y="978277"/>
            <a:chExt cx="7629876" cy="413280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754AB558-D106-4572-8B9D-82339E00B0B1}"/>
                </a:ext>
              </a:extLst>
            </p:cNvPr>
            <p:cNvSpPr/>
            <p:nvPr/>
          </p:nvSpPr>
          <p:spPr>
            <a:xfrm>
              <a:off x="555455" y="978277"/>
              <a:ext cx="7629876" cy="413280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</p:sp>
        <p:sp>
          <p:nvSpPr>
            <p:cNvPr id="21" name="矩形: 圆角 6">
              <a:extLst>
                <a:ext uri="{FF2B5EF4-FFF2-40B4-BE49-F238E27FC236}">
                  <a16:creationId xmlns:a16="http://schemas.microsoft.com/office/drawing/2014/main" id="{A9820AA8-C68B-4244-A820-E49138C42372}"/>
                </a:ext>
              </a:extLst>
            </p:cNvPr>
            <p:cNvSpPr txBox="1"/>
            <p:nvPr/>
          </p:nvSpPr>
          <p:spPr>
            <a:xfrm>
              <a:off x="575630" y="998452"/>
              <a:ext cx="7589526" cy="37293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spcFirstLastPara="0" vert="horz" wrap="square" lIns="288391" tIns="0" rIns="288391" bIns="0" numCol="1" spcCol="1270" anchor="ctr" anchorCtr="0">
              <a:noAutofit/>
            </a:bodyPr>
            <a:lstStyle/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1400" kern="1200">
                  <a:solidFill>
                    <a:srgbClr val="FF0000"/>
                  </a:solidFill>
                </a:rPr>
                <a:t>配置了</a:t>
              </a:r>
              <a:r>
                <a:rPr lang="zh-CN" altLang="en-US" sz="1400" kern="1200"/>
                <a:t>：则父表字段修改，子表跟着修改；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12F3F7C7-3DC8-4760-88C2-B72D15D6330A}"/>
              </a:ext>
            </a:extLst>
          </p:cNvPr>
          <p:cNvGrpSpPr/>
          <p:nvPr/>
        </p:nvGrpSpPr>
        <p:grpSpPr>
          <a:xfrm>
            <a:off x="718096" y="4173370"/>
            <a:ext cx="10899824" cy="2642667"/>
            <a:chOff x="0" y="2914687"/>
            <a:chExt cx="10899824" cy="1155116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182D9839-A1E4-4674-A0E7-9108A4A383F8}"/>
                </a:ext>
              </a:extLst>
            </p:cNvPr>
            <p:cNvSpPr/>
            <p:nvPr/>
          </p:nvSpPr>
          <p:spPr>
            <a:xfrm>
              <a:off x="0" y="2914687"/>
              <a:ext cx="10899824" cy="1155116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EEEB0E06-E683-43C3-9929-59CDFC9D9FF7}"/>
                </a:ext>
              </a:extLst>
            </p:cNvPr>
            <p:cNvSpPr txBox="1"/>
            <p:nvPr/>
          </p:nvSpPr>
          <p:spPr>
            <a:xfrm>
              <a:off x="0" y="2914687"/>
              <a:ext cx="10899824" cy="115511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45947" tIns="291592" rIns="845947" bIns="99568" numCol="1" spcCol="1270" anchor="t" anchorCtr="0">
              <a:noAutofit/>
            </a:bodyPr>
            <a:lstStyle/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zh-CN" altLang="en-US" sz="1400" kern="1200"/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BDB0A1A4-9B8E-4F5A-88D1-B2107055C846}"/>
              </a:ext>
            </a:extLst>
          </p:cNvPr>
          <p:cNvGrpSpPr/>
          <p:nvPr/>
        </p:nvGrpSpPr>
        <p:grpSpPr>
          <a:xfrm>
            <a:off x="1253376" y="4076093"/>
            <a:ext cx="7629876" cy="413280"/>
            <a:chOff x="544991" y="2708047"/>
            <a:chExt cx="7629876" cy="413280"/>
          </a:xfrm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E1897D0F-E59A-48C9-A9B4-0BCCD06825E8}"/>
                </a:ext>
              </a:extLst>
            </p:cNvPr>
            <p:cNvSpPr/>
            <p:nvPr/>
          </p:nvSpPr>
          <p:spPr>
            <a:xfrm>
              <a:off x="544991" y="2708047"/>
              <a:ext cx="7629876" cy="413280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</p:sp>
        <p:sp>
          <p:nvSpPr>
            <p:cNvPr id="17" name="矩形: 圆角 10">
              <a:extLst>
                <a:ext uri="{FF2B5EF4-FFF2-40B4-BE49-F238E27FC236}">
                  <a16:creationId xmlns:a16="http://schemas.microsoft.com/office/drawing/2014/main" id="{F6CFA9D0-95DD-4A55-844A-4FC11F585D36}"/>
                </a:ext>
              </a:extLst>
            </p:cNvPr>
            <p:cNvSpPr txBox="1"/>
            <p:nvPr/>
          </p:nvSpPr>
          <p:spPr>
            <a:xfrm>
              <a:off x="565166" y="2728222"/>
              <a:ext cx="7589526" cy="37293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spcFirstLastPara="0" vert="horz" wrap="square" lIns="288391" tIns="0" rIns="288391" bIns="0" numCol="1" spcCol="1270" anchor="ctr" anchorCtr="0">
              <a:noAutofit/>
            </a:bodyPr>
            <a:lstStyle/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1400" kern="1200"/>
                <a:t>若</a:t>
              </a:r>
              <a:r>
                <a:rPr lang="zh-CN" altLang="en-US" sz="1400" kern="1200">
                  <a:solidFill>
                    <a:srgbClr val="FF0000"/>
                  </a:solidFill>
                </a:rPr>
                <a:t>没有</a:t>
              </a:r>
              <a:r>
                <a:rPr lang="zh-CN" altLang="en-US" sz="1400" kern="1200"/>
                <a:t>配置：则父表字段修改时，若子表有相应记录，则父表无法修改字段名称 ！！！</a:t>
              </a: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DF87F6BB-9514-4F9E-8CF4-F5ECE47E5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结论：</a:t>
            </a:r>
            <a:r>
              <a:rPr lang="en-US" altLang="zh-CN"/>
              <a:t>on update cascade</a:t>
            </a:r>
            <a:endParaRPr lang="zh-CN" altLang="en-US"/>
          </a:p>
        </p:txBody>
      </p:sp>
      <p:graphicFrame>
        <p:nvGraphicFramePr>
          <p:cNvPr id="6" name="表格 7">
            <a:extLst>
              <a:ext uri="{FF2B5EF4-FFF2-40B4-BE49-F238E27FC236}">
                <a16:creationId xmlns:a16="http://schemas.microsoft.com/office/drawing/2014/main" id="{6CCC1C8C-C8AB-483A-B2C8-D3F7BE8A0A98}"/>
              </a:ext>
            </a:extLst>
          </p:cNvPr>
          <p:cNvGraphicFramePr>
            <a:graphicFrameLocks noGrp="1"/>
          </p:cNvGraphicFramePr>
          <p:nvPr/>
        </p:nvGraphicFramePr>
        <p:xfrm>
          <a:off x="1293726" y="1982199"/>
          <a:ext cx="278605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933">
                  <a:extLst>
                    <a:ext uri="{9D8B030D-6E8A-4147-A177-3AD203B41FA5}">
                      <a16:colId xmlns:a16="http://schemas.microsoft.com/office/drawing/2014/main" val="3628525774"/>
                    </a:ext>
                  </a:extLst>
                </a:gridCol>
                <a:gridCol w="975117">
                  <a:extLst>
                    <a:ext uri="{9D8B030D-6E8A-4147-A177-3AD203B41FA5}">
                      <a16:colId xmlns:a16="http://schemas.microsoft.com/office/drawing/2014/main" val="200361026"/>
                    </a:ext>
                  </a:extLst>
                </a:gridCol>
              </a:tblGrid>
              <a:tr h="342116">
                <a:tc gridSpan="2">
                  <a:txBody>
                    <a:bodyPr/>
                    <a:lstStyle/>
                    <a:p>
                      <a:r>
                        <a:rPr lang="zh-CN" altLang="en-US"/>
                        <a:t>学生表的记录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3867523"/>
                  </a:ext>
                </a:extLst>
              </a:tr>
              <a:tr h="342116">
                <a:tc>
                  <a:txBody>
                    <a:bodyPr/>
                    <a:lstStyle/>
                    <a:p>
                      <a:r>
                        <a:rPr lang="zh-CN" altLang="en-US"/>
                        <a:t>学号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姓名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807737"/>
                  </a:ext>
                </a:extLst>
              </a:tr>
              <a:tr h="342116">
                <a:tc>
                  <a:txBody>
                    <a:bodyPr/>
                    <a:lstStyle/>
                    <a:p>
                      <a:r>
                        <a:rPr lang="en-US" altLang="zh-CN"/>
                        <a:t>1902010251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张三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717944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58D4C13-39CB-4D8B-93FD-FA968D1792A8}"/>
              </a:ext>
            </a:extLst>
          </p:cNvPr>
          <p:cNvGraphicFramePr>
            <a:graphicFrameLocks noGrp="1"/>
          </p:cNvGraphicFramePr>
          <p:nvPr/>
        </p:nvGraphicFramePr>
        <p:xfrm>
          <a:off x="1554304" y="3013000"/>
          <a:ext cx="46805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3628525774"/>
                    </a:ext>
                  </a:extLst>
                </a:gridCol>
                <a:gridCol w="1700880">
                  <a:extLst>
                    <a:ext uri="{9D8B030D-6E8A-4147-A177-3AD203B41FA5}">
                      <a16:colId xmlns:a16="http://schemas.microsoft.com/office/drawing/2014/main" val="200361026"/>
                    </a:ext>
                  </a:extLst>
                </a:gridCol>
                <a:gridCol w="1179440">
                  <a:extLst>
                    <a:ext uri="{9D8B030D-6E8A-4147-A177-3AD203B41FA5}">
                      <a16:colId xmlns:a16="http://schemas.microsoft.com/office/drawing/2014/main" val="3213797952"/>
                    </a:ext>
                  </a:extLst>
                </a:gridCol>
              </a:tblGrid>
              <a:tr h="331780">
                <a:tc gridSpan="3">
                  <a:txBody>
                    <a:bodyPr/>
                    <a:lstStyle/>
                    <a:p>
                      <a:r>
                        <a:rPr lang="zh-CN" altLang="en-US"/>
                        <a:t>成绩表的记录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3867523"/>
                  </a:ext>
                </a:extLst>
              </a:tr>
              <a:tr h="331780">
                <a:tc>
                  <a:txBody>
                    <a:bodyPr/>
                    <a:lstStyle/>
                    <a:p>
                      <a:r>
                        <a:rPr lang="zh-CN" altLang="en-US"/>
                        <a:t>学号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教学任务编码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总评成绩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807737"/>
                  </a:ext>
                </a:extLst>
              </a:tr>
              <a:tr h="331780">
                <a:tc>
                  <a:txBody>
                    <a:bodyPr/>
                    <a:lstStyle/>
                    <a:p>
                      <a:r>
                        <a:rPr lang="en-US" altLang="zh-CN"/>
                        <a:t>1902010251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45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87.4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717944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DD3B155D-A5EF-4623-848E-B244C9F547E8}"/>
              </a:ext>
            </a:extLst>
          </p:cNvPr>
          <p:cNvGraphicFramePr>
            <a:graphicFrameLocks noGrp="1"/>
          </p:cNvGraphicFramePr>
          <p:nvPr/>
        </p:nvGraphicFramePr>
        <p:xfrm>
          <a:off x="5006658" y="1820639"/>
          <a:ext cx="2736304" cy="111252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1778598">
                  <a:extLst>
                    <a:ext uri="{9D8B030D-6E8A-4147-A177-3AD203B41FA5}">
                      <a16:colId xmlns:a16="http://schemas.microsoft.com/office/drawing/2014/main" val="3628525774"/>
                    </a:ext>
                  </a:extLst>
                </a:gridCol>
                <a:gridCol w="957706">
                  <a:extLst>
                    <a:ext uri="{9D8B030D-6E8A-4147-A177-3AD203B41FA5}">
                      <a16:colId xmlns:a16="http://schemas.microsoft.com/office/drawing/2014/main" val="200361026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zh-CN" altLang="en-US"/>
                        <a:t>学生表的记录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3867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/>
                        <a:t>学号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姓名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807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/>
                        <a:t>190201025</a:t>
                      </a: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张三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717944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F0035E4B-9B70-4047-ADD4-2573A98DDF60}"/>
              </a:ext>
            </a:extLst>
          </p:cNvPr>
          <p:cNvGraphicFramePr>
            <a:graphicFrameLocks noGrp="1"/>
          </p:cNvGraphicFramePr>
          <p:nvPr/>
        </p:nvGraphicFramePr>
        <p:xfrm>
          <a:off x="7393124" y="2760764"/>
          <a:ext cx="4680520" cy="118142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3628525774"/>
                    </a:ext>
                  </a:extLst>
                </a:gridCol>
                <a:gridCol w="1700880">
                  <a:extLst>
                    <a:ext uri="{9D8B030D-6E8A-4147-A177-3AD203B41FA5}">
                      <a16:colId xmlns:a16="http://schemas.microsoft.com/office/drawing/2014/main" val="200361026"/>
                    </a:ext>
                  </a:extLst>
                </a:gridCol>
                <a:gridCol w="1179440">
                  <a:extLst>
                    <a:ext uri="{9D8B030D-6E8A-4147-A177-3AD203B41FA5}">
                      <a16:colId xmlns:a16="http://schemas.microsoft.com/office/drawing/2014/main" val="3213797952"/>
                    </a:ext>
                  </a:extLst>
                </a:gridCol>
              </a:tblGrid>
              <a:tr h="296852">
                <a:tc gridSpan="3">
                  <a:txBody>
                    <a:bodyPr/>
                    <a:lstStyle/>
                    <a:p>
                      <a:r>
                        <a:rPr lang="zh-CN" altLang="en-US"/>
                        <a:t>成绩表的记录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3867523"/>
                  </a:ext>
                </a:extLst>
              </a:tr>
              <a:tr h="407834">
                <a:tc>
                  <a:txBody>
                    <a:bodyPr/>
                    <a:lstStyle/>
                    <a:p>
                      <a:r>
                        <a:rPr lang="zh-CN" altLang="en-US"/>
                        <a:t>学号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教学任务编码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总评成绩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807737"/>
                  </a:ext>
                </a:extLst>
              </a:tr>
              <a:tr h="407834">
                <a:tc>
                  <a:txBody>
                    <a:bodyPr/>
                    <a:lstStyle/>
                    <a:p>
                      <a:r>
                        <a:rPr lang="en-US" altLang="zh-CN"/>
                        <a:t>190201025</a:t>
                      </a: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45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87.4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717944"/>
                  </a:ext>
                </a:extLst>
              </a:tr>
            </a:tbl>
          </a:graphicData>
        </a:graphic>
      </p:graphicFrame>
      <p:graphicFrame>
        <p:nvGraphicFramePr>
          <p:cNvPr id="24" name="表格 7">
            <a:extLst>
              <a:ext uri="{FF2B5EF4-FFF2-40B4-BE49-F238E27FC236}">
                <a16:creationId xmlns:a16="http://schemas.microsoft.com/office/drawing/2014/main" id="{29D0C894-3732-4B6B-A1DB-4B3756C45375}"/>
              </a:ext>
            </a:extLst>
          </p:cNvPr>
          <p:cNvGraphicFramePr>
            <a:graphicFrameLocks noGrp="1"/>
          </p:cNvGraphicFramePr>
          <p:nvPr/>
        </p:nvGraphicFramePr>
        <p:xfrm>
          <a:off x="1532952" y="4558807"/>
          <a:ext cx="278605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933">
                  <a:extLst>
                    <a:ext uri="{9D8B030D-6E8A-4147-A177-3AD203B41FA5}">
                      <a16:colId xmlns:a16="http://schemas.microsoft.com/office/drawing/2014/main" val="3628525774"/>
                    </a:ext>
                  </a:extLst>
                </a:gridCol>
                <a:gridCol w="975117">
                  <a:extLst>
                    <a:ext uri="{9D8B030D-6E8A-4147-A177-3AD203B41FA5}">
                      <a16:colId xmlns:a16="http://schemas.microsoft.com/office/drawing/2014/main" val="200361026"/>
                    </a:ext>
                  </a:extLst>
                </a:gridCol>
              </a:tblGrid>
              <a:tr h="342116">
                <a:tc gridSpan="2">
                  <a:txBody>
                    <a:bodyPr/>
                    <a:lstStyle/>
                    <a:p>
                      <a:r>
                        <a:rPr lang="zh-CN" altLang="en-US"/>
                        <a:t>学生表的记录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3867523"/>
                  </a:ext>
                </a:extLst>
              </a:tr>
              <a:tr h="342116">
                <a:tc>
                  <a:txBody>
                    <a:bodyPr/>
                    <a:lstStyle/>
                    <a:p>
                      <a:r>
                        <a:rPr lang="zh-CN" altLang="en-US"/>
                        <a:t>学号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姓名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807737"/>
                  </a:ext>
                </a:extLst>
              </a:tr>
              <a:tr h="342116">
                <a:tc>
                  <a:txBody>
                    <a:bodyPr/>
                    <a:lstStyle/>
                    <a:p>
                      <a:r>
                        <a:rPr lang="en-US" altLang="zh-CN"/>
                        <a:t>1902010251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张三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717944"/>
                  </a:ext>
                </a:extLst>
              </a:tr>
            </a:tbl>
          </a:graphicData>
        </a:graphic>
      </p:graphicFrame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40E54A3D-F474-45AF-B6BC-848330BB4CA1}"/>
              </a:ext>
            </a:extLst>
          </p:cNvPr>
          <p:cNvGraphicFramePr>
            <a:graphicFrameLocks noGrp="1"/>
          </p:cNvGraphicFramePr>
          <p:nvPr/>
        </p:nvGraphicFramePr>
        <p:xfrm>
          <a:off x="1532952" y="5719986"/>
          <a:ext cx="46805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3628525774"/>
                    </a:ext>
                  </a:extLst>
                </a:gridCol>
                <a:gridCol w="1700880">
                  <a:extLst>
                    <a:ext uri="{9D8B030D-6E8A-4147-A177-3AD203B41FA5}">
                      <a16:colId xmlns:a16="http://schemas.microsoft.com/office/drawing/2014/main" val="200361026"/>
                    </a:ext>
                  </a:extLst>
                </a:gridCol>
                <a:gridCol w="1179440">
                  <a:extLst>
                    <a:ext uri="{9D8B030D-6E8A-4147-A177-3AD203B41FA5}">
                      <a16:colId xmlns:a16="http://schemas.microsoft.com/office/drawing/2014/main" val="3213797952"/>
                    </a:ext>
                  </a:extLst>
                </a:gridCol>
              </a:tblGrid>
              <a:tr h="331780">
                <a:tc gridSpan="3">
                  <a:txBody>
                    <a:bodyPr/>
                    <a:lstStyle/>
                    <a:p>
                      <a:r>
                        <a:rPr lang="zh-CN" altLang="en-US"/>
                        <a:t>成绩表的记录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3867523"/>
                  </a:ext>
                </a:extLst>
              </a:tr>
              <a:tr h="331780">
                <a:tc>
                  <a:txBody>
                    <a:bodyPr/>
                    <a:lstStyle/>
                    <a:p>
                      <a:r>
                        <a:rPr lang="zh-CN" altLang="en-US"/>
                        <a:t>学号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教学任务编码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总评成绩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807737"/>
                  </a:ext>
                </a:extLst>
              </a:tr>
              <a:tr h="331780">
                <a:tc>
                  <a:txBody>
                    <a:bodyPr/>
                    <a:lstStyle/>
                    <a:p>
                      <a:r>
                        <a:rPr lang="en-US" altLang="zh-CN"/>
                        <a:t>1902010251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45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87.4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717944"/>
                  </a:ext>
                </a:extLst>
              </a:tr>
            </a:tbl>
          </a:graphicData>
        </a:graphic>
      </p:graphicFrame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B481E6DC-8279-4DA1-AD54-8803D2457161}"/>
              </a:ext>
            </a:extLst>
          </p:cNvPr>
          <p:cNvGraphicFramePr>
            <a:graphicFrameLocks noGrp="1"/>
          </p:cNvGraphicFramePr>
          <p:nvPr/>
        </p:nvGraphicFramePr>
        <p:xfrm>
          <a:off x="6248400" y="4496494"/>
          <a:ext cx="2736304" cy="111252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1778598">
                  <a:extLst>
                    <a:ext uri="{9D8B030D-6E8A-4147-A177-3AD203B41FA5}">
                      <a16:colId xmlns:a16="http://schemas.microsoft.com/office/drawing/2014/main" val="3628525774"/>
                    </a:ext>
                  </a:extLst>
                </a:gridCol>
                <a:gridCol w="957706">
                  <a:extLst>
                    <a:ext uri="{9D8B030D-6E8A-4147-A177-3AD203B41FA5}">
                      <a16:colId xmlns:a16="http://schemas.microsoft.com/office/drawing/2014/main" val="200361026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zh-CN" altLang="en-US"/>
                        <a:t>学生表的记录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3867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/>
                        <a:t>学号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姓名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807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/>
                        <a:t>190201025</a:t>
                      </a: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张三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717944"/>
                  </a:ext>
                </a:extLst>
              </a:tr>
            </a:tbl>
          </a:graphicData>
        </a:graphic>
      </p:graphicFrame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343181C9-1C8F-47EE-8D15-8401FCE76BC9}"/>
              </a:ext>
            </a:extLst>
          </p:cNvPr>
          <p:cNvGraphicFramePr>
            <a:graphicFrameLocks noGrp="1"/>
          </p:cNvGraphicFramePr>
          <p:nvPr/>
        </p:nvGraphicFramePr>
        <p:xfrm>
          <a:off x="6752274" y="5604876"/>
          <a:ext cx="4680520" cy="118142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3628525774"/>
                    </a:ext>
                  </a:extLst>
                </a:gridCol>
                <a:gridCol w="1700880">
                  <a:extLst>
                    <a:ext uri="{9D8B030D-6E8A-4147-A177-3AD203B41FA5}">
                      <a16:colId xmlns:a16="http://schemas.microsoft.com/office/drawing/2014/main" val="200361026"/>
                    </a:ext>
                  </a:extLst>
                </a:gridCol>
                <a:gridCol w="1179440">
                  <a:extLst>
                    <a:ext uri="{9D8B030D-6E8A-4147-A177-3AD203B41FA5}">
                      <a16:colId xmlns:a16="http://schemas.microsoft.com/office/drawing/2014/main" val="3213797952"/>
                    </a:ext>
                  </a:extLst>
                </a:gridCol>
              </a:tblGrid>
              <a:tr h="296852">
                <a:tc gridSpan="3">
                  <a:txBody>
                    <a:bodyPr/>
                    <a:lstStyle/>
                    <a:p>
                      <a:r>
                        <a:rPr lang="zh-CN" altLang="en-US"/>
                        <a:t>成绩表的记录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3867523"/>
                  </a:ext>
                </a:extLst>
              </a:tr>
              <a:tr h="407834">
                <a:tc>
                  <a:txBody>
                    <a:bodyPr/>
                    <a:lstStyle/>
                    <a:p>
                      <a:r>
                        <a:rPr lang="zh-CN" altLang="en-US"/>
                        <a:t>学号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教学任务编码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总评成绩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807737"/>
                  </a:ext>
                </a:extLst>
              </a:tr>
              <a:tr h="407834">
                <a:tc>
                  <a:txBody>
                    <a:bodyPr/>
                    <a:lstStyle/>
                    <a:p>
                      <a:r>
                        <a:rPr lang="en-US" altLang="zh-CN"/>
                        <a:t>1902010251</a:t>
                      </a:r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45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87.4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717944"/>
                  </a:ext>
                </a:extLst>
              </a:tr>
            </a:tbl>
          </a:graphicData>
        </a:graphic>
      </p:graphicFrame>
      <p:pic>
        <p:nvPicPr>
          <p:cNvPr id="29" name="图片 28">
            <a:extLst>
              <a:ext uri="{FF2B5EF4-FFF2-40B4-BE49-F238E27FC236}">
                <a16:creationId xmlns:a16="http://schemas.microsoft.com/office/drawing/2014/main" id="{C5A75F14-79EB-40CC-ABAC-985D23D0DB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7558" y="4812994"/>
            <a:ext cx="985312" cy="985312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5DC94F07-E0CD-400F-B52B-4B29E7911881}"/>
              </a:ext>
            </a:extLst>
          </p:cNvPr>
          <p:cNvSpPr txBox="1"/>
          <p:nvPr/>
        </p:nvSpPr>
        <p:spPr>
          <a:xfrm>
            <a:off x="5748870" y="1022775"/>
            <a:ext cx="6096912" cy="70788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update guirz_stu set stuid=1902010254 where stuid=1902010251;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" name="标注: 线形 2">
            <a:extLst>
              <a:ext uri="{FF2B5EF4-FFF2-40B4-BE49-F238E27FC236}">
                <a16:creationId xmlns:a16="http://schemas.microsoft.com/office/drawing/2014/main" id="{087F4755-E38F-4ACC-87B4-199F574831DD}"/>
              </a:ext>
            </a:extLst>
          </p:cNvPr>
          <p:cNvSpPr/>
          <p:nvPr/>
        </p:nvSpPr>
        <p:spPr>
          <a:xfrm>
            <a:off x="9840416" y="4221088"/>
            <a:ext cx="1584176" cy="829486"/>
          </a:xfrm>
          <a:prstGeom prst="borderCallout1">
            <a:avLst>
              <a:gd name="adj1" fmla="val 18750"/>
              <a:gd name="adj2" fmla="val -8333"/>
              <a:gd name="adj3" fmla="val 110520"/>
              <a:gd name="adj4" fmla="val -112299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因为会产生非法记录！</a:t>
            </a:r>
          </a:p>
        </p:txBody>
      </p:sp>
    </p:spTree>
    <p:extLst>
      <p:ext uri="{BB962C8B-B14F-4D97-AF65-F5344CB8AC3E}">
        <p14:creationId xmlns:p14="http://schemas.microsoft.com/office/powerpoint/2010/main" val="2528217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E12070-8998-4309-9D9A-1CD862FE9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总结：外键约束的关键</a:t>
            </a:r>
            <a:r>
              <a:rPr lang="en-US" altLang="zh-CN"/>
              <a:t>——</a:t>
            </a:r>
            <a:r>
              <a:rPr lang="zh-CN" altLang="en-US"/>
              <a:t>没有非法记录</a:t>
            </a:r>
          </a:p>
        </p:txBody>
      </p:sp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CF5228D9-9322-4EE3-8112-E54C0A45D25C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641256536"/>
              </p:ext>
            </p:extLst>
          </p:nvPr>
        </p:nvGraphicFramePr>
        <p:xfrm>
          <a:off x="817563" y="1600200"/>
          <a:ext cx="10871200" cy="492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云形标注 2"/>
          <p:cNvSpPr/>
          <p:nvPr/>
        </p:nvSpPr>
        <p:spPr>
          <a:xfrm>
            <a:off x="9163486" y="2204864"/>
            <a:ext cx="2999776" cy="1728192"/>
          </a:xfrm>
          <a:prstGeom prst="cloudCallout">
            <a:avLst>
              <a:gd name="adj1" fmla="val -55182"/>
              <a:gd name="adj2" fmla="val 2854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建议：</a:t>
            </a:r>
            <a:endParaRPr lang="en-US" altLang="zh-CN"/>
          </a:p>
          <a:p>
            <a:pPr algn="ctr"/>
            <a:r>
              <a:rPr lang="zh-CN" altLang="en-US"/>
              <a:t>增加</a:t>
            </a:r>
            <a:r>
              <a:rPr lang="en-US" altLang="zh-CN"/>
              <a:t>on update cascade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6939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7C37912-A8CB-4046-888B-55C0CF0B78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graphicEl>
                                              <a:dgm id="{E7C37912-A8CB-4046-888B-55C0CF0B78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graphicEl>
                                              <a:dgm id="{E7C37912-A8CB-4046-888B-55C0CF0B78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8395EA9-1AC2-4FF3-949E-944C09B943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graphicEl>
                                              <a:dgm id="{88395EA9-1AC2-4FF3-949E-944C09B943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graphicEl>
                                              <a:dgm id="{88395EA9-1AC2-4FF3-949E-944C09B943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B9009D7-18D8-48B7-B0FE-0C30399860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graphicEl>
                                              <a:dgm id="{2B9009D7-18D8-48B7-B0FE-0C30399860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graphicEl>
                                              <a:dgm id="{2B9009D7-18D8-48B7-B0FE-0C30399860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9D11A02-3444-411B-BA07-236891A927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>
                                            <p:graphicEl>
                                              <a:dgm id="{49D11A02-3444-411B-BA07-236891A927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graphicEl>
                                              <a:dgm id="{49D11A02-3444-411B-BA07-236891A927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97870460-FEA8-4124-894D-9FFB66C60C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>
                                            <p:graphicEl>
                                              <a:dgm id="{97870460-FEA8-4124-894D-9FFB66C60C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>
                                            <p:graphicEl>
                                              <a:dgm id="{97870460-FEA8-4124-894D-9FFB66C60C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01A6DFE-866C-41D0-B1F7-F4B37EDA6D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>
                                            <p:graphicEl>
                                              <a:dgm id="{F01A6DFE-866C-41D0-B1F7-F4B37EDA6D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>
                                            <p:graphicEl>
                                              <a:dgm id="{F01A6DFE-866C-41D0-B1F7-F4B37EDA6D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 uiExpand="1">
        <p:bldSub>
          <a:bldDgm bld="one"/>
        </p:bldSub>
      </p:bldGraphic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B1B9A318-3D49-2DF8-93DD-7B67C98BA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ER</a:t>
            </a:r>
            <a:r>
              <a:rPr lang="zh-CN" altLang="en-US"/>
              <a:t>图中所有的外键属性都要定义外键约束</a:t>
            </a:r>
          </a:p>
        </p:txBody>
      </p:sp>
      <p:pic>
        <p:nvPicPr>
          <p:cNvPr id="10" name="内容占位符 4">
            <a:extLst>
              <a:ext uri="{FF2B5EF4-FFF2-40B4-BE49-F238E27FC236}">
                <a16:creationId xmlns:a16="http://schemas.microsoft.com/office/drawing/2014/main" id="{21756F53-81FA-5247-3214-3264A33818F7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448" y="1702969"/>
            <a:ext cx="7317970" cy="492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56679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作业二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zh-CN" altLang="zh-CN"/>
              <a:t>按照表</a:t>
            </a:r>
            <a:r>
              <a:rPr lang="en-US" altLang="zh-CN"/>
              <a:t>3-5</a:t>
            </a:r>
            <a:r>
              <a:rPr lang="zh-CN" altLang="zh-CN"/>
              <a:t>的</a:t>
            </a:r>
            <a:r>
              <a:rPr lang="zh-CN" altLang="zh-CN" dirty="0"/>
              <a:t>规划，为教务管理系统创建数据库及</a:t>
            </a:r>
            <a:r>
              <a:rPr lang="zh-CN" altLang="zh-CN"/>
              <a:t>所有表</a:t>
            </a:r>
            <a:r>
              <a:rPr lang="zh-CN" altLang="en-US"/>
              <a:t>，</a:t>
            </a:r>
            <a:r>
              <a:rPr lang="zh-CN" altLang="en-US" dirty="0"/>
              <a:t>要求：</a:t>
            </a:r>
            <a:endParaRPr lang="en-US" altLang="zh-CN" dirty="0"/>
          </a:p>
          <a:p>
            <a:pPr lvl="1"/>
            <a:r>
              <a:rPr lang="zh-CN" altLang="en-US" dirty="0"/>
              <a:t>考虑表的外键约束；</a:t>
            </a:r>
            <a:endParaRPr lang="en-US" altLang="zh-CN" dirty="0"/>
          </a:p>
          <a:p>
            <a:pPr lvl="1"/>
            <a:r>
              <a:rPr lang="zh-CN" altLang="en-US" dirty="0"/>
              <a:t>考虑表创建的顺序；</a:t>
            </a:r>
            <a:endParaRPr lang="en-US" altLang="zh-CN" dirty="0"/>
          </a:p>
          <a:p>
            <a:pPr lvl="1"/>
            <a:r>
              <a:rPr lang="zh-CN" altLang="en-US" dirty="0"/>
              <a:t>所有表</a:t>
            </a:r>
            <a:r>
              <a:rPr lang="zh-CN" altLang="en-US"/>
              <a:t>的取名要符合规范（右图）；</a:t>
            </a:r>
            <a:endParaRPr lang="en-US" altLang="zh-CN" dirty="0"/>
          </a:p>
          <a:p>
            <a:pPr lvl="1"/>
            <a:r>
              <a:rPr lang="zh-CN" altLang="en-US" dirty="0"/>
              <a:t>请把相关的</a:t>
            </a:r>
            <a:r>
              <a:rPr lang="en-US" altLang="zh-CN" dirty="0"/>
              <a:t>SQL</a:t>
            </a:r>
            <a:r>
              <a:rPr lang="zh-CN" altLang="en-US" dirty="0"/>
              <a:t>命令保存在一个</a:t>
            </a:r>
            <a:r>
              <a:rPr lang="en-US" altLang="zh-CN" dirty="0" err="1"/>
              <a:t>sql</a:t>
            </a:r>
            <a:r>
              <a:rPr lang="zh-CN" altLang="en-US" dirty="0"/>
              <a:t>文件中，编写完成后在</a:t>
            </a:r>
            <a:r>
              <a:rPr lang="en-US" altLang="zh-CN" dirty="0" err="1"/>
              <a:t>mysql</a:t>
            </a:r>
            <a:r>
              <a:rPr lang="zh-CN" altLang="en-US" dirty="0"/>
              <a:t>命令行</a:t>
            </a:r>
            <a:r>
              <a:rPr lang="zh-CN" altLang="en-US"/>
              <a:t>运行；</a:t>
            </a:r>
            <a:endParaRPr lang="en-US" altLang="zh-CN"/>
          </a:p>
          <a:p>
            <a:pPr lvl="1"/>
            <a:r>
              <a:rPr lang="zh-CN" altLang="en-US"/>
              <a:t>完成后填写表</a:t>
            </a:r>
            <a:r>
              <a:rPr lang="en-US" altLang="zh-CN"/>
              <a:t>3-6</a:t>
            </a:r>
            <a:r>
              <a:rPr lang="zh-CN" altLang="en-US"/>
              <a:t>。</a:t>
            </a:r>
            <a:endParaRPr lang="en-US" altLang="zh-CN" dirty="0"/>
          </a:p>
          <a:p>
            <a:r>
              <a:rPr lang="zh-CN" altLang="en-US" sz="2000" dirty="0">
                <a:solidFill>
                  <a:srgbClr val="FF0000"/>
                </a:solidFill>
              </a:rPr>
              <a:t>注意：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lvl="1"/>
            <a:r>
              <a:rPr lang="zh-CN" altLang="en-US" sz="1700" i="1" dirty="0">
                <a:solidFill>
                  <a:srgbClr val="FF0000"/>
                </a:solidFill>
              </a:rPr>
              <a:t>名字中不能出现中文字符，仅可以出现数字、字母和</a:t>
            </a:r>
            <a:r>
              <a:rPr lang="en-US" altLang="zh-CN" sz="1700" i="1" dirty="0">
                <a:solidFill>
                  <a:srgbClr val="FF0000"/>
                </a:solidFill>
              </a:rPr>
              <a:t>_ </a:t>
            </a:r>
            <a:r>
              <a:rPr lang="zh-CN" altLang="en-US" sz="1700" i="1" dirty="0">
                <a:solidFill>
                  <a:srgbClr val="FF0000"/>
                </a:solidFill>
              </a:rPr>
              <a:t>；</a:t>
            </a:r>
            <a:endParaRPr lang="en-US" altLang="zh-CN" sz="1700" i="1" dirty="0">
              <a:solidFill>
                <a:srgbClr val="FF0000"/>
              </a:solidFill>
            </a:endParaRPr>
          </a:p>
          <a:p>
            <a:pPr lvl="1"/>
            <a:r>
              <a:rPr lang="zh-CN" altLang="en-US" sz="1700" i="1" dirty="0">
                <a:solidFill>
                  <a:srgbClr val="FF0000"/>
                </a:solidFill>
              </a:rPr>
              <a:t>因为有外键约束的影响</a:t>
            </a:r>
            <a:r>
              <a:rPr lang="zh-CN" altLang="en-US" sz="1700" i="1">
                <a:solidFill>
                  <a:srgbClr val="FF0000"/>
                </a:solidFill>
              </a:rPr>
              <a:t>，若作业一的</a:t>
            </a:r>
            <a:r>
              <a:rPr lang="zh-CN" altLang="en-US" sz="1700" i="1" dirty="0">
                <a:solidFill>
                  <a:srgbClr val="FF0000"/>
                </a:solidFill>
              </a:rPr>
              <a:t>命令已经运行，则需要删除刚刚创建的</a:t>
            </a:r>
            <a:r>
              <a:rPr lang="en-US" altLang="zh-CN" sz="1700" i="1" dirty="0">
                <a:solidFill>
                  <a:srgbClr val="FF0000"/>
                </a:solidFill>
              </a:rPr>
              <a:t>2</a:t>
            </a:r>
            <a:r>
              <a:rPr lang="zh-CN" altLang="en-US" sz="1700" i="1" dirty="0">
                <a:solidFill>
                  <a:srgbClr val="FF0000"/>
                </a:solidFill>
              </a:rPr>
              <a:t>个表（</a:t>
            </a:r>
            <a:r>
              <a:rPr lang="en-US" altLang="zh-CN" sz="1700" i="1" dirty="0">
                <a:solidFill>
                  <a:srgbClr val="FF0000"/>
                </a:solidFill>
              </a:rPr>
              <a:t>drop table …</a:t>
            </a:r>
            <a:r>
              <a:rPr lang="zh-CN" altLang="en-US" sz="1700" i="1" dirty="0">
                <a:solidFill>
                  <a:srgbClr val="FF0000"/>
                </a:solidFill>
              </a:rPr>
              <a:t>）后再依次创建表</a:t>
            </a:r>
          </a:p>
          <a:p>
            <a:pPr lvl="1"/>
            <a:endParaRPr lang="en-US" altLang="zh-CN" sz="1400" i="1" dirty="0">
              <a:solidFill>
                <a:srgbClr val="FF0000"/>
              </a:solidFill>
            </a:endParaRPr>
          </a:p>
          <a:p>
            <a:endParaRPr lang="en-US" altLang="zh-CN" dirty="0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30ED0490-1FC4-FAF9-FB9C-AB56B2A4B6FC}"/>
              </a:ext>
            </a:extLst>
          </p:cNvPr>
          <p:cNvPicPr>
            <a:picLocks noGrp="1" noChangeAspect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6254328" y="1590874"/>
            <a:ext cx="5181600" cy="3183112"/>
          </a:xfrm>
          <a:prstGeom prst="rect">
            <a:avLst/>
          </a:prstGeom>
          <a:ln>
            <a:solidFill>
              <a:srgbClr val="549E39"/>
            </a:solidFill>
          </a:ln>
        </p:spPr>
      </p:pic>
    </p:spTree>
    <p:extLst>
      <p:ext uri="{BB962C8B-B14F-4D97-AF65-F5344CB8AC3E}">
        <p14:creationId xmlns:p14="http://schemas.microsoft.com/office/powerpoint/2010/main" val="54100874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7A8BA0-353A-AF63-56DA-FEEBF95BC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作业二的记录（表</a:t>
            </a:r>
            <a:r>
              <a:rPr lang="en-US" altLang="zh-CN"/>
              <a:t>3-6</a:t>
            </a:r>
            <a:r>
              <a:rPr lang="zh-CN" altLang="en-US"/>
              <a:t>）</a:t>
            </a:r>
          </a:p>
        </p:txBody>
      </p:sp>
      <p:graphicFrame>
        <p:nvGraphicFramePr>
          <p:cNvPr id="8" name="内容占位符 7">
            <a:extLst>
              <a:ext uri="{FF2B5EF4-FFF2-40B4-BE49-F238E27FC236}">
                <a16:creationId xmlns:a16="http://schemas.microsoft.com/office/drawing/2014/main" id="{233DDC64-77A0-4F0F-D5D8-9439E7EC5021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697953397"/>
              </p:ext>
            </p:extLst>
          </p:nvPr>
        </p:nvGraphicFramePr>
        <p:xfrm>
          <a:off x="817563" y="1600200"/>
          <a:ext cx="10871199" cy="3683000"/>
        </p:xfrm>
        <a:graphic>
          <a:graphicData uri="http://schemas.openxmlformats.org/drawingml/2006/table">
            <a:tbl>
              <a:tblPr firstRow="1" firstCol="1" bandRow="1">
                <a:tableStyleId>{F2DE63D5-997A-4646-A377-4702673A728D}</a:tableStyleId>
              </a:tblPr>
              <a:tblGrid>
                <a:gridCol w="3995653">
                  <a:extLst>
                    <a:ext uri="{9D8B030D-6E8A-4147-A177-3AD203B41FA5}">
                      <a16:colId xmlns:a16="http://schemas.microsoft.com/office/drawing/2014/main" val="2340332077"/>
                    </a:ext>
                  </a:extLst>
                </a:gridCol>
                <a:gridCol w="6875546">
                  <a:extLst>
                    <a:ext uri="{9D8B030D-6E8A-4147-A177-3AD203B41FA5}">
                      <a16:colId xmlns:a16="http://schemas.microsoft.com/office/drawing/2014/main" val="1156794364"/>
                    </a:ext>
                  </a:extLst>
                </a:gridCol>
              </a:tblGrid>
              <a:tr h="439420">
                <a:tc>
                  <a:txBody>
                    <a:bodyPr/>
                    <a:lstStyle/>
                    <a:p>
                      <a:pPr indent="3048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600" kern="100">
                          <a:effectLst/>
                        </a:rPr>
                        <a:t>项目</a:t>
                      </a:r>
                      <a:endParaRPr lang="zh-CN" sz="16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3048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600" kern="100">
                          <a:effectLst/>
                        </a:rPr>
                        <a:t>答案</a:t>
                      </a:r>
                      <a:endParaRPr lang="zh-CN" sz="16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93924413"/>
                  </a:ext>
                </a:extLst>
              </a:tr>
              <a:tr h="810895">
                <a:tc>
                  <a:txBody>
                    <a:bodyPr/>
                    <a:lstStyle/>
                    <a:p>
                      <a:pPr marR="38100" indent="304800" algn="ctr">
                        <a:lnSpc>
                          <a:spcPts val="1900"/>
                        </a:lnSpc>
                        <a:buNone/>
                      </a:pPr>
                      <a:r>
                        <a:rPr lang="zh-CN" sz="1600" kern="100">
                          <a:effectLst/>
                        </a:rPr>
                        <a:t>创建表的顺序</a:t>
                      </a:r>
                      <a:endParaRPr lang="zh-CN" sz="1600" kern="1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Microsoft YaHei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6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 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21655200"/>
                  </a:ext>
                </a:extLst>
              </a:tr>
              <a:tr h="810895">
                <a:tc>
                  <a:txBody>
                    <a:bodyPr/>
                    <a:lstStyle/>
                    <a:p>
                      <a:pPr marR="38100" indent="304800" algn="ctr">
                        <a:lnSpc>
                          <a:spcPts val="1900"/>
                        </a:lnSpc>
                        <a:buNone/>
                      </a:pPr>
                      <a:r>
                        <a:rPr lang="zh-CN" sz="1600" kern="100">
                          <a:effectLst/>
                        </a:rPr>
                        <a:t>系部表的索引名称</a:t>
                      </a:r>
                      <a:endParaRPr lang="zh-CN" sz="1600" kern="1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Microsoft YaHei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6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 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41105810"/>
                  </a:ext>
                </a:extLst>
              </a:tr>
              <a:tr h="810895">
                <a:tc>
                  <a:txBody>
                    <a:bodyPr/>
                    <a:lstStyle/>
                    <a:p>
                      <a:pPr marR="38100" indent="304800" algn="ctr">
                        <a:lnSpc>
                          <a:spcPts val="1900"/>
                        </a:lnSpc>
                        <a:buNone/>
                      </a:pPr>
                      <a:r>
                        <a:rPr lang="zh-CN" sz="1600" kern="100">
                          <a:effectLst/>
                        </a:rPr>
                        <a:t>教学任务表的外键名称及其作用说明</a:t>
                      </a:r>
                      <a:endParaRPr lang="zh-CN" sz="1600" kern="1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Microsoft YaHei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38100" indent="304800" algn="ctr">
                        <a:lnSpc>
                          <a:spcPts val="19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Microsoft YaHei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30925717"/>
                  </a:ext>
                </a:extLst>
              </a:tr>
              <a:tr h="810895">
                <a:tc>
                  <a:txBody>
                    <a:bodyPr/>
                    <a:lstStyle/>
                    <a:p>
                      <a:pPr marR="38100" indent="304800" algn="ctr">
                        <a:lnSpc>
                          <a:spcPts val="1900"/>
                        </a:lnSpc>
                        <a:buNone/>
                      </a:pPr>
                      <a:r>
                        <a:rPr lang="zh-CN" sz="1600" kern="100">
                          <a:effectLst/>
                        </a:rPr>
                        <a:t>成绩表的联合索引名称</a:t>
                      </a:r>
                      <a:endParaRPr lang="zh-CN" sz="1600" kern="1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Microsoft YaHei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38100" indent="304800" algn="ctr">
                        <a:lnSpc>
                          <a:spcPts val="19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Microsoft YaHei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09967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93046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2895601" y="2743200"/>
            <a:ext cx="7123113" cy="1837928"/>
          </a:xfrm>
        </p:spPr>
        <p:txBody>
          <a:bodyPr>
            <a:normAutofit/>
          </a:bodyPr>
          <a:lstStyle/>
          <a:p>
            <a:pPr lvl="0"/>
            <a:endParaRPr lang="en-US" altLang="zh-CN" dirty="0">
              <a:solidFill>
                <a:srgbClr val="FFC000"/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zh-CN" altLang="en-US"/>
              <a:t>测试记录的添加（课后作业）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146948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添加新记录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l="30313" t="29840" r="27950" b="57560"/>
          <a:stretch/>
        </p:blipFill>
        <p:spPr>
          <a:xfrm>
            <a:off x="810001" y="1916832"/>
            <a:ext cx="7632848" cy="144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867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DCA2E1-90DE-4344-8FEF-8A7DB0390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提问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0ED3BF98-A789-460A-86DE-1323270E83ED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1559496" y="3502989"/>
            <a:ext cx="9145016" cy="3200400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zh-CN" altLang="en-US"/>
              <a:t>如果在</a:t>
            </a:r>
            <a:r>
              <a:rPr lang="en-US" altLang="zh-CN"/>
              <a:t>mysql</a:t>
            </a:r>
            <a:r>
              <a:rPr lang="zh-CN" altLang="en-US"/>
              <a:t>命令行输入下面的命令：</a:t>
            </a:r>
            <a:endParaRPr lang="en-US" altLang="zh-CN"/>
          </a:p>
          <a:p>
            <a:pPr marL="0" indent="0" algn="l">
              <a:buNone/>
            </a:pPr>
            <a:r>
              <a:rPr lang="en-US" altLang="zh-CN"/>
              <a:t>insert into guirz_class values</a:t>
            </a:r>
          </a:p>
          <a:p>
            <a:pPr marL="0" indent="0" algn="l">
              <a:buNone/>
            </a:pPr>
            <a:r>
              <a:rPr lang="en-US" altLang="zh-CN"/>
              <a:t>(5,’19</a:t>
            </a:r>
            <a:r>
              <a:rPr lang="zh-CN" altLang="en-US"/>
              <a:t>计算机应用</a:t>
            </a:r>
            <a:r>
              <a:rPr lang="en-US" altLang="zh-CN"/>
              <a:t>3-4</a:t>
            </a:r>
            <a:r>
              <a:rPr lang="zh-CN" altLang="en-US"/>
              <a:t>班</a:t>
            </a:r>
            <a:r>
              <a:rPr lang="en-US" altLang="zh-CN"/>
              <a:t>’,2019,’</a:t>
            </a:r>
            <a:r>
              <a:rPr lang="zh-CN" altLang="en-US"/>
              <a:t>计算机应用技术专业</a:t>
            </a:r>
            <a:r>
              <a:rPr lang="en-US" altLang="zh-CN"/>
              <a:t>’);</a:t>
            </a:r>
          </a:p>
          <a:p>
            <a:pPr marL="0" indent="0" algn="l">
              <a:buNone/>
            </a:pPr>
            <a:r>
              <a:rPr lang="zh-CN" altLang="en-US"/>
              <a:t>那么服务器的反馈是：</a:t>
            </a:r>
            <a:endParaRPr lang="en-US" altLang="zh-CN"/>
          </a:p>
          <a:p>
            <a:pPr marL="457200" indent="-457200" algn="l">
              <a:buFont typeface="+mj-lt"/>
              <a:buAutoNum type="alphaUcPeriod"/>
            </a:pPr>
            <a:r>
              <a:rPr lang="en-US" altLang="zh-CN"/>
              <a:t>Query OK</a:t>
            </a:r>
          </a:p>
          <a:p>
            <a:pPr marL="457200" indent="-457200" algn="l">
              <a:buFont typeface="+mj-lt"/>
              <a:buAutoNum type="alphaUcPeriod"/>
            </a:pPr>
            <a:r>
              <a:rPr lang="zh-CN" altLang="en-US"/>
              <a:t>若</a:t>
            </a:r>
            <a:r>
              <a:rPr lang="en-US" altLang="zh-CN"/>
              <a:t>clid</a:t>
            </a:r>
            <a:r>
              <a:rPr lang="zh-CN" altLang="en-US"/>
              <a:t>为</a:t>
            </a:r>
            <a:r>
              <a:rPr lang="en-US" altLang="zh-CN"/>
              <a:t>5</a:t>
            </a:r>
            <a:r>
              <a:rPr lang="zh-CN" altLang="en-US"/>
              <a:t>的记录已经存在，则反馈一定是</a:t>
            </a:r>
            <a:r>
              <a:rPr lang="en-US" altLang="zh-CN"/>
              <a:t>ERROR</a:t>
            </a:r>
          </a:p>
        </p:txBody>
      </p:sp>
      <p:pic>
        <p:nvPicPr>
          <p:cNvPr id="12" name="内容占位符 11">
            <a:extLst>
              <a:ext uri="{FF2B5EF4-FFF2-40B4-BE49-F238E27FC236}">
                <a16:creationId xmlns:a16="http://schemas.microsoft.com/office/drawing/2014/main" id="{636728FE-8DA4-45E0-8B43-12F8C88E9D28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810371" y="1589322"/>
            <a:ext cx="5181600" cy="1674189"/>
          </a:xfrm>
        </p:spPr>
      </p:pic>
      <p:graphicFrame>
        <p:nvGraphicFramePr>
          <p:cNvPr id="14" name="表格 7">
            <a:extLst>
              <a:ext uri="{FF2B5EF4-FFF2-40B4-BE49-F238E27FC236}">
                <a16:creationId xmlns:a16="http://schemas.microsoft.com/office/drawing/2014/main" id="{F8DC4011-05B7-4295-B416-8FACF9C9D31C}"/>
              </a:ext>
            </a:extLst>
          </p:cNvPr>
          <p:cNvGraphicFramePr>
            <a:graphicFrameLocks noGrp="1"/>
          </p:cNvGraphicFramePr>
          <p:nvPr/>
        </p:nvGraphicFramePr>
        <p:xfrm>
          <a:off x="6248400" y="1556792"/>
          <a:ext cx="513322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1555">
                  <a:extLst>
                    <a:ext uri="{9D8B030D-6E8A-4147-A177-3AD203B41FA5}">
                      <a16:colId xmlns:a16="http://schemas.microsoft.com/office/drawing/2014/main" val="3628525774"/>
                    </a:ext>
                  </a:extLst>
                </a:gridCol>
                <a:gridCol w="1330837">
                  <a:extLst>
                    <a:ext uri="{9D8B030D-6E8A-4147-A177-3AD203B41FA5}">
                      <a16:colId xmlns:a16="http://schemas.microsoft.com/office/drawing/2014/main" val="200361026"/>
                    </a:ext>
                  </a:extLst>
                </a:gridCol>
                <a:gridCol w="1330837">
                  <a:extLst>
                    <a:ext uri="{9D8B030D-6E8A-4147-A177-3AD203B41FA5}">
                      <a16:colId xmlns:a16="http://schemas.microsoft.com/office/drawing/2014/main" val="3311388597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r>
                        <a:rPr lang="zh-CN" altLang="en-US"/>
                        <a:t>专业表的记录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3867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/>
                        <a:t>专业名称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学制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807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/>
                        <a:t>计算机应用技术专业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3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计算机学院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717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4881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5DDC3E-E6BE-4E73-90EA-0C3E42522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结论：</a:t>
            </a:r>
            <a:r>
              <a:rPr lang="en-US" altLang="zh-CN"/>
              <a:t>AUTO_INCREMENT</a:t>
            </a:r>
            <a:endParaRPr lang="zh-CN" altLang="en-US"/>
          </a:p>
        </p:txBody>
      </p:sp>
      <p:graphicFrame>
        <p:nvGraphicFramePr>
          <p:cNvPr id="8" name="内容占位符 7">
            <a:extLst>
              <a:ext uri="{FF2B5EF4-FFF2-40B4-BE49-F238E27FC236}">
                <a16:creationId xmlns:a16="http://schemas.microsoft.com/office/drawing/2014/main" id="{44FBBEB9-71C6-4116-8A7D-33F48D22030B}"/>
              </a:ext>
            </a:extLst>
          </p:cNvPr>
          <p:cNvGraphicFramePr>
            <a:graphicFrameLocks noGrp="1"/>
          </p:cNvGraphicFramePr>
          <p:nvPr>
            <p:ph sz="quarter" idx="2"/>
          </p:nvPr>
        </p:nvGraphicFramePr>
        <p:xfrm>
          <a:off x="911424" y="3501008"/>
          <a:ext cx="9649072" cy="31283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内容占位符 11">
            <a:extLst>
              <a:ext uri="{FF2B5EF4-FFF2-40B4-BE49-F238E27FC236}">
                <a16:creationId xmlns:a16="http://schemas.microsoft.com/office/drawing/2014/main" id="{2B54555D-66B1-44CB-8985-21EA1FD65331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8"/>
          <a:stretch>
            <a:fillRect/>
          </a:stretch>
        </p:blipFill>
        <p:spPr>
          <a:xfrm>
            <a:off x="787643" y="1603857"/>
            <a:ext cx="5181600" cy="1674189"/>
          </a:xfrm>
        </p:spPr>
      </p:pic>
      <p:sp>
        <p:nvSpPr>
          <p:cNvPr id="9" name="矩形: 圆顶角 8">
            <a:extLst>
              <a:ext uri="{FF2B5EF4-FFF2-40B4-BE49-F238E27FC236}">
                <a16:creationId xmlns:a16="http://schemas.microsoft.com/office/drawing/2014/main" id="{4A15463B-2EF6-4195-AB98-27B4AB4F73E3}"/>
              </a:ext>
            </a:extLst>
          </p:cNvPr>
          <p:cNvSpPr/>
          <p:nvPr/>
        </p:nvSpPr>
        <p:spPr>
          <a:xfrm>
            <a:off x="6456040" y="1695790"/>
            <a:ext cx="3456384" cy="1445177"/>
          </a:xfrm>
          <a:prstGeom prst="round2Same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注意：自动编号是系统自动赋值，也允许用户赋值，但作为主键，不能重复！</a:t>
            </a:r>
          </a:p>
        </p:txBody>
      </p:sp>
      <p:sp>
        <p:nvSpPr>
          <p:cNvPr id="6" name="标注: 线形 5">
            <a:extLst>
              <a:ext uri="{FF2B5EF4-FFF2-40B4-BE49-F238E27FC236}">
                <a16:creationId xmlns:a16="http://schemas.microsoft.com/office/drawing/2014/main" id="{69AA8EEA-3246-4360-89A8-8F452EB91CF0}"/>
              </a:ext>
            </a:extLst>
          </p:cNvPr>
          <p:cNvSpPr/>
          <p:nvPr/>
        </p:nvSpPr>
        <p:spPr>
          <a:xfrm>
            <a:off x="8688288" y="4221088"/>
            <a:ext cx="2736304" cy="1512168"/>
          </a:xfrm>
          <a:prstGeom prst="borderCallout1">
            <a:avLst>
              <a:gd name="adj1" fmla="val 18750"/>
              <a:gd name="adj2" fmla="val -8333"/>
              <a:gd name="adj3" fmla="val 68455"/>
              <a:gd name="adj4" fmla="val -92577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建议插入记录时不为自动编号字段赋值！</a:t>
            </a:r>
            <a:endParaRPr lang="en-US" altLang="zh-CN"/>
          </a:p>
          <a:p>
            <a:pPr algn="ctr"/>
            <a:r>
              <a:rPr lang="zh-CN" altLang="en-US"/>
              <a:t>另，为兼容后续对表结构的修改，建议字段列表不要省略！</a:t>
            </a:r>
          </a:p>
        </p:txBody>
      </p:sp>
    </p:spTree>
    <p:extLst>
      <p:ext uri="{BB962C8B-B14F-4D97-AF65-F5344CB8AC3E}">
        <p14:creationId xmlns:p14="http://schemas.microsoft.com/office/powerpoint/2010/main" val="3842290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6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作业三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为</a:t>
            </a:r>
            <a:r>
              <a:rPr lang="zh-CN" altLang="en-US" dirty="0"/>
              <a:t>已经</a:t>
            </a:r>
            <a:r>
              <a:rPr lang="zh-CN" altLang="en-US"/>
              <a:t>创建好的所有表至少各</a:t>
            </a:r>
            <a:r>
              <a:rPr lang="zh-CN" altLang="en-US" dirty="0"/>
              <a:t>添加</a:t>
            </a:r>
            <a:r>
              <a:rPr lang="en-US" altLang="zh-CN" dirty="0"/>
              <a:t>3</a:t>
            </a:r>
            <a:r>
              <a:rPr lang="zh-CN" altLang="en-US" dirty="0"/>
              <a:t>条测试记录，记录如下表所示，其他要求如下：</a:t>
            </a:r>
            <a:endParaRPr lang="en-US" altLang="zh-CN" dirty="0"/>
          </a:p>
          <a:p>
            <a:pPr lvl="1"/>
            <a:r>
              <a:rPr lang="zh-CN" altLang="en-US" dirty="0"/>
              <a:t>请把添加命令保存在另一个</a:t>
            </a:r>
            <a:r>
              <a:rPr lang="en-US" altLang="zh-CN" dirty="0" err="1"/>
              <a:t>sql</a:t>
            </a:r>
            <a:r>
              <a:rPr lang="zh-CN" altLang="en-US" dirty="0"/>
              <a:t>文件中；</a:t>
            </a:r>
            <a:endParaRPr lang="en-US" altLang="zh-CN" dirty="0"/>
          </a:p>
          <a:p>
            <a:pPr lvl="1"/>
            <a:r>
              <a:rPr lang="zh-CN" altLang="en-US" dirty="0"/>
              <a:t>在</a:t>
            </a:r>
            <a:r>
              <a:rPr lang="en-US" altLang="zh-CN" dirty="0" err="1"/>
              <a:t>mysql</a:t>
            </a:r>
            <a:r>
              <a:rPr lang="zh-CN" altLang="en-US" dirty="0"/>
              <a:t>命令行能成功执行记录添加命令。</a:t>
            </a:r>
            <a:endParaRPr lang="en-US" altLang="zh-CN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0BC8E73-9187-4861-53A3-6AD25E6818C3}"/>
              </a:ext>
            </a:extLst>
          </p:cNvPr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9055469"/>
              </p:ext>
            </p:extLst>
          </p:nvPr>
        </p:nvGraphicFramePr>
        <p:xfrm>
          <a:off x="6314364" y="1589567"/>
          <a:ext cx="5472608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99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2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/>
                        <a:t>项目名称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记录的要求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/>
                        <a:t>二级学院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计算机学院等三个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/>
                        <a:t>专业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计算机应用技术专业等三个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/>
                        <a:t>班级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21</a:t>
                      </a:r>
                      <a:r>
                        <a:rPr lang="zh-CN" altLang="en-US"/>
                        <a:t>计算机应用技术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个班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/>
                        <a:t>学生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包含自己在内的本班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个同学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/>
                        <a:t>教师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本学期教授课程的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名任课教师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/>
                        <a:t>课程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本学期自己学习的三门课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2054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/>
                        <a:t>教学任务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本学期自己学习的三门教学任务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1326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/>
                        <a:t>成绩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本学期自己三门课的成绩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89422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762822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57080-7F16-F27C-7429-FF098D861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9E95CF-77A7-1DB2-D95D-73BF742FD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作业三的记录（表</a:t>
            </a:r>
            <a:r>
              <a:rPr lang="en-US" altLang="zh-CN"/>
              <a:t>3-7</a:t>
            </a:r>
            <a:r>
              <a:rPr lang="zh-CN" altLang="en-US"/>
              <a:t>）</a:t>
            </a:r>
          </a:p>
        </p:txBody>
      </p:sp>
      <p:graphicFrame>
        <p:nvGraphicFramePr>
          <p:cNvPr id="9" name="内容占位符 8">
            <a:extLst>
              <a:ext uri="{FF2B5EF4-FFF2-40B4-BE49-F238E27FC236}">
                <a16:creationId xmlns:a16="http://schemas.microsoft.com/office/drawing/2014/main" id="{478CF9EB-B134-828B-FE57-DD2B9BA12DFF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110112249"/>
              </p:ext>
            </p:extLst>
          </p:nvPr>
        </p:nvGraphicFramePr>
        <p:xfrm>
          <a:off x="817587" y="2060848"/>
          <a:ext cx="10871199" cy="2542540"/>
        </p:xfrm>
        <a:graphic>
          <a:graphicData uri="http://schemas.openxmlformats.org/drawingml/2006/table">
            <a:tbl>
              <a:tblPr firstRow="1" firstCol="1" bandRow="1">
                <a:tableStyleId>{1FECB4D8-DB02-4DC6-A0A2-4F2EBAE1DC90}</a:tableStyleId>
              </a:tblPr>
              <a:tblGrid>
                <a:gridCol w="4563877">
                  <a:extLst>
                    <a:ext uri="{9D8B030D-6E8A-4147-A177-3AD203B41FA5}">
                      <a16:colId xmlns:a16="http://schemas.microsoft.com/office/drawing/2014/main" val="2361212863"/>
                    </a:ext>
                  </a:extLst>
                </a:gridCol>
                <a:gridCol w="6307322">
                  <a:extLst>
                    <a:ext uri="{9D8B030D-6E8A-4147-A177-3AD203B41FA5}">
                      <a16:colId xmlns:a16="http://schemas.microsoft.com/office/drawing/2014/main" val="3889622776"/>
                    </a:ext>
                  </a:extLst>
                </a:gridCol>
              </a:tblGrid>
              <a:tr h="439420">
                <a:tc>
                  <a:txBody>
                    <a:bodyPr/>
                    <a:lstStyle/>
                    <a:p>
                      <a:pPr indent="3048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项目</a:t>
                      </a:r>
                      <a:endParaRPr lang="zh-CN" sz="14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304800"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4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答案</a:t>
                      </a:r>
                      <a:endParaRPr lang="zh-CN" sz="14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02587811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R="38100" indent="304800" algn="ctr">
                        <a:lnSpc>
                          <a:spcPts val="19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成功添加一个学生记录前必须完成哪些动作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Microsoft YaHei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6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00400142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R="38100" indent="304800" algn="ctr">
                        <a:lnSpc>
                          <a:spcPts val="19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通过哪条命令可以知道某个班级的自动编号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Microsoft YaHei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6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961875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622427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第六次作业汇总提交</a:t>
            </a:r>
            <a:endParaRPr lang="zh-CN" alt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848307" y="1484784"/>
            <a:ext cx="10871200" cy="5112568"/>
            <a:chOff x="848307" y="1484784"/>
            <a:chExt cx="10871200" cy="5112568"/>
          </a:xfrm>
        </p:grpSpPr>
        <p:sp>
          <p:nvSpPr>
            <p:cNvPr id="4" name="任意多边形 3"/>
            <p:cNvSpPr/>
            <p:nvPr/>
          </p:nvSpPr>
          <p:spPr>
            <a:xfrm>
              <a:off x="848307" y="1988840"/>
              <a:ext cx="10871200" cy="4608512"/>
            </a:xfrm>
            <a:custGeom>
              <a:avLst/>
              <a:gdLst>
                <a:gd name="connsiteX0" fmla="*/ 0 w 10871200"/>
                <a:gd name="connsiteY0" fmla="*/ 0 h 5072862"/>
                <a:gd name="connsiteX1" fmla="*/ 10871200 w 10871200"/>
                <a:gd name="connsiteY1" fmla="*/ 0 h 5072862"/>
                <a:gd name="connsiteX2" fmla="*/ 10871200 w 10871200"/>
                <a:gd name="connsiteY2" fmla="*/ 5072862 h 5072862"/>
                <a:gd name="connsiteX3" fmla="*/ 0 w 10871200"/>
                <a:gd name="connsiteY3" fmla="*/ 5072862 h 5072862"/>
                <a:gd name="connsiteX4" fmla="*/ 0 w 10871200"/>
                <a:gd name="connsiteY4" fmla="*/ 0 h 5072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71200" h="5072862">
                  <a:moveTo>
                    <a:pt x="0" y="0"/>
                  </a:moveTo>
                  <a:lnTo>
                    <a:pt x="10871200" y="0"/>
                  </a:lnTo>
                  <a:lnTo>
                    <a:pt x="10871200" y="5072862"/>
                  </a:lnTo>
                  <a:lnTo>
                    <a:pt x="0" y="507286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43726" tIns="604012" rIns="843726" bIns="142240" numCol="1" spcCol="1270" anchor="t" anchorCtr="0">
              <a:noAutofit/>
            </a:bodyPr>
            <a:lstStyle/>
            <a:p>
              <a:pPr marL="228600" lvl="1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zh-CN" altLang="en-US" sz="2000" kern="1200" dirty="0"/>
                <a:t>提交内容：</a:t>
              </a:r>
            </a:p>
            <a:p>
              <a:pPr marL="514350" lvl="2" indent="-342900" algn="l" defTabSz="711200">
                <a:spcBef>
                  <a:spcPct val="0"/>
                </a:spcBef>
                <a:spcAft>
                  <a:spcPct val="15000"/>
                </a:spcAft>
                <a:buFont typeface="+mj-lt"/>
                <a:buAutoNum type="arabicPeriod"/>
              </a:pPr>
              <a:r>
                <a:rPr lang="zh-CN" altLang="en-US" sz="1600" kern="1200"/>
                <a:t>作业</a:t>
              </a:r>
              <a:r>
                <a:rPr lang="zh-CN" altLang="en-US" sz="1600"/>
                <a:t>一</a:t>
              </a:r>
              <a:r>
                <a:rPr lang="en-US" altLang="zh-CN" sz="1600"/>
                <a:t>~</a:t>
              </a:r>
              <a:r>
                <a:rPr lang="zh-CN" altLang="en-US" sz="1600"/>
                <a:t>作业二</a:t>
              </a:r>
              <a:r>
                <a:rPr lang="zh-CN" altLang="en-US" sz="1600" kern="1200"/>
                <a:t>：</a:t>
              </a:r>
              <a:r>
                <a:rPr lang="en-US" altLang="en-US" sz="1600" kern="1200"/>
                <a:t>mysql</a:t>
              </a:r>
              <a:r>
                <a:rPr lang="zh-CN" altLang="en-US" sz="1600" kern="1200"/>
                <a:t>命令行下执行</a:t>
              </a:r>
              <a:r>
                <a:rPr lang="en-US" altLang="en-US" sz="1600" kern="1200"/>
                <a:t>show tables</a:t>
              </a:r>
              <a:r>
                <a:rPr lang="zh-CN" altLang="en-US" sz="1600" kern="1200"/>
                <a:t>运行结果截图；</a:t>
              </a:r>
            </a:p>
            <a:p>
              <a:pPr marL="514350" lvl="2" indent="-342900" defTabSz="711200">
                <a:spcBef>
                  <a:spcPct val="0"/>
                </a:spcBef>
                <a:spcAft>
                  <a:spcPct val="15000"/>
                </a:spcAft>
                <a:buFont typeface="+mj-lt"/>
                <a:buAutoNum type="arabicPeriod"/>
              </a:pPr>
              <a:r>
                <a:rPr lang="zh-CN" altLang="en-US" sz="1600" kern="1200"/>
                <a:t>作业</a:t>
              </a:r>
              <a:r>
                <a:rPr lang="zh-CN" altLang="en-US" sz="1600"/>
                <a:t>一</a:t>
              </a:r>
              <a:r>
                <a:rPr lang="en-US" altLang="zh-CN" sz="1600"/>
                <a:t>~</a:t>
              </a:r>
              <a:r>
                <a:rPr lang="zh-CN" altLang="en-US" sz="1600"/>
                <a:t>作业二</a:t>
              </a:r>
              <a:r>
                <a:rPr lang="zh-CN" altLang="en-US" sz="1600" kern="1200"/>
                <a:t>：</a:t>
              </a:r>
              <a:r>
                <a:rPr lang="en-US" altLang="en-US" sz="1600" kern="1200"/>
                <a:t>mysql</a:t>
              </a:r>
              <a:r>
                <a:rPr lang="zh-CN" altLang="en-US" sz="1600" kern="1200"/>
                <a:t>命令行下执行</a:t>
              </a:r>
              <a:r>
                <a:rPr lang="en-US" altLang="en-US" sz="1600" kern="1200"/>
                <a:t>show create table ***_class</a:t>
              </a:r>
              <a:r>
                <a:rPr lang="zh-CN" altLang="en-US" sz="1600" kern="1200"/>
                <a:t>运行结果截图；</a:t>
              </a:r>
            </a:p>
            <a:p>
              <a:pPr marL="514350" lvl="2" indent="-342900" defTabSz="711200">
                <a:spcBef>
                  <a:spcPct val="0"/>
                </a:spcBef>
                <a:spcAft>
                  <a:spcPct val="15000"/>
                </a:spcAft>
                <a:buFont typeface="+mj-lt"/>
                <a:buAutoNum type="arabicPeriod"/>
              </a:pPr>
              <a:r>
                <a:rPr lang="zh-CN" altLang="en-US" sz="1600" kern="1200"/>
                <a:t>作业</a:t>
              </a:r>
              <a:r>
                <a:rPr lang="zh-CN" altLang="en-US" sz="1600"/>
                <a:t>一</a:t>
              </a:r>
              <a:r>
                <a:rPr lang="en-US" altLang="zh-CN" sz="1600"/>
                <a:t>~</a:t>
              </a:r>
              <a:r>
                <a:rPr lang="zh-CN" altLang="en-US" sz="1600"/>
                <a:t>作业二</a:t>
              </a:r>
              <a:r>
                <a:rPr lang="zh-CN" altLang="en-US" sz="1600" kern="1200"/>
                <a:t>：表</a:t>
              </a:r>
              <a:r>
                <a:rPr lang="en-US" altLang="en-US" sz="1600" kern="1200"/>
                <a:t>3-6</a:t>
              </a:r>
              <a:r>
                <a:rPr lang="zh-CN" altLang="en-US" sz="1600" kern="1200"/>
                <a:t>截图；</a:t>
              </a:r>
            </a:p>
            <a:p>
              <a:pPr marL="514350" lvl="2" indent="-342900" algn="l" defTabSz="711200">
                <a:spcBef>
                  <a:spcPct val="0"/>
                </a:spcBef>
                <a:spcAft>
                  <a:spcPct val="15000"/>
                </a:spcAft>
                <a:buFont typeface="+mj-lt"/>
                <a:buAutoNum type="arabicPeriod"/>
              </a:pPr>
              <a:r>
                <a:rPr lang="zh-CN" altLang="en-US" sz="1600" kern="1200"/>
                <a:t>作业一</a:t>
              </a:r>
              <a:r>
                <a:rPr lang="en-US" altLang="zh-CN" sz="1600" kern="1200"/>
                <a:t>~</a:t>
              </a:r>
              <a:r>
                <a:rPr lang="zh-CN" altLang="en-US" sz="1600" kern="1200"/>
                <a:t>作业三：完整的创建表和添加记录的</a:t>
              </a:r>
              <a:r>
                <a:rPr lang="en-US" altLang="en-US" sz="1600" kern="1200"/>
                <a:t>sql</a:t>
              </a:r>
              <a:r>
                <a:rPr lang="zh-CN" altLang="en-US" sz="1600" kern="1200"/>
                <a:t>命令截图</a:t>
              </a:r>
              <a:endParaRPr lang="zh-CN" altLang="en-US" sz="1600" kern="1200" dirty="0"/>
            </a:p>
            <a:p>
              <a:pPr marL="514350" lvl="2" indent="-342900" defTabSz="711200">
                <a:spcBef>
                  <a:spcPct val="0"/>
                </a:spcBef>
                <a:spcAft>
                  <a:spcPct val="15000"/>
                </a:spcAft>
                <a:buFont typeface="+mj-lt"/>
                <a:buAutoNum type="arabicPeriod"/>
              </a:pPr>
              <a:r>
                <a:rPr lang="zh-CN" altLang="en-US" sz="1600"/>
                <a:t>作业三：</a:t>
              </a:r>
              <a:r>
                <a:rPr lang="en-US" altLang="en-US" sz="1600" kern="1200"/>
                <a:t>mysql</a:t>
              </a:r>
              <a:r>
                <a:rPr lang="zh-CN" altLang="en-US" sz="1600" kern="1200" dirty="0"/>
                <a:t>命令行执行</a:t>
              </a:r>
              <a:r>
                <a:rPr lang="en-US" altLang="en-US" sz="1600" kern="1200" dirty="0"/>
                <a:t>select * from …_dep; </a:t>
              </a:r>
              <a:r>
                <a:rPr lang="zh-CN" altLang="en-US" sz="1600" kern="1200" dirty="0"/>
                <a:t>的结果截图</a:t>
              </a:r>
            </a:p>
            <a:p>
              <a:pPr marL="514350" lvl="2" indent="-342900" defTabSz="711200">
                <a:spcBef>
                  <a:spcPct val="0"/>
                </a:spcBef>
                <a:spcAft>
                  <a:spcPct val="15000"/>
                </a:spcAft>
                <a:buFont typeface="+mj-lt"/>
                <a:buAutoNum type="arabicPeriod"/>
              </a:pPr>
              <a:r>
                <a:rPr lang="zh-CN" altLang="en-US" sz="1600"/>
                <a:t>作业三：</a:t>
              </a:r>
              <a:r>
                <a:rPr lang="en-US" altLang="en-US" sz="1600" kern="1200"/>
                <a:t>mysql</a:t>
              </a:r>
              <a:r>
                <a:rPr lang="zh-CN" altLang="en-US" sz="1600" kern="1200" dirty="0"/>
                <a:t>命令行执行</a:t>
              </a:r>
              <a:r>
                <a:rPr lang="en-US" altLang="en-US" sz="1600" kern="1200" dirty="0"/>
                <a:t>select * from …_major; </a:t>
              </a:r>
              <a:r>
                <a:rPr lang="zh-CN" altLang="en-US" sz="1600" kern="1200" dirty="0"/>
                <a:t>的结果截图</a:t>
              </a:r>
            </a:p>
            <a:p>
              <a:pPr marL="514350" lvl="2" indent="-342900" defTabSz="711200">
                <a:spcBef>
                  <a:spcPct val="0"/>
                </a:spcBef>
                <a:spcAft>
                  <a:spcPct val="15000"/>
                </a:spcAft>
                <a:buFont typeface="+mj-lt"/>
                <a:buAutoNum type="arabicPeriod"/>
              </a:pPr>
              <a:r>
                <a:rPr lang="zh-CN" altLang="en-US" sz="1600"/>
                <a:t>作业三：</a:t>
              </a:r>
              <a:r>
                <a:rPr lang="en-US" altLang="en-US" sz="1600" kern="1200"/>
                <a:t>mysql</a:t>
              </a:r>
              <a:r>
                <a:rPr lang="zh-CN" altLang="en-US" sz="1600" kern="1200" dirty="0"/>
                <a:t>命令行执行</a:t>
              </a:r>
              <a:r>
                <a:rPr lang="en-US" altLang="en-US" sz="1600" kern="1200" dirty="0"/>
                <a:t>select * from …_class; </a:t>
              </a:r>
              <a:r>
                <a:rPr lang="zh-CN" altLang="en-US" sz="1600" kern="1200" dirty="0"/>
                <a:t>的结果截图</a:t>
              </a:r>
            </a:p>
            <a:p>
              <a:pPr marL="514350" lvl="2" indent="-342900" defTabSz="711200">
                <a:spcBef>
                  <a:spcPct val="0"/>
                </a:spcBef>
                <a:spcAft>
                  <a:spcPct val="15000"/>
                </a:spcAft>
                <a:buFont typeface="+mj-lt"/>
                <a:buAutoNum type="arabicPeriod"/>
              </a:pPr>
              <a:r>
                <a:rPr lang="zh-CN" altLang="en-US" sz="1600"/>
                <a:t>作业三：</a:t>
              </a:r>
              <a:r>
                <a:rPr lang="en-US" altLang="en-US" sz="1600" kern="1200"/>
                <a:t>mysql</a:t>
              </a:r>
              <a:r>
                <a:rPr lang="zh-CN" altLang="en-US" sz="1600" kern="1200" dirty="0"/>
                <a:t>命令行执行</a:t>
              </a:r>
              <a:r>
                <a:rPr lang="en-US" altLang="en-US" sz="1600" kern="1200" dirty="0"/>
                <a:t>select * from …_stu; </a:t>
              </a:r>
              <a:r>
                <a:rPr lang="zh-CN" altLang="en-US" sz="1600" kern="1200" dirty="0"/>
                <a:t>的结果截图</a:t>
              </a:r>
            </a:p>
            <a:p>
              <a:pPr marL="514350" lvl="2" indent="-342900" defTabSz="711200">
                <a:spcBef>
                  <a:spcPct val="0"/>
                </a:spcBef>
                <a:spcAft>
                  <a:spcPct val="15000"/>
                </a:spcAft>
                <a:buFont typeface="+mj-lt"/>
                <a:buAutoNum type="arabicPeriod"/>
              </a:pPr>
              <a:r>
                <a:rPr lang="zh-CN" altLang="en-US" sz="1600"/>
                <a:t>作业三：</a:t>
              </a:r>
              <a:r>
                <a:rPr lang="en-US" altLang="en-US" sz="1600" kern="1200"/>
                <a:t>mysql</a:t>
              </a:r>
              <a:r>
                <a:rPr lang="zh-CN" altLang="en-US" sz="1600" kern="1200" dirty="0"/>
                <a:t>命令行执行</a:t>
              </a:r>
              <a:r>
                <a:rPr lang="en-US" altLang="en-US" sz="1600" kern="1200" dirty="0"/>
                <a:t>select * from …_te; </a:t>
              </a:r>
              <a:r>
                <a:rPr lang="zh-CN" altLang="en-US" sz="1600" kern="1200" dirty="0"/>
                <a:t>的结果截图</a:t>
              </a:r>
            </a:p>
            <a:p>
              <a:pPr marL="228600" lvl="1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zh-CN" altLang="en-US" sz="2000" kern="1200" dirty="0"/>
                <a:t>提交标识：</a:t>
              </a:r>
            </a:p>
            <a:p>
              <a:pPr marL="457200" lvl="2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zh-CN" altLang="en-US" sz="2000" kern="1200">
                  <a:solidFill>
                    <a:srgbClr val="FF0000"/>
                  </a:solidFill>
                </a:rPr>
                <a:t>每个表的前缀是自己的姓名拼音；学生表中有自己的记录；</a:t>
              </a:r>
              <a:r>
                <a:rPr lang="zh-CN" altLang="en-US" sz="2000" kern="1200"/>
                <a:t>每</a:t>
              </a:r>
              <a:r>
                <a:rPr lang="zh-CN" altLang="en-US" sz="2000" kern="1200" dirty="0"/>
                <a:t>张图片的显眼位置，写上自己的学号！</a:t>
              </a:r>
            </a:p>
          </p:txBody>
        </p:sp>
        <p:sp>
          <p:nvSpPr>
            <p:cNvPr id="5" name="任意多边形 4"/>
            <p:cNvSpPr/>
            <p:nvPr/>
          </p:nvSpPr>
          <p:spPr>
            <a:xfrm>
              <a:off x="1271464" y="1484784"/>
              <a:ext cx="7609840" cy="785600"/>
            </a:xfrm>
            <a:custGeom>
              <a:avLst/>
              <a:gdLst>
                <a:gd name="connsiteX0" fmla="*/ 0 w 7609840"/>
                <a:gd name="connsiteY0" fmla="*/ 130936 h 785600"/>
                <a:gd name="connsiteX1" fmla="*/ 130936 w 7609840"/>
                <a:gd name="connsiteY1" fmla="*/ 0 h 785600"/>
                <a:gd name="connsiteX2" fmla="*/ 7478904 w 7609840"/>
                <a:gd name="connsiteY2" fmla="*/ 0 h 785600"/>
                <a:gd name="connsiteX3" fmla="*/ 7609840 w 7609840"/>
                <a:gd name="connsiteY3" fmla="*/ 130936 h 785600"/>
                <a:gd name="connsiteX4" fmla="*/ 7609840 w 7609840"/>
                <a:gd name="connsiteY4" fmla="*/ 654664 h 785600"/>
                <a:gd name="connsiteX5" fmla="*/ 7478904 w 7609840"/>
                <a:gd name="connsiteY5" fmla="*/ 785600 h 785600"/>
                <a:gd name="connsiteX6" fmla="*/ 130936 w 7609840"/>
                <a:gd name="connsiteY6" fmla="*/ 785600 h 785600"/>
                <a:gd name="connsiteX7" fmla="*/ 0 w 7609840"/>
                <a:gd name="connsiteY7" fmla="*/ 654664 h 785600"/>
                <a:gd name="connsiteX8" fmla="*/ 0 w 7609840"/>
                <a:gd name="connsiteY8" fmla="*/ 130936 h 78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09840" h="785600">
                  <a:moveTo>
                    <a:pt x="0" y="130936"/>
                  </a:moveTo>
                  <a:cubicBezTo>
                    <a:pt x="0" y="58622"/>
                    <a:pt x="58622" y="0"/>
                    <a:pt x="130936" y="0"/>
                  </a:cubicBezTo>
                  <a:lnTo>
                    <a:pt x="7478904" y="0"/>
                  </a:lnTo>
                  <a:cubicBezTo>
                    <a:pt x="7551218" y="0"/>
                    <a:pt x="7609840" y="58622"/>
                    <a:pt x="7609840" y="130936"/>
                  </a:cubicBezTo>
                  <a:lnTo>
                    <a:pt x="7609840" y="654664"/>
                  </a:lnTo>
                  <a:cubicBezTo>
                    <a:pt x="7609840" y="726978"/>
                    <a:pt x="7551218" y="785600"/>
                    <a:pt x="7478904" y="785600"/>
                  </a:cubicBezTo>
                  <a:lnTo>
                    <a:pt x="130936" y="785600"/>
                  </a:lnTo>
                  <a:cubicBezTo>
                    <a:pt x="58622" y="785600"/>
                    <a:pt x="0" y="726978"/>
                    <a:pt x="0" y="654664"/>
                  </a:cubicBezTo>
                  <a:lnTo>
                    <a:pt x="0" y="130936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25984" tIns="38350" rIns="325984" bIns="38350" numCol="1" spcCol="1270" anchor="ctr" anchorCtr="0">
              <a:noAutofit/>
            </a:bodyPr>
            <a:lstStyle/>
            <a:p>
              <a:pPr lvl="0" algn="l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3200" kern="1200" dirty="0"/>
                <a:t>提交</a:t>
              </a:r>
              <a:r>
                <a:rPr lang="zh-CN" altLang="en-US" sz="3200" kern="1200"/>
                <a:t>要求（</a:t>
              </a:r>
              <a:r>
                <a:rPr lang="en-US" altLang="zh-CN" sz="3200"/>
                <a:t>9</a:t>
              </a:r>
              <a:r>
                <a:rPr lang="zh-CN" altLang="en-US" sz="2400" kern="1200"/>
                <a:t>个图片</a:t>
              </a:r>
              <a:r>
                <a:rPr lang="zh-CN" altLang="en-US" sz="3200" kern="1200"/>
                <a:t>）</a:t>
              </a:r>
              <a:endParaRPr lang="zh-CN" altLang="en-US" sz="32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89860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禁止抄袭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/>
              <a:t>作业中如果发现与自己信息</a:t>
            </a:r>
            <a:r>
              <a:rPr lang="zh-CN" altLang="en-US">
                <a:solidFill>
                  <a:srgbClr val="FF0000"/>
                </a:solidFill>
              </a:rPr>
              <a:t>不一致</a:t>
            </a:r>
            <a:r>
              <a:rPr lang="zh-CN" altLang="en-US"/>
              <a:t>的情况，一律被认定为</a:t>
            </a:r>
            <a:r>
              <a:rPr lang="zh-CN" altLang="en-US" sz="4800">
                <a:solidFill>
                  <a:srgbClr val="FF0000"/>
                </a:solidFill>
              </a:rPr>
              <a:t>抄袭</a:t>
            </a:r>
            <a:r>
              <a:rPr lang="zh-CN" altLang="en-US"/>
              <a:t>！！！</a:t>
            </a:r>
          </a:p>
        </p:txBody>
      </p:sp>
    </p:spTree>
    <p:extLst>
      <p:ext uri="{BB962C8B-B14F-4D97-AF65-F5344CB8AC3E}">
        <p14:creationId xmlns:p14="http://schemas.microsoft.com/office/powerpoint/2010/main" val="132339381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END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02491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中性">
  <a:themeElements>
    <a:clrScheme name="绿色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中性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5391</TotalTime>
  <Words>5015</Words>
  <Application>Microsoft Office PowerPoint</Application>
  <PresentationFormat>宽屏</PresentationFormat>
  <Paragraphs>807</Paragraphs>
  <Slides>70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70</vt:i4>
      </vt:variant>
    </vt:vector>
  </HeadingPairs>
  <TitlesOfParts>
    <vt:vector size="80" baseType="lpstr">
      <vt:lpstr>ITC Avant Garde Std Md</vt:lpstr>
      <vt:lpstr>quote-cjk-patch</vt:lpstr>
      <vt:lpstr>等线</vt:lpstr>
      <vt:lpstr>微软雅黑</vt:lpstr>
      <vt:lpstr>Arial</vt:lpstr>
      <vt:lpstr>Calibri</vt:lpstr>
      <vt:lpstr>Verdana</vt:lpstr>
      <vt:lpstr>Wingdings</vt:lpstr>
      <vt:lpstr>Wingdings 2</vt:lpstr>
      <vt:lpstr>中性</vt:lpstr>
      <vt:lpstr>PowerPoint 演示文稿</vt:lpstr>
      <vt:lpstr>4节课内容</vt:lpstr>
      <vt:lpstr>MySQL数据库操作内容</vt:lpstr>
      <vt:lpstr>数据库和表操作</vt:lpstr>
      <vt:lpstr>表字段调整、记录操作</vt:lpstr>
      <vt:lpstr>索引、主键、外键</vt:lpstr>
      <vt:lpstr>练习1</vt:lpstr>
      <vt:lpstr>导入导出</vt:lpstr>
      <vt:lpstr>导入导出汇总</vt:lpstr>
      <vt:lpstr>练习2：导出</vt:lpstr>
      <vt:lpstr>练习3（课后）：导入</vt:lpstr>
      <vt:lpstr>MySQL数据库的构建</vt:lpstr>
      <vt:lpstr>ER图最终版</vt:lpstr>
      <vt:lpstr>优化版（考虑转专业+选修）</vt:lpstr>
      <vt:lpstr>物理建模的6个考量维度</vt:lpstr>
      <vt:lpstr>实际考量的指标——数据类型（表3-1）</vt:lpstr>
      <vt:lpstr>整型系列</vt:lpstr>
      <vt:lpstr>实际考量的指标——主键选择（表3-2）</vt:lpstr>
      <vt:lpstr>实际考量的指标——索引选择（表3-3）</vt:lpstr>
      <vt:lpstr>索引定义顺序的选择</vt:lpstr>
      <vt:lpstr>两种索引的查询场景对比 ——最左侧原则</vt:lpstr>
      <vt:lpstr>审核现有的索引定义顺序</vt:lpstr>
      <vt:lpstr>提问</vt:lpstr>
      <vt:lpstr>实际考量的指标——命名规范</vt:lpstr>
      <vt:lpstr>实际考量的指标——字符集选择（表3-4） utf8mb4默认的排序规则 utf8mb4_0900_ai_ci</vt:lpstr>
      <vt:lpstr>关于排序字符集和MySQL版本匹配问题</vt:lpstr>
      <vt:lpstr>实际考量的指标——引擎选择</vt:lpstr>
      <vt:lpstr>数据库最终设计（表3-5）</vt:lpstr>
      <vt:lpstr>MySQL数据库的构建</vt:lpstr>
      <vt:lpstr>CREATE——SQL创建的语句</vt:lpstr>
      <vt:lpstr>创建表时添加索引的语法</vt:lpstr>
      <vt:lpstr>创建表时添加外键的语法</vt:lpstr>
      <vt:lpstr>补充说明</vt:lpstr>
      <vt:lpstr>一个完整的字段定义语句包含：</vt:lpstr>
      <vt:lpstr>测试非空字段和可空字段的写入</vt:lpstr>
      <vt:lpstr>非空字段不赋值的情况分析</vt:lpstr>
      <vt:lpstr>严格模式下为非空字段设置DEFAULT值</vt:lpstr>
      <vt:lpstr>关于CHAR和VARCHAR的长度限制</vt:lpstr>
      <vt:lpstr>INT(3) 中数字3的作用分析</vt:lpstr>
      <vt:lpstr>作业一</vt:lpstr>
      <vt:lpstr>表创建的技巧——drop … if exists …</vt:lpstr>
      <vt:lpstr>MySQL数据库的构建</vt:lpstr>
      <vt:lpstr>提问：</vt:lpstr>
      <vt:lpstr>发现问题</vt:lpstr>
      <vt:lpstr>思考：</vt:lpstr>
      <vt:lpstr>思考：</vt:lpstr>
      <vt:lpstr>结论</vt:lpstr>
      <vt:lpstr>解决方案：外键约束（Innodb引擎）</vt:lpstr>
      <vt:lpstr>外键约束效果：添加25计算机应用3-1班的一名学生；修改、删除班级信息</vt:lpstr>
      <vt:lpstr>外键约束的定义（innodb）</vt:lpstr>
      <vt:lpstr>外键约束的定义案例</vt:lpstr>
      <vt:lpstr>作业一（持续完善）</vt:lpstr>
      <vt:lpstr>问题：</vt:lpstr>
      <vt:lpstr>发现：外键约束限制了表的创建顺序</vt:lpstr>
      <vt:lpstr>提问：</vt:lpstr>
      <vt:lpstr>结论：on delete cascade</vt:lpstr>
      <vt:lpstr>结论：on update cascade</vt:lpstr>
      <vt:lpstr>总结：外键约束的关键——没有非法记录</vt:lpstr>
      <vt:lpstr>ER图中所有的外键属性都要定义外键约束</vt:lpstr>
      <vt:lpstr>作业二</vt:lpstr>
      <vt:lpstr>作业二的记录（表3-6）</vt:lpstr>
      <vt:lpstr>测试记录的添加（课后作业）</vt:lpstr>
      <vt:lpstr>添加新记录</vt:lpstr>
      <vt:lpstr>提问</vt:lpstr>
      <vt:lpstr>结论：AUTO_INCREMENT</vt:lpstr>
      <vt:lpstr>作业三</vt:lpstr>
      <vt:lpstr>作业三的记录（表3-7）</vt:lpstr>
      <vt:lpstr>第六次作业汇总提交</vt:lpstr>
      <vt:lpstr>禁止抄袭</vt:lpstr>
      <vt:lpstr>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企业级网站开发与部署</dc:title>
  <dc:creator>guicathy</dc:creator>
  <cp:lastModifiedBy>荣枝 桂</cp:lastModifiedBy>
  <cp:revision>1437</cp:revision>
  <dcterms:created xsi:type="dcterms:W3CDTF">2017-09-04T14:55:54Z</dcterms:created>
  <dcterms:modified xsi:type="dcterms:W3CDTF">2026-03-16T09:47:36Z</dcterms:modified>
</cp:coreProperties>
</file>