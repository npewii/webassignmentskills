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9" r:id="rId2"/>
    <p:sldMasterId id="2147483689" r:id="rId3"/>
    <p:sldMasterId id="2147483701" r:id="rId4"/>
    <p:sldMasterId id="2147483720" r:id="rId5"/>
    <p:sldMasterId id="2147483732" r:id="rId6"/>
    <p:sldMasterId id="2147483746" r:id="rId7"/>
  </p:sldMasterIdLst>
  <p:notesMasterIdLst>
    <p:notesMasterId r:id="rId34"/>
  </p:notesMasterIdLst>
  <p:sldIdLst>
    <p:sldId id="1235" r:id="rId8"/>
    <p:sldId id="1299" r:id="rId9"/>
    <p:sldId id="1334" r:id="rId10"/>
    <p:sldId id="1422" r:id="rId11"/>
    <p:sldId id="1438" r:id="rId12"/>
    <p:sldId id="1439" r:id="rId13"/>
    <p:sldId id="1440" r:id="rId14"/>
    <p:sldId id="1420" r:id="rId15"/>
    <p:sldId id="1423" r:id="rId16"/>
    <p:sldId id="1424" r:id="rId17"/>
    <p:sldId id="1433" r:id="rId18"/>
    <p:sldId id="1425" r:id="rId19"/>
    <p:sldId id="1426" r:id="rId20"/>
    <p:sldId id="1427" r:id="rId21"/>
    <p:sldId id="1428" r:id="rId22"/>
    <p:sldId id="1429" r:id="rId23"/>
    <p:sldId id="1430" r:id="rId24"/>
    <p:sldId id="1431" r:id="rId25"/>
    <p:sldId id="1421" r:id="rId26"/>
    <p:sldId id="1432" r:id="rId27"/>
    <p:sldId id="1434" r:id="rId28"/>
    <p:sldId id="1435" r:id="rId29"/>
    <p:sldId id="1436" r:id="rId30"/>
    <p:sldId id="1437" r:id="rId31"/>
    <p:sldId id="463" r:id="rId32"/>
    <p:sldId id="1338"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B863"/>
    <a:srgbClr val="FFC300"/>
    <a:srgbClr val="91D300"/>
    <a:srgbClr val="10A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91" autoAdjust="0"/>
    <p:restoredTop sz="94660"/>
  </p:normalViewPr>
  <p:slideViewPr>
    <p:cSldViewPr snapToGrid="0">
      <p:cViewPr varScale="1">
        <p:scale>
          <a:sx n="62" d="100"/>
          <a:sy n="62" d="100"/>
        </p:scale>
        <p:origin x="54" y="4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notesMaster" Target="notesMasters/notesMaster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presProps" Target="presProps.xml"/><Relationship Id="rId8" Type="http://schemas.openxmlformats.org/officeDocument/2006/relationships/slide" Target="slides/slide1.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5D8971-ACB2-4236-B6E6-139E5A972C1D}"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zh-CN" altLang="en-US"/>
        </a:p>
      </dgm:t>
    </dgm:pt>
    <dgm:pt modelId="{1EED6A50-F52B-4751-AACB-69B14CFBC95D}">
      <dgm:prSet phldrT="[文本]"/>
      <dgm:spPr/>
      <dgm:t>
        <a:bodyPr/>
        <a:lstStyle/>
        <a:p>
          <a:r>
            <a:rPr lang="zh-CN" altLang="en-US"/>
            <a:t>登录认证功能的回顾</a:t>
          </a:r>
        </a:p>
      </dgm:t>
    </dgm:pt>
    <dgm:pt modelId="{00D1C5AD-F0AE-4CCB-9A4D-FD29C9DFA30F}" type="parTrans" cxnId="{D8CFE409-C27F-4600-9E5C-B5C667AC89F6}">
      <dgm:prSet/>
      <dgm:spPr/>
      <dgm:t>
        <a:bodyPr/>
        <a:lstStyle/>
        <a:p>
          <a:endParaRPr lang="zh-CN" altLang="en-US"/>
        </a:p>
      </dgm:t>
    </dgm:pt>
    <dgm:pt modelId="{7702CF36-97A4-4876-B491-D738262D463A}" type="sibTrans" cxnId="{D8CFE409-C27F-4600-9E5C-B5C667AC89F6}">
      <dgm:prSet/>
      <dgm:spPr/>
      <dgm:t>
        <a:bodyPr/>
        <a:lstStyle/>
        <a:p>
          <a:endParaRPr lang="zh-CN" altLang="en-US"/>
        </a:p>
      </dgm:t>
    </dgm:pt>
    <dgm:pt modelId="{6918702A-D9A2-4A84-B304-B5E13F42C633}">
      <dgm:prSet phldrT="[文本]"/>
      <dgm:spPr/>
      <dgm:t>
        <a:bodyPr/>
        <a:lstStyle/>
        <a:p>
          <a:r>
            <a:rPr lang="zh-CN" altLang="en-US"/>
            <a:t>注销的原理</a:t>
          </a:r>
        </a:p>
      </dgm:t>
    </dgm:pt>
    <dgm:pt modelId="{8A2F56E8-AF4C-45B6-B22C-746F526D78B8}" type="parTrans" cxnId="{5F1EA009-523A-4487-A9A1-8F2FD8E81F29}">
      <dgm:prSet/>
      <dgm:spPr/>
      <dgm:t>
        <a:bodyPr/>
        <a:lstStyle/>
        <a:p>
          <a:endParaRPr lang="zh-CN" altLang="en-US"/>
        </a:p>
      </dgm:t>
    </dgm:pt>
    <dgm:pt modelId="{E24D23FA-CE03-4366-8B89-90D13941A91C}" type="sibTrans" cxnId="{5F1EA009-523A-4487-A9A1-8F2FD8E81F29}">
      <dgm:prSet/>
      <dgm:spPr/>
      <dgm:t>
        <a:bodyPr/>
        <a:lstStyle/>
        <a:p>
          <a:endParaRPr lang="zh-CN" altLang="en-US"/>
        </a:p>
      </dgm:t>
    </dgm:pt>
    <dgm:pt modelId="{E4E84131-338A-41C8-BE32-46F182F27244}">
      <dgm:prSet phldrT="[文本]"/>
      <dgm:spPr/>
      <dgm:t>
        <a:bodyPr/>
        <a:lstStyle/>
        <a:p>
          <a:r>
            <a:rPr lang="zh-CN" altLang="en-US"/>
            <a:t>注销接口的设计</a:t>
          </a:r>
        </a:p>
      </dgm:t>
    </dgm:pt>
    <dgm:pt modelId="{116D12D0-FD64-44AF-B498-51777B89BF95}" type="parTrans" cxnId="{31E8B112-19A6-43EF-A8D6-158C93793C79}">
      <dgm:prSet/>
      <dgm:spPr/>
      <dgm:t>
        <a:bodyPr/>
        <a:lstStyle/>
        <a:p>
          <a:endParaRPr lang="zh-CN" altLang="en-US"/>
        </a:p>
      </dgm:t>
    </dgm:pt>
    <dgm:pt modelId="{805F6827-AB56-4849-9C24-D82184446F3D}" type="sibTrans" cxnId="{31E8B112-19A6-43EF-A8D6-158C93793C79}">
      <dgm:prSet/>
      <dgm:spPr/>
      <dgm:t>
        <a:bodyPr/>
        <a:lstStyle/>
        <a:p>
          <a:endParaRPr lang="zh-CN" altLang="en-US"/>
        </a:p>
      </dgm:t>
    </dgm:pt>
    <dgm:pt modelId="{981A5377-650B-44D4-88CA-040EC6EE3EFB}">
      <dgm:prSet phldrT="[文本]"/>
      <dgm:spPr/>
      <dgm:t>
        <a:bodyPr/>
        <a:lstStyle/>
        <a:p>
          <a:r>
            <a:rPr lang="zh-CN" altLang="en-US"/>
            <a:t>注销功能的编码</a:t>
          </a:r>
        </a:p>
      </dgm:t>
    </dgm:pt>
    <dgm:pt modelId="{E2AC8954-F195-4DEF-A237-24C41FBE2E37}" type="parTrans" cxnId="{11F16C44-48F0-4A59-9E77-914E39B74EBE}">
      <dgm:prSet/>
      <dgm:spPr/>
      <dgm:t>
        <a:bodyPr/>
        <a:lstStyle/>
        <a:p>
          <a:endParaRPr lang="zh-CN" altLang="en-US"/>
        </a:p>
      </dgm:t>
    </dgm:pt>
    <dgm:pt modelId="{1B5A9362-0199-4A45-82FB-A4966E0AF861}" type="sibTrans" cxnId="{11F16C44-48F0-4A59-9E77-914E39B74EBE}">
      <dgm:prSet/>
      <dgm:spPr/>
      <dgm:t>
        <a:bodyPr/>
        <a:lstStyle/>
        <a:p>
          <a:endParaRPr lang="zh-CN" altLang="en-US"/>
        </a:p>
      </dgm:t>
    </dgm:pt>
    <dgm:pt modelId="{7674CBEB-5B51-421A-A698-0580799C1105}">
      <dgm:prSet phldrT="[文本]" phldr="0"/>
      <dgm:spPr/>
      <dgm:t>
        <a:bodyPr/>
        <a:lstStyle/>
        <a:p>
          <a:r>
            <a:rPr lang="zh-CN" altLang="en-US"/>
            <a:t>修改密码功能的实现</a:t>
          </a:r>
        </a:p>
      </dgm:t>
    </dgm:pt>
    <dgm:pt modelId="{2203DF9D-B7D0-48FC-A9B3-E2DBD56812E4}" type="parTrans" cxnId="{1CF578AF-A056-4E37-B426-F1A941FB64F2}">
      <dgm:prSet/>
      <dgm:spPr/>
      <dgm:t>
        <a:bodyPr/>
        <a:lstStyle/>
        <a:p>
          <a:endParaRPr lang="zh-CN" altLang="en-US"/>
        </a:p>
      </dgm:t>
    </dgm:pt>
    <dgm:pt modelId="{053D8B9C-C289-4F50-B3F4-220634EF10BD}" type="sibTrans" cxnId="{1CF578AF-A056-4E37-B426-F1A941FB64F2}">
      <dgm:prSet/>
      <dgm:spPr/>
      <dgm:t>
        <a:bodyPr/>
        <a:lstStyle/>
        <a:p>
          <a:endParaRPr lang="zh-CN" altLang="en-US"/>
        </a:p>
      </dgm:t>
    </dgm:pt>
    <dgm:pt modelId="{0CD59371-3804-449A-9B47-0B19CBE36247}">
      <dgm:prSet phldrT="[文本]" phldr="0"/>
      <dgm:spPr/>
      <dgm:t>
        <a:bodyPr/>
        <a:lstStyle/>
        <a:p>
          <a:r>
            <a:rPr lang="zh-CN" altLang="en-US"/>
            <a:t>修改密码接口的设计</a:t>
          </a:r>
        </a:p>
      </dgm:t>
    </dgm:pt>
    <dgm:pt modelId="{B87CE1A8-C5C5-488A-98DA-0AA4CED43805}" type="parTrans" cxnId="{054B20C2-E799-4169-AE2A-F507F94598DF}">
      <dgm:prSet/>
      <dgm:spPr/>
      <dgm:t>
        <a:bodyPr/>
        <a:lstStyle/>
        <a:p>
          <a:endParaRPr lang="zh-CN" altLang="en-US"/>
        </a:p>
      </dgm:t>
    </dgm:pt>
    <dgm:pt modelId="{A0318E7E-A049-4BD8-8325-54A09C602630}" type="sibTrans" cxnId="{054B20C2-E799-4169-AE2A-F507F94598DF}">
      <dgm:prSet/>
      <dgm:spPr/>
      <dgm:t>
        <a:bodyPr/>
        <a:lstStyle/>
        <a:p>
          <a:endParaRPr lang="zh-CN" altLang="en-US"/>
        </a:p>
      </dgm:t>
    </dgm:pt>
    <dgm:pt modelId="{042F5761-B908-4D6B-A0BA-648DFAABF424}">
      <dgm:prSet phldrT="[文本]" phldr="0"/>
      <dgm:spPr/>
      <dgm:t>
        <a:bodyPr/>
        <a:lstStyle/>
        <a:p>
          <a:r>
            <a:rPr lang="zh-CN" altLang="en-US"/>
            <a:t>修改密码功能的编码</a:t>
          </a:r>
        </a:p>
      </dgm:t>
    </dgm:pt>
    <dgm:pt modelId="{5BD17A0A-E940-4C91-BEFF-D0FF86A8EA0E}" type="parTrans" cxnId="{3D8E3125-1F72-4A86-915E-12FF7A0091E1}">
      <dgm:prSet/>
      <dgm:spPr/>
      <dgm:t>
        <a:bodyPr/>
        <a:lstStyle/>
        <a:p>
          <a:endParaRPr lang="zh-CN" altLang="en-US"/>
        </a:p>
      </dgm:t>
    </dgm:pt>
    <dgm:pt modelId="{25CFDCD7-836E-46D8-8B1F-79E59AC2CB61}" type="sibTrans" cxnId="{3D8E3125-1F72-4A86-915E-12FF7A0091E1}">
      <dgm:prSet/>
      <dgm:spPr/>
      <dgm:t>
        <a:bodyPr/>
        <a:lstStyle/>
        <a:p>
          <a:endParaRPr lang="zh-CN" altLang="en-US"/>
        </a:p>
      </dgm:t>
    </dgm:pt>
    <dgm:pt modelId="{51D62ED2-87C1-42DD-A5B3-AF048670E711}">
      <dgm:prSet phldrT="[文本]"/>
      <dgm:spPr/>
      <dgm:t>
        <a:bodyPr/>
        <a:lstStyle/>
        <a:p>
          <a:r>
            <a:rPr lang="zh-CN" altLang="en-US"/>
            <a:t>注销功能的实现</a:t>
          </a:r>
        </a:p>
      </dgm:t>
    </dgm:pt>
    <dgm:pt modelId="{DC1BB0F6-F554-4E89-920F-C6EDA5431B4F}" type="parTrans" cxnId="{35389903-BF18-4564-B260-7F4EF1F9E2B1}">
      <dgm:prSet/>
      <dgm:spPr/>
      <dgm:t>
        <a:bodyPr/>
        <a:lstStyle/>
        <a:p>
          <a:endParaRPr lang="zh-CN" altLang="en-US"/>
        </a:p>
      </dgm:t>
    </dgm:pt>
    <dgm:pt modelId="{7D609B83-F533-4976-8698-E4AA9BEC0673}" type="sibTrans" cxnId="{35389903-BF18-4564-B260-7F4EF1F9E2B1}">
      <dgm:prSet/>
      <dgm:spPr/>
      <dgm:t>
        <a:bodyPr/>
        <a:lstStyle/>
        <a:p>
          <a:endParaRPr lang="zh-CN" altLang="en-US"/>
        </a:p>
      </dgm:t>
    </dgm:pt>
    <dgm:pt modelId="{9FF3E97B-6E1E-4B75-90F4-3CF1CF78ADE7}">
      <dgm:prSet phldrT="[文本]"/>
      <dgm:spPr/>
      <dgm:t>
        <a:bodyPr/>
        <a:lstStyle/>
        <a:p>
          <a:r>
            <a:rPr lang="zh-CN" altLang="en-US"/>
            <a:t>登录认证请求体的输入验证</a:t>
          </a:r>
        </a:p>
      </dgm:t>
    </dgm:pt>
    <dgm:pt modelId="{F13884FF-8338-45B9-ACAC-B0488E64196A}" type="parTrans" cxnId="{0E3A01F6-6A29-4923-9B3E-66BF0CEB89C8}">
      <dgm:prSet/>
      <dgm:spPr/>
      <dgm:t>
        <a:bodyPr/>
        <a:lstStyle/>
        <a:p>
          <a:endParaRPr lang="zh-CN" altLang="en-US"/>
        </a:p>
      </dgm:t>
    </dgm:pt>
    <dgm:pt modelId="{FEA0480B-41AA-4E64-BB8D-EAE64971F163}" type="sibTrans" cxnId="{0E3A01F6-6A29-4923-9B3E-66BF0CEB89C8}">
      <dgm:prSet/>
      <dgm:spPr/>
      <dgm:t>
        <a:bodyPr/>
        <a:lstStyle/>
        <a:p>
          <a:endParaRPr lang="zh-CN" altLang="en-US"/>
        </a:p>
      </dgm:t>
    </dgm:pt>
    <dgm:pt modelId="{45F50431-E0AF-4B26-AFCB-3F75765D5DD5}">
      <dgm:prSet phldrT="[文本]"/>
      <dgm:spPr/>
      <dgm:t>
        <a:bodyPr/>
        <a:lstStyle/>
        <a:p>
          <a:r>
            <a:rPr lang="en-US" altLang="zh-CN"/>
            <a:t>Stu</a:t>
          </a:r>
          <a:r>
            <a:rPr lang="zh-CN" altLang="en-US"/>
            <a:t>类的完善</a:t>
          </a:r>
        </a:p>
      </dgm:t>
    </dgm:pt>
    <dgm:pt modelId="{09DF6DE5-9550-41EA-936E-43C33F82915B}" type="parTrans" cxnId="{052D6126-38C0-4788-B263-FFF1BD1DF011}">
      <dgm:prSet/>
      <dgm:spPr/>
      <dgm:t>
        <a:bodyPr/>
        <a:lstStyle/>
        <a:p>
          <a:endParaRPr lang="zh-CN" altLang="en-US"/>
        </a:p>
      </dgm:t>
    </dgm:pt>
    <dgm:pt modelId="{F2D2DE49-E6B6-4C6A-B9FE-FFE66EDAC868}" type="sibTrans" cxnId="{052D6126-38C0-4788-B263-FFF1BD1DF011}">
      <dgm:prSet/>
      <dgm:spPr/>
      <dgm:t>
        <a:bodyPr/>
        <a:lstStyle/>
        <a:p>
          <a:endParaRPr lang="zh-CN" altLang="en-US"/>
        </a:p>
      </dgm:t>
    </dgm:pt>
    <dgm:pt modelId="{2CD3A028-25EC-4FA0-AE21-8226B0BAC6FF}">
      <dgm:prSet phldrT="[文本]"/>
      <dgm:spPr/>
      <dgm:t>
        <a:bodyPr/>
        <a:lstStyle/>
        <a:p>
          <a:r>
            <a:rPr lang="zh-CN" altLang="en-US"/>
            <a:t>登录认证的实现</a:t>
          </a:r>
        </a:p>
      </dgm:t>
    </dgm:pt>
    <dgm:pt modelId="{5A519631-91CC-4EFB-BCD1-8261BED33371}" type="parTrans" cxnId="{DB2BFD6D-E55B-4BA6-81B1-DBD58AB91137}">
      <dgm:prSet/>
      <dgm:spPr/>
      <dgm:t>
        <a:bodyPr/>
        <a:lstStyle/>
        <a:p>
          <a:endParaRPr lang="zh-CN" altLang="en-US"/>
        </a:p>
      </dgm:t>
    </dgm:pt>
    <dgm:pt modelId="{0F03C5FB-7909-496E-B309-06B091BE06BC}" type="sibTrans" cxnId="{DB2BFD6D-E55B-4BA6-81B1-DBD58AB91137}">
      <dgm:prSet/>
      <dgm:spPr/>
      <dgm:t>
        <a:bodyPr/>
        <a:lstStyle/>
        <a:p>
          <a:endParaRPr lang="zh-CN" altLang="en-US"/>
        </a:p>
      </dgm:t>
    </dgm:pt>
    <dgm:pt modelId="{045381CE-5898-45B6-A78D-A268C1DEC30A}">
      <dgm:prSet phldrT="[文本]"/>
      <dgm:spPr/>
      <dgm:t>
        <a:bodyPr/>
        <a:lstStyle/>
        <a:p>
          <a:r>
            <a:rPr lang="zh-CN" altLang="en-US"/>
            <a:t>作业一</a:t>
          </a:r>
        </a:p>
      </dgm:t>
    </dgm:pt>
    <dgm:pt modelId="{14E710B4-A11F-4D11-8B44-ADBCB147B310}" type="parTrans" cxnId="{51B7B6B0-6A7F-435D-845A-C46DF3791857}">
      <dgm:prSet/>
      <dgm:spPr/>
    </dgm:pt>
    <dgm:pt modelId="{3B324867-8079-4A44-B314-0B9B1A53D55F}" type="sibTrans" cxnId="{51B7B6B0-6A7F-435D-845A-C46DF3791857}">
      <dgm:prSet/>
      <dgm:spPr/>
    </dgm:pt>
    <dgm:pt modelId="{0FF40E7A-4227-4014-821B-CB07B9291496}">
      <dgm:prSet phldrT="[文本]" phldr="0"/>
      <dgm:spPr/>
      <dgm:t>
        <a:bodyPr/>
        <a:lstStyle/>
        <a:p>
          <a:r>
            <a:rPr lang="zh-CN" altLang="en-US"/>
            <a:t>作业二</a:t>
          </a:r>
        </a:p>
      </dgm:t>
    </dgm:pt>
    <dgm:pt modelId="{62598A22-DFDC-474C-BBF3-45FE3D87958C}" type="parTrans" cxnId="{B1DFBDF3-E9B7-44A6-954F-B48FE4640C54}">
      <dgm:prSet/>
      <dgm:spPr/>
    </dgm:pt>
    <dgm:pt modelId="{6B109BC9-8F26-40D4-9261-EF5486C0A049}" type="sibTrans" cxnId="{B1DFBDF3-E9B7-44A6-954F-B48FE4640C54}">
      <dgm:prSet/>
      <dgm:spPr/>
    </dgm:pt>
    <dgm:pt modelId="{A72232D4-1CD0-49EC-82B9-99E0C49EC541}" type="pres">
      <dgm:prSet presAssocID="{D55D8971-ACB2-4236-B6E6-139E5A972C1D}" presName="linear" presStyleCnt="0">
        <dgm:presLayoutVars>
          <dgm:dir/>
          <dgm:animLvl val="lvl"/>
          <dgm:resizeHandles val="exact"/>
        </dgm:presLayoutVars>
      </dgm:prSet>
      <dgm:spPr/>
    </dgm:pt>
    <dgm:pt modelId="{9C3CBC96-AF21-4643-9E9D-1A751FFC226B}" type="pres">
      <dgm:prSet presAssocID="{1EED6A50-F52B-4751-AACB-69B14CFBC95D}" presName="parentLin" presStyleCnt="0"/>
      <dgm:spPr/>
    </dgm:pt>
    <dgm:pt modelId="{1185D513-C557-4399-924C-45C2CD763330}" type="pres">
      <dgm:prSet presAssocID="{1EED6A50-F52B-4751-AACB-69B14CFBC95D}" presName="parentLeftMargin" presStyleLbl="node1" presStyleIdx="0" presStyleCnt="3"/>
      <dgm:spPr/>
    </dgm:pt>
    <dgm:pt modelId="{5819CD99-12DF-4676-BB87-1B1516323252}" type="pres">
      <dgm:prSet presAssocID="{1EED6A50-F52B-4751-AACB-69B14CFBC95D}" presName="parentText" presStyleLbl="node1" presStyleIdx="0" presStyleCnt="3">
        <dgm:presLayoutVars>
          <dgm:chMax val="0"/>
          <dgm:bulletEnabled val="1"/>
        </dgm:presLayoutVars>
      </dgm:prSet>
      <dgm:spPr/>
    </dgm:pt>
    <dgm:pt modelId="{01F8B929-91A2-49BE-BCBE-EB906955AAF0}" type="pres">
      <dgm:prSet presAssocID="{1EED6A50-F52B-4751-AACB-69B14CFBC95D}" presName="negativeSpace" presStyleCnt="0"/>
      <dgm:spPr/>
    </dgm:pt>
    <dgm:pt modelId="{78515A71-7EA4-48CC-A838-ABBADEA150D6}" type="pres">
      <dgm:prSet presAssocID="{1EED6A50-F52B-4751-AACB-69B14CFBC95D}" presName="childText" presStyleLbl="conFgAcc1" presStyleIdx="0" presStyleCnt="3">
        <dgm:presLayoutVars>
          <dgm:bulletEnabled val="1"/>
        </dgm:presLayoutVars>
      </dgm:prSet>
      <dgm:spPr/>
    </dgm:pt>
    <dgm:pt modelId="{AE7789D7-FF84-4ABD-8D38-DF9F9A4C5F6D}" type="pres">
      <dgm:prSet presAssocID="{7702CF36-97A4-4876-B491-D738262D463A}" presName="spaceBetweenRectangles" presStyleCnt="0"/>
      <dgm:spPr/>
    </dgm:pt>
    <dgm:pt modelId="{BF2C2CA1-D4F7-431F-8B73-89A47CC406C0}" type="pres">
      <dgm:prSet presAssocID="{51D62ED2-87C1-42DD-A5B3-AF048670E711}" presName="parentLin" presStyleCnt="0"/>
      <dgm:spPr/>
    </dgm:pt>
    <dgm:pt modelId="{EC7ED6D8-F2EF-48EA-B5B2-D3B084E32BB4}" type="pres">
      <dgm:prSet presAssocID="{51D62ED2-87C1-42DD-A5B3-AF048670E711}" presName="parentLeftMargin" presStyleLbl="node1" presStyleIdx="0" presStyleCnt="3"/>
      <dgm:spPr/>
    </dgm:pt>
    <dgm:pt modelId="{0111CC35-2B78-491D-8670-C7710A6C1592}" type="pres">
      <dgm:prSet presAssocID="{51D62ED2-87C1-42DD-A5B3-AF048670E711}" presName="parentText" presStyleLbl="node1" presStyleIdx="1" presStyleCnt="3">
        <dgm:presLayoutVars>
          <dgm:chMax val="0"/>
          <dgm:bulletEnabled val="1"/>
        </dgm:presLayoutVars>
      </dgm:prSet>
      <dgm:spPr/>
    </dgm:pt>
    <dgm:pt modelId="{5AFFF8D1-9CC0-4227-8703-524805977E1C}" type="pres">
      <dgm:prSet presAssocID="{51D62ED2-87C1-42DD-A5B3-AF048670E711}" presName="negativeSpace" presStyleCnt="0"/>
      <dgm:spPr/>
    </dgm:pt>
    <dgm:pt modelId="{531DAD39-4A14-41B0-8EAE-46E45E060C47}" type="pres">
      <dgm:prSet presAssocID="{51D62ED2-87C1-42DD-A5B3-AF048670E711}" presName="childText" presStyleLbl="conFgAcc1" presStyleIdx="1" presStyleCnt="3">
        <dgm:presLayoutVars>
          <dgm:bulletEnabled val="1"/>
        </dgm:presLayoutVars>
      </dgm:prSet>
      <dgm:spPr/>
    </dgm:pt>
    <dgm:pt modelId="{8FD67925-6FAF-4CB0-AF3C-4A8899DA5AA1}" type="pres">
      <dgm:prSet presAssocID="{7D609B83-F533-4976-8698-E4AA9BEC0673}" presName="spaceBetweenRectangles" presStyleCnt="0"/>
      <dgm:spPr/>
    </dgm:pt>
    <dgm:pt modelId="{ED74AB36-051E-4ADA-8785-479AEDEF9096}" type="pres">
      <dgm:prSet presAssocID="{7674CBEB-5B51-421A-A698-0580799C1105}" presName="parentLin" presStyleCnt="0"/>
      <dgm:spPr/>
    </dgm:pt>
    <dgm:pt modelId="{5E2B493D-B152-4637-B37F-BDFF5AF361BA}" type="pres">
      <dgm:prSet presAssocID="{7674CBEB-5B51-421A-A698-0580799C1105}" presName="parentLeftMargin" presStyleLbl="node1" presStyleIdx="1" presStyleCnt="3"/>
      <dgm:spPr/>
    </dgm:pt>
    <dgm:pt modelId="{7AED97A5-34F7-4EB5-AB5C-89D886E5248D}" type="pres">
      <dgm:prSet presAssocID="{7674CBEB-5B51-421A-A698-0580799C1105}" presName="parentText" presStyleLbl="node1" presStyleIdx="2" presStyleCnt="3">
        <dgm:presLayoutVars>
          <dgm:chMax val="0"/>
          <dgm:bulletEnabled val="1"/>
        </dgm:presLayoutVars>
      </dgm:prSet>
      <dgm:spPr/>
    </dgm:pt>
    <dgm:pt modelId="{6EED2FB1-CE5E-4C39-B429-DFEBF8335D13}" type="pres">
      <dgm:prSet presAssocID="{7674CBEB-5B51-421A-A698-0580799C1105}" presName="negativeSpace" presStyleCnt="0"/>
      <dgm:spPr/>
    </dgm:pt>
    <dgm:pt modelId="{DCE72A8E-A6BC-45F1-B82E-450A8F65E0B6}" type="pres">
      <dgm:prSet presAssocID="{7674CBEB-5B51-421A-A698-0580799C1105}" presName="childText" presStyleLbl="conFgAcc1" presStyleIdx="2" presStyleCnt="3" custLinFactNeighborX="-18540">
        <dgm:presLayoutVars>
          <dgm:bulletEnabled val="1"/>
        </dgm:presLayoutVars>
      </dgm:prSet>
      <dgm:spPr/>
    </dgm:pt>
  </dgm:ptLst>
  <dgm:cxnLst>
    <dgm:cxn modelId="{35389903-BF18-4564-B260-7F4EF1F9E2B1}" srcId="{D55D8971-ACB2-4236-B6E6-139E5A972C1D}" destId="{51D62ED2-87C1-42DD-A5B3-AF048670E711}" srcOrd="1" destOrd="0" parTransId="{DC1BB0F6-F554-4E89-920F-C6EDA5431B4F}" sibTransId="{7D609B83-F533-4976-8698-E4AA9BEC0673}"/>
    <dgm:cxn modelId="{38E27307-3D3A-4FB7-BBAA-AB9C8E3BB763}" type="presOf" srcId="{D55D8971-ACB2-4236-B6E6-139E5A972C1D}" destId="{A72232D4-1CD0-49EC-82B9-99E0C49EC541}" srcOrd="0" destOrd="0" presId="urn:microsoft.com/office/officeart/2005/8/layout/list1"/>
    <dgm:cxn modelId="{13B7C108-C24C-4892-AEF4-C20F5CDD58ED}" type="presOf" srcId="{6918702A-D9A2-4A84-B304-B5E13F42C633}" destId="{531DAD39-4A14-41B0-8EAE-46E45E060C47}" srcOrd="0" destOrd="0" presId="urn:microsoft.com/office/officeart/2005/8/layout/list1"/>
    <dgm:cxn modelId="{5F1EA009-523A-4487-A9A1-8F2FD8E81F29}" srcId="{51D62ED2-87C1-42DD-A5B3-AF048670E711}" destId="{6918702A-D9A2-4A84-B304-B5E13F42C633}" srcOrd="0" destOrd="0" parTransId="{8A2F56E8-AF4C-45B6-B22C-746F526D78B8}" sibTransId="{E24D23FA-CE03-4366-8B89-90D13941A91C}"/>
    <dgm:cxn modelId="{D8CFE409-C27F-4600-9E5C-B5C667AC89F6}" srcId="{D55D8971-ACB2-4236-B6E6-139E5A972C1D}" destId="{1EED6A50-F52B-4751-AACB-69B14CFBC95D}" srcOrd="0" destOrd="0" parTransId="{00D1C5AD-F0AE-4CCB-9A4D-FD29C9DFA30F}" sibTransId="{7702CF36-97A4-4876-B491-D738262D463A}"/>
    <dgm:cxn modelId="{E5EAAB11-E8AB-492A-97C1-D8A2D7C93C46}" type="presOf" srcId="{0FF40E7A-4227-4014-821B-CB07B9291496}" destId="{DCE72A8E-A6BC-45F1-B82E-450A8F65E0B6}" srcOrd="0" destOrd="2" presId="urn:microsoft.com/office/officeart/2005/8/layout/list1"/>
    <dgm:cxn modelId="{31E8B112-19A6-43EF-A8D6-158C93793C79}" srcId="{51D62ED2-87C1-42DD-A5B3-AF048670E711}" destId="{E4E84131-338A-41C8-BE32-46F182F27244}" srcOrd="1" destOrd="0" parTransId="{116D12D0-FD64-44AF-B498-51777B89BF95}" sibTransId="{805F6827-AB56-4849-9C24-D82184446F3D}"/>
    <dgm:cxn modelId="{19A0DE16-DE23-49CD-9748-B17018F68C43}" type="presOf" srcId="{E4E84131-338A-41C8-BE32-46F182F27244}" destId="{531DAD39-4A14-41B0-8EAE-46E45E060C47}" srcOrd="0" destOrd="1" presId="urn:microsoft.com/office/officeart/2005/8/layout/list1"/>
    <dgm:cxn modelId="{3D8E3125-1F72-4A86-915E-12FF7A0091E1}" srcId="{7674CBEB-5B51-421A-A698-0580799C1105}" destId="{042F5761-B908-4D6B-A0BA-648DFAABF424}" srcOrd="1" destOrd="0" parTransId="{5BD17A0A-E940-4C91-BEFF-D0FF86A8EA0E}" sibTransId="{25CFDCD7-836E-46D8-8B1F-79E59AC2CB61}"/>
    <dgm:cxn modelId="{052D6126-38C0-4788-B263-FFF1BD1DF011}" srcId="{1EED6A50-F52B-4751-AACB-69B14CFBC95D}" destId="{45F50431-E0AF-4B26-AFCB-3F75765D5DD5}" srcOrd="1" destOrd="0" parTransId="{09DF6DE5-9550-41EA-936E-43C33F82915B}" sibTransId="{F2D2DE49-E6B6-4C6A-B9FE-FFE66EDAC868}"/>
    <dgm:cxn modelId="{11F16C44-48F0-4A59-9E77-914E39B74EBE}" srcId="{51D62ED2-87C1-42DD-A5B3-AF048670E711}" destId="{981A5377-650B-44D4-88CA-040EC6EE3EFB}" srcOrd="2" destOrd="0" parTransId="{E2AC8954-F195-4DEF-A237-24C41FBE2E37}" sibTransId="{1B5A9362-0199-4A45-82FB-A4966E0AF861}"/>
    <dgm:cxn modelId="{DAB49D44-42D3-475F-BE21-6E8E374A3CF4}" type="presOf" srcId="{7674CBEB-5B51-421A-A698-0580799C1105}" destId="{7AED97A5-34F7-4EB5-AB5C-89D886E5248D}" srcOrd="1" destOrd="0" presId="urn:microsoft.com/office/officeart/2005/8/layout/list1"/>
    <dgm:cxn modelId="{A1F56E49-1B3C-42F6-81E2-78302BB3D677}" type="presOf" srcId="{045381CE-5898-45B6-A78D-A268C1DEC30A}" destId="{531DAD39-4A14-41B0-8EAE-46E45E060C47}" srcOrd="0" destOrd="3" presId="urn:microsoft.com/office/officeart/2005/8/layout/list1"/>
    <dgm:cxn modelId="{D28DF66B-4DB6-4DCD-B501-FA3B240A86C9}" type="presOf" srcId="{2CD3A028-25EC-4FA0-AE21-8226B0BAC6FF}" destId="{78515A71-7EA4-48CC-A838-ABBADEA150D6}" srcOrd="0" destOrd="2" presId="urn:microsoft.com/office/officeart/2005/8/layout/list1"/>
    <dgm:cxn modelId="{DB2BFD6D-E55B-4BA6-81B1-DBD58AB91137}" srcId="{1EED6A50-F52B-4751-AACB-69B14CFBC95D}" destId="{2CD3A028-25EC-4FA0-AE21-8226B0BAC6FF}" srcOrd="2" destOrd="0" parTransId="{5A519631-91CC-4EFB-BCD1-8261BED33371}" sibTransId="{0F03C5FB-7909-496E-B309-06B091BE06BC}"/>
    <dgm:cxn modelId="{07FC5E4E-FD62-49B7-A34E-022D10B1BE9C}" type="presOf" srcId="{0CD59371-3804-449A-9B47-0B19CBE36247}" destId="{DCE72A8E-A6BC-45F1-B82E-450A8F65E0B6}" srcOrd="0" destOrd="0" presId="urn:microsoft.com/office/officeart/2005/8/layout/list1"/>
    <dgm:cxn modelId="{857C287C-ECC9-4A90-9656-B68BA83D96CA}" type="presOf" srcId="{51D62ED2-87C1-42DD-A5B3-AF048670E711}" destId="{EC7ED6D8-F2EF-48EA-B5B2-D3B084E32BB4}" srcOrd="0" destOrd="0" presId="urn:microsoft.com/office/officeart/2005/8/layout/list1"/>
    <dgm:cxn modelId="{6D69997F-2294-4124-B377-18085BFDCBC2}" type="presOf" srcId="{981A5377-650B-44D4-88CA-040EC6EE3EFB}" destId="{531DAD39-4A14-41B0-8EAE-46E45E060C47}" srcOrd="0" destOrd="2" presId="urn:microsoft.com/office/officeart/2005/8/layout/list1"/>
    <dgm:cxn modelId="{26D73F94-6546-402C-9221-2BE50D5EED81}" type="presOf" srcId="{1EED6A50-F52B-4751-AACB-69B14CFBC95D}" destId="{5819CD99-12DF-4676-BB87-1B1516323252}" srcOrd="1" destOrd="0" presId="urn:microsoft.com/office/officeart/2005/8/layout/list1"/>
    <dgm:cxn modelId="{A2607AA9-3109-483C-B4E3-03D5659110D8}" type="presOf" srcId="{7674CBEB-5B51-421A-A698-0580799C1105}" destId="{5E2B493D-B152-4637-B37F-BDFF5AF361BA}" srcOrd="0" destOrd="0" presId="urn:microsoft.com/office/officeart/2005/8/layout/list1"/>
    <dgm:cxn modelId="{1CF578AF-A056-4E37-B426-F1A941FB64F2}" srcId="{D55D8971-ACB2-4236-B6E6-139E5A972C1D}" destId="{7674CBEB-5B51-421A-A698-0580799C1105}" srcOrd="2" destOrd="0" parTransId="{2203DF9D-B7D0-48FC-A9B3-E2DBD56812E4}" sibTransId="{053D8B9C-C289-4F50-B3F4-220634EF10BD}"/>
    <dgm:cxn modelId="{51B7B6B0-6A7F-435D-845A-C46DF3791857}" srcId="{51D62ED2-87C1-42DD-A5B3-AF048670E711}" destId="{045381CE-5898-45B6-A78D-A268C1DEC30A}" srcOrd="3" destOrd="0" parTransId="{14E710B4-A11F-4D11-8B44-ADBCB147B310}" sibTransId="{3B324867-8079-4A44-B314-0B9B1A53D55F}"/>
    <dgm:cxn modelId="{054B20C2-E799-4169-AE2A-F507F94598DF}" srcId="{7674CBEB-5B51-421A-A698-0580799C1105}" destId="{0CD59371-3804-449A-9B47-0B19CBE36247}" srcOrd="0" destOrd="0" parTransId="{B87CE1A8-C5C5-488A-98DA-0AA4CED43805}" sibTransId="{A0318E7E-A049-4BD8-8325-54A09C602630}"/>
    <dgm:cxn modelId="{2B5B89C7-B8F9-44C2-8BE4-50D7969F4493}" type="presOf" srcId="{042F5761-B908-4D6B-A0BA-648DFAABF424}" destId="{DCE72A8E-A6BC-45F1-B82E-450A8F65E0B6}" srcOrd="0" destOrd="1" presId="urn:microsoft.com/office/officeart/2005/8/layout/list1"/>
    <dgm:cxn modelId="{B333E4C8-E0F3-4017-B2A5-DC02244DED8F}" type="presOf" srcId="{45F50431-E0AF-4B26-AFCB-3F75765D5DD5}" destId="{78515A71-7EA4-48CC-A838-ABBADEA150D6}" srcOrd="0" destOrd="1" presId="urn:microsoft.com/office/officeart/2005/8/layout/list1"/>
    <dgm:cxn modelId="{035192C9-A4F7-4E0C-938E-4116CAA79272}" type="presOf" srcId="{9FF3E97B-6E1E-4B75-90F4-3CF1CF78ADE7}" destId="{78515A71-7EA4-48CC-A838-ABBADEA150D6}" srcOrd="0" destOrd="0" presId="urn:microsoft.com/office/officeart/2005/8/layout/list1"/>
    <dgm:cxn modelId="{00E832CC-DE1C-4819-8A7C-B8953151087F}" type="presOf" srcId="{51D62ED2-87C1-42DD-A5B3-AF048670E711}" destId="{0111CC35-2B78-491D-8670-C7710A6C1592}" srcOrd="1" destOrd="0" presId="urn:microsoft.com/office/officeart/2005/8/layout/list1"/>
    <dgm:cxn modelId="{C44DD8D1-813A-498A-A769-192EF23BA041}" type="presOf" srcId="{1EED6A50-F52B-4751-AACB-69B14CFBC95D}" destId="{1185D513-C557-4399-924C-45C2CD763330}" srcOrd="0" destOrd="0" presId="urn:microsoft.com/office/officeart/2005/8/layout/list1"/>
    <dgm:cxn modelId="{B1DFBDF3-E9B7-44A6-954F-B48FE4640C54}" srcId="{7674CBEB-5B51-421A-A698-0580799C1105}" destId="{0FF40E7A-4227-4014-821B-CB07B9291496}" srcOrd="2" destOrd="0" parTransId="{62598A22-DFDC-474C-BBF3-45FE3D87958C}" sibTransId="{6B109BC9-8F26-40D4-9261-EF5486C0A049}"/>
    <dgm:cxn modelId="{0E3A01F6-6A29-4923-9B3E-66BF0CEB89C8}" srcId="{1EED6A50-F52B-4751-AACB-69B14CFBC95D}" destId="{9FF3E97B-6E1E-4B75-90F4-3CF1CF78ADE7}" srcOrd="0" destOrd="0" parTransId="{F13884FF-8338-45B9-ACAC-B0488E64196A}" sibTransId="{FEA0480B-41AA-4E64-BB8D-EAE64971F163}"/>
    <dgm:cxn modelId="{3DCF1F42-8522-403F-9D4C-8BF95F28421D}" type="presParOf" srcId="{A72232D4-1CD0-49EC-82B9-99E0C49EC541}" destId="{9C3CBC96-AF21-4643-9E9D-1A751FFC226B}" srcOrd="0" destOrd="0" presId="urn:microsoft.com/office/officeart/2005/8/layout/list1"/>
    <dgm:cxn modelId="{D32A854E-C61F-4314-9DC4-4B68AEA5E1A4}" type="presParOf" srcId="{9C3CBC96-AF21-4643-9E9D-1A751FFC226B}" destId="{1185D513-C557-4399-924C-45C2CD763330}" srcOrd="0" destOrd="0" presId="urn:microsoft.com/office/officeart/2005/8/layout/list1"/>
    <dgm:cxn modelId="{5DAD3BE4-3B48-4002-9DB3-CF655AC18BD4}" type="presParOf" srcId="{9C3CBC96-AF21-4643-9E9D-1A751FFC226B}" destId="{5819CD99-12DF-4676-BB87-1B1516323252}" srcOrd="1" destOrd="0" presId="urn:microsoft.com/office/officeart/2005/8/layout/list1"/>
    <dgm:cxn modelId="{FE560205-C63E-4C24-804F-BD9F00270A73}" type="presParOf" srcId="{A72232D4-1CD0-49EC-82B9-99E0C49EC541}" destId="{01F8B929-91A2-49BE-BCBE-EB906955AAF0}" srcOrd="1" destOrd="0" presId="urn:microsoft.com/office/officeart/2005/8/layout/list1"/>
    <dgm:cxn modelId="{6C76610B-D29E-4C61-BF84-8351A1C606A9}" type="presParOf" srcId="{A72232D4-1CD0-49EC-82B9-99E0C49EC541}" destId="{78515A71-7EA4-48CC-A838-ABBADEA150D6}" srcOrd="2" destOrd="0" presId="urn:microsoft.com/office/officeart/2005/8/layout/list1"/>
    <dgm:cxn modelId="{8C0EAA3B-C88A-48C8-8509-C5FDE238A63F}" type="presParOf" srcId="{A72232D4-1CD0-49EC-82B9-99E0C49EC541}" destId="{AE7789D7-FF84-4ABD-8D38-DF9F9A4C5F6D}" srcOrd="3" destOrd="0" presId="urn:microsoft.com/office/officeart/2005/8/layout/list1"/>
    <dgm:cxn modelId="{2937715A-2714-4C61-99A0-1EA51B28E000}" type="presParOf" srcId="{A72232D4-1CD0-49EC-82B9-99E0C49EC541}" destId="{BF2C2CA1-D4F7-431F-8B73-89A47CC406C0}" srcOrd="4" destOrd="0" presId="urn:microsoft.com/office/officeart/2005/8/layout/list1"/>
    <dgm:cxn modelId="{1F9D7500-2F4C-4CDE-8967-80FC03286AF8}" type="presParOf" srcId="{BF2C2CA1-D4F7-431F-8B73-89A47CC406C0}" destId="{EC7ED6D8-F2EF-48EA-B5B2-D3B084E32BB4}" srcOrd="0" destOrd="0" presId="urn:microsoft.com/office/officeart/2005/8/layout/list1"/>
    <dgm:cxn modelId="{FA55FD2E-6AD4-4CFA-AD43-9DFB2F0D29DF}" type="presParOf" srcId="{BF2C2CA1-D4F7-431F-8B73-89A47CC406C0}" destId="{0111CC35-2B78-491D-8670-C7710A6C1592}" srcOrd="1" destOrd="0" presId="urn:microsoft.com/office/officeart/2005/8/layout/list1"/>
    <dgm:cxn modelId="{068C6AAC-E40A-4277-97E7-3BA0235C2868}" type="presParOf" srcId="{A72232D4-1CD0-49EC-82B9-99E0C49EC541}" destId="{5AFFF8D1-9CC0-4227-8703-524805977E1C}" srcOrd="5" destOrd="0" presId="urn:microsoft.com/office/officeart/2005/8/layout/list1"/>
    <dgm:cxn modelId="{4710444C-5E57-42E4-992B-62CD81EA67E2}" type="presParOf" srcId="{A72232D4-1CD0-49EC-82B9-99E0C49EC541}" destId="{531DAD39-4A14-41B0-8EAE-46E45E060C47}" srcOrd="6" destOrd="0" presId="urn:microsoft.com/office/officeart/2005/8/layout/list1"/>
    <dgm:cxn modelId="{23377FD0-8998-4758-986E-D48CDF7FFE40}" type="presParOf" srcId="{A72232D4-1CD0-49EC-82B9-99E0C49EC541}" destId="{8FD67925-6FAF-4CB0-AF3C-4A8899DA5AA1}" srcOrd="7" destOrd="0" presId="urn:microsoft.com/office/officeart/2005/8/layout/list1"/>
    <dgm:cxn modelId="{2009914E-CB1D-4D20-B91A-5CD18EF5F7DC}" type="presParOf" srcId="{A72232D4-1CD0-49EC-82B9-99E0C49EC541}" destId="{ED74AB36-051E-4ADA-8785-479AEDEF9096}" srcOrd="8" destOrd="0" presId="urn:microsoft.com/office/officeart/2005/8/layout/list1"/>
    <dgm:cxn modelId="{1121BE70-79D3-431D-8CCF-E91E627D6D26}" type="presParOf" srcId="{ED74AB36-051E-4ADA-8785-479AEDEF9096}" destId="{5E2B493D-B152-4637-B37F-BDFF5AF361BA}" srcOrd="0" destOrd="0" presId="urn:microsoft.com/office/officeart/2005/8/layout/list1"/>
    <dgm:cxn modelId="{4D50FB06-D3DA-44BA-80A2-9D00B400F8B3}" type="presParOf" srcId="{ED74AB36-051E-4ADA-8785-479AEDEF9096}" destId="{7AED97A5-34F7-4EB5-AB5C-89D886E5248D}" srcOrd="1" destOrd="0" presId="urn:microsoft.com/office/officeart/2005/8/layout/list1"/>
    <dgm:cxn modelId="{FDFB7902-BB52-4D26-982E-3A63D34258C6}" type="presParOf" srcId="{A72232D4-1CD0-49EC-82B9-99E0C49EC541}" destId="{6EED2FB1-CE5E-4C39-B429-DFEBF8335D13}" srcOrd="9" destOrd="0" presId="urn:microsoft.com/office/officeart/2005/8/layout/list1"/>
    <dgm:cxn modelId="{D6624C81-8341-434B-A6FA-B05160B31D95}" type="presParOf" srcId="{A72232D4-1CD0-49EC-82B9-99E0C49EC541}" destId="{DCE72A8E-A6BC-45F1-B82E-450A8F65E0B6}"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515A71-7EA4-48CC-A838-ABBADEA150D6}">
      <dsp:nvSpPr>
        <dsp:cNvPr id="0" name=""/>
        <dsp:cNvSpPr/>
      </dsp:nvSpPr>
      <dsp:spPr>
        <a:xfrm>
          <a:off x="0" y="373568"/>
          <a:ext cx="11176000" cy="14175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312420" rIns="867382" bIns="106680" numCol="1" spcCol="1270" anchor="t" anchorCtr="0">
          <a:noAutofit/>
        </a:bodyPr>
        <a:lstStyle/>
        <a:p>
          <a:pPr marL="114300" lvl="1" indent="-114300" algn="l" defTabSz="666750">
            <a:lnSpc>
              <a:spcPct val="90000"/>
            </a:lnSpc>
            <a:spcBef>
              <a:spcPct val="0"/>
            </a:spcBef>
            <a:spcAft>
              <a:spcPct val="15000"/>
            </a:spcAft>
            <a:buChar char="•"/>
          </a:pPr>
          <a:r>
            <a:rPr lang="zh-CN" altLang="en-US" sz="1500" kern="1200"/>
            <a:t>登录认证请求体的输入验证</a:t>
          </a:r>
        </a:p>
        <a:p>
          <a:pPr marL="114300" lvl="1" indent="-114300" algn="l" defTabSz="666750">
            <a:lnSpc>
              <a:spcPct val="90000"/>
            </a:lnSpc>
            <a:spcBef>
              <a:spcPct val="0"/>
            </a:spcBef>
            <a:spcAft>
              <a:spcPct val="15000"/>
            </a:spcAft>
            <a:buChar char="•"/>
          </a:pPr>
          <a:r>
            <a:rPr lang="en-US" altLang="zh-CN" sz="1500" kern="1200"/>
            <a:t>Stu</a:t>
          </a:r>
          <a:r>
            <a:rPr lang="zh-CN" altLang="en-US" sz="1500" kern="1200"/>
            <a:t>类的完善</a:t>
          </a:r>
        </a:p>
        <a:p>
          <a:pPr marL="114300" lvl="1" indent="-114300" algn="l" defTabSz="666750">
            <a:lnSpc>
              <a:spcPct val="90000"/>
            </a:lnSpc>
            <a:spcBef>
              <a:spcPct val="0"/>
            </a:spcBef>
            <a:spcAft>
              <a:spcPct val="15000"/>
            </a:spcAft>
            <a:buChar char="•"/>
          </a:pPr>
          <a:r>
            <a:rPr lang="zh-CN" altLang="en-US" sz="1500" kern="1200"/>
            <a:t>登录认证的实现</a:t>
          </a:r>
        </a:p>
      </dsp:txBody>
      <dsp:txXfrm>
        <a:off x="0" y="373568"/>
        <a:ext cx="11176000" cy="1417500"/>
      </dsp:txXfrm>
    </dsp:sp>
    <dsp:sp modelId="{5819CD99-12DF-4676-BB87-1B1516323252}">
      <dsp:nvSpPr>
        <dsp:cNvPr id="0" name=""/>
        <dsp:cNvSpPr/>
      </dsp:nvSpPr>
      <dsp:spPr>
        <a:xfrm>
          <a:off x="558800" y="152168"/>
          <a:ext cx="7823200" cy="4428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666750">
            <a:lnSpc>
              <a:spcPct val="90000"/>
            </a:lnSpc>
            <a:spcBef>
              <a:spcPct val="0"/>
            </a:spcBef>
            <a:spcAft>
              <a:spcPct val="35000"/>
            </a:spcAft>
            <a:buNone/>
          </a:pPr>
          <a:r>
            <a:rPr lang="zh-CN" altLang="en-US" sz="1500" kern="1200"/>
            <a:t>登录认证功能的回顾</a:t>
          </a:r>
        </a:p>
      </dsp:txBody>
      <dsp:txXfrm>
        <a:off x="580416" y="173784"/>
        <a:ext cx="7779968" cy="399568"/>
      </dsp:txXfrm>
    </dsp:sp>
    <dsp:sp modelId="{531DAD39-4A14-41B0-8EAE-46E45E060C47}">
      <dsp:nvSpPr>
        <dsp:cNvPr id="0" name=""/>
        <dsp:cNvSpPr/>
      </dsp:nvSpPr>
      <dsp:spPr>
        <a:xfrm>
          <a:off x="0" y="2093468"/>
          <a:ext cx="11176000" cy="1795500"/>
        </a:xfrm>
        <a:prstGeom prst="rect">
          <a:avLst/>
        </a:prstGeom>
        <a:solidFill>
          <a:schemeClr val="lt1">
            <a:alpha val="90000"/>
            <a:hueOff val="0"/>
            <a:satOff val="0"/>
            <a:lumOff val="0"/>
            <a:alphaOff val="0"/>
          </a:schemeClr>
        </a:solidFill>
        <a:ln w="12700" cap="flat" cmpd="sng" algn="ctr">
          <a:solidFill>
            <a:schemeClr val="accent4">
              <a:hueOff val="-3144288"/>
              <a:satOff val="19298"/>
              <a:lumOff val="-294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312420" rIns="867382" bIns="106680" numCol="1" spcCol="1270" anchor="t" anchorCtr="0">
          <a:noAutofit/>
        </a:bodyPr>
        <a:lstStyle/>
        <a:p>
          <a:pPr marL="114300" lvl="1" indent="-114300" algn="l" defTabSz="666750">
            <a:lnSpc>
              <a:spcPct val="90000"/>
            </a:lnSpc>
            <a:spcBef>
              <a:spcPct val="0"/>
            </a:spcBef>
            <a:spcAft>
              <a:spcPct val="15000"/>
            </a:spcAft>
            <a:buChar char="•"/>
          </a:pPr>
          <a:r>
            <a:rPr lang="zh-CN" altLang="en-US" sz="1500" kern="1200"/>
            <a:t>注销的原理</a:t>
          </a:r>
        </a:p>
        <a:p>
          <a:pPr marL="114300" lvl="1" indent="-114300" algn="l" defTabSz="666750">
            <a:lnSpc>
              <a:spcPct val="90000"/>
            </a:lnSpc>
            <a:spcBef>
              <a:spcPct val="0"/>
            </a:spcBef>
            <a:spcAft>
              <a:spcPct val="15000"/>
            </a:spcAft>
            <a:buChar char="•"/>
          </a:pPr>
          <a:r>
            <a:rPr lang="zh-CN" altLang="en-US" sz="1500" kern="1200"/>
            <a:t>注销接口的设计</a:t>
          </a:r>
        </a:p>
        <a:p>
          <a:pPr marL="114300" lvl="1" indent="-114300" algn="l" defTabSz="666750">
            <a:lnSpc>
              <a:spcPct val="90000"/>
            </a:lnSpc>
            <a:spcBef>
              <a:spcPct val="0"/>
            </a:spcBef>
            <a:spcAft>
              <a:spcPct val="15000"/>
            </a:spcAft>
            <a:buChar char="•"/>
          </a:pPr>
          <a:r>
            <a:rPr lang="zh-CN" altLang="en-US" sz="1500" kern="1200"/>
            <a:t>注销功能的编码</a:t>
          </a:r>
        </a:p>
        <a:p>
          <a:pPr marL="114300" lvl="1" indent="-114300" algn="l" defTabSz="666750">
            <a:lnSpc>
              <a:spcPct val="90000"/>
            </a:lnSpc>
            <a:spcBef>
              <a:spcPct val="0"/>
            </a:spcBef>
            <a:spcAft>
              <a:spcPct val="15000"/>
            </a:spcAft>
            <a:buChar char="•"/>
          </a:pPr>
          <a:r>
            <a:rPr lang="zh-CN" altLang="en-US" sz="1500" kern="1200"/>
            <a:t>作业一</a:t>
          </a:r>
        </a:p>
      </dsp:txBody>
      <dsp:txXfrm>
        <a:off x="0" y="2093468"/>
        <a:ext cx="11176000" cy="1795500"/>
      </dsp:txXfrm>
    </dsp:sp>
    <dsp:sp modelId="{0111CC35-2B78-491D-8670-C7710A6C1592}">
      <dsp:nvSpPr>
        <dsp:cNvPr id="0" name=""/>
        <dsp:cNvSpPr/>
      </dsp:nvSpPr>
      <dsp:spPr>
        <a:xfrm>
          <a:off x="558800" y="1872068"/>
          <a:ext cx="7823200" cy="442800"/>
        </a:xfrm>
        <a:prstGeom prst="roundRect">
          <a:avLst/>
        </a:prstGeom>
        <a:solidFill>
          <a:schemeClr val="accent4">
            <a:hueOff val="-3144288"/>
            <a:satOff val="19298"/>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666750">
            <a:lnSpc>
              <a:spcPct val="90000"/>
            </a:lnSpc>
            <a:spcBef>
              <a:spcPct val="0"/>
            </a:spcBef>
            <a:spcAft>
              <a:spcPct val="35000"/>
            </a:spcAft>
            <a:buNone/>
          </a:pPr>
          <a:r>
            <a:rPr lang="zh-CN" altLang="en-US" sz="1500" kern="1200"/>
            <a:t>注销功能的实现</a:t>
          </a:r>
        </a:p>
      </dsp:txBody>
      <dsp:txXfrm>
        <a:off x="580416" y="1893684"/>
        <a:ext cx="7779968" cy="399568"/>
      </dsp:txXfrm>
    </dsp:sp>
    <dsp:sp modelId="{DCE72A8E-A6BC-45F1-B82E-450A8F65E0B6}">
      <dsp:nvSpPr>
        <dsp:cNvPr id="0" name=""/>
        <dsp:cNvSpPr/>
      </dsp:nvSpPr>
      <dsp:spPr>
        <a:xfrm>
          <a:off x="0" y="4191368"/>
          <a:ext cx="11176000" cy="1417500"/>
        </a:xfrm>
        <a:prstGeom prst="rect">
          <a:avLst/>
        </a:prstGeom>
        <a:solidFill>
          <a:schemeClr val="lt1">
            <a:alpha val="90000"/>
            <a:hueOff val="0"/>
            <a:satOff val="0"/>
            <a:lumOff val="0"/>
            <a:alphaOff val="0"/>
          </a:schemeClr>
        </a:solidFill>
        <a:ln w="12700" cap="flat" cmpd="sng" algn="ctr">
          <a:solidFill>
            <a:schemeClr val="accent4">
              <a:hueOff val="-6288576"/>
              <a:satOff val="38596"/>
              <a:lumOff val="-588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312420" rIns="867382" bIns="106680" numCol="1" spcCol="1270" anchor="t" anchorCtr="0">
          <a:noAutofit/>
        </a:bodyPr>
        <a:lstStyle/>
        <a:p>
          <a:pPr marL="114300" lvl="1" indent="-114300" algn="l" defTabSz="666750">
            <a:lnSpc>
              <a:spcPct val="90000"/>
            </a:lnSpc>
            <a:spcBef>
              <a:spcPct val="0"/>
            </a:spcBef>
            <a:spcAft>
              <a:spcPct val="15000"/>
            </a:spcAft>
            <a:buChar char="•"/>
          </a:pPr>
          <a:r>
            <a:rPr lang="zh-CN" altLang="en-US" sz="1500" kern="1200"/>
            <a:t>修改密码接口的设计</a:t>
          </a:r>
        </a:p>
        <a:p>
          <a:pPr marL="114300" lvl="1" indent="-114300" algn="l" defTabSz="666750">
            <a:lnSpc>
              <a:spcPct val="90000"/>
            </a:lnSpc>
            <a:spcBef>
              <a:spcPct val="0"/>
            </a:spcBef>
            <a:spcAft>
              <a:spcPct val="15000"/>
            </a:spcAft>
            <a:buChar char="•"/>
          </a:pPr>
          <a:r>
            <a:rPr lang="zh-CN" altLang="en-US" sz="1500" kern="1200"/>
            <a:t>修改密码功能的编码</a:t>
          </a:r>
        </a:p>
        <a:p>
          <a:pPr marL="114300" lvl="1" indent="-114300" algn="l" defTabSz="666750">
            <a:lnSpc>
              <a:spcPct val="90000"/>
            </a:lnSpc>
            <a:spcBef>
              <a:spcPct val="0"/>
            </a:spcBef>
            <a:spcAft>
              <a:spcPct val="15000"/>
            </a:spcAft>
            <a:buChar char="•"/>
          </a:pPr>
          <a:r>
            <a:rPr lang="zh-CN" altLang="en-US" sz="1500" kern="1200"/>
            <a:t>作业二</a:t>
          </a:r>
        </a:p>
      </dsp:txBody>
      <dsp:txXfrm>
        <a:off x="0" y="4191368"/>
        <a:ext cx="11176000" cy="1417500"/>
      </dsp:txXfrm>
    </dsp:sp>
    <dsp:sp modelId="{7AED97A5-34F7-4EB5-AB5C-89D886E5248D}">
      <dsp:nvSpPr>
        <dsp:cNvPr id="0" name=""/>
        <dsp:cNvSpPr/>
      </dsp:nvSpPr>
      <dsp:spPr>
        <a:xfrm>
          <a:off x="558800" y="3969968"/>
          <a:ext cx="7823200" cy="442800"/>
        </a:xfrm>
        <a:prstGeom prst="roundRect">
          <a:avLst/>
        </a:prstGeom>
        <a:solidFill>
          <a:schemeClr val="accent4">
            <a:hueOff val="-6288576"/>
            <a:satOff val="38596"/>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666750">
            <a:lnSpc>
              <a:spcPct val="90000"/>
            </a:lnSpc>
            <a:spcBef>
              <a:spcPct val="0"/>
            </a:spcBef>
            <a:spcAft>
              <a:spcPct val="35000"/>
            </a:spcAft>
            <a:buNone/>
          </a:pPr>
          <a:r>
            <a:rPr lang="zh-CN" altLang="en-US" sz="1500" kern="1200"/>
            <a:t>修改密码功能的实现</a:t>
          </a:r>
        </a:p>
      </dsp:txBody>
      <dsp:txXfrm>
        <a:off x="580416" y="3991584"/>
        <a:ext cx="7779968" cy="39956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14DA58-2075-4C0B-AE41-BE472E552E64}" type="datetimeFigureOut">
              <a:rPr lang="zh-CN" altLang="en-US" smtClean="0"/>
              <a:t>2026/5/8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BDA1F5-332C-4D08-887E-4E1EB79E66C3}" type="slidenum">
              <a:rPr lang="zh-CN" altLang="en-US" smtClean="0"/>
              <a:t>‹#›</a:t>
            </a:fld>
            <a:endParaRPr lang="zh-CN" altLang="en-US"/>
          </a:p>
        </p:txBody>
      </p:sp>
    </p:spTree>
    <p:extLst>
      <p:ext uri="{BB962C8B-B14F-4D97-AF65-F5344CB8AC3E}">
        <p14:creationId xmlns:p14="http://schemas.microsoft.com/office/powerpoint/2010/main" val="511951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97A32B-B1EA-4C6B-AAB6-0303326BB354}" type="slidenum">
              <a:rPr lang="zh-CN" altLang="en-US" smtClean="0"/>
              <a:t>25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 Id="rId4" Type="http://schemas.openxmlformats.org/officeDocument/2006/relationships/chart" Target="../charts/chart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Master" Target="../slideMasters/slideMaster4.xml"/><Relationship Id="rId4" Type="http://schemas.openxmlformats.org/officeDocument/2006/relationships/chart" Target="../charts/chart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4.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8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672645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181149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892605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1F766BBA-1D1A-C1B3-98D9-E8E9961E878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B869EC8E-6602-D61C-B014-FE333D9FFF34}"/>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90578A3A-B35F-8F96-1861-4D698F836B75}"/>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D9A1E6DF-17BA-84C8-BA7A-3DB038AC249F}"/>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05A5ABE-FDAB-4F24-0946-7196A3D9B929}"/>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9A021F4B-DEDB-5516-A6FC-4245D8DA87E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文本占位符 33">
            <a:extLst>
              <a:ext uri="{FF2B5EF4-FFF2-40B4-BE49-F238E27FC236}">
                <a16:creationId xmlns:a16="http://schemas.microsoft.com/office/drawing/2014/main" id="{4F1343F8-57AD-8399-4C4C-B6C541BE6531}"/>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Tree>
    <p:extLst>
      <p:ext uri="{BB962C8B-B14F-4D97-AF65-F5344CB8AC3E}">
        <p14:creationId xmlns:p14="http://schemas.microsoft.com/office/powerpoint/2010/main" val="216924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 name="文本占位符 33">
            <a:extLst>
              <a:ext uri="{FF2B5EF4-FFF2-40B4-BE49-F238E27FC236}">
                <a16:creationId xmlns:a16="http://schemas.microsoft.com/office/drawing/2014/main" id="{A9AFE747-13C4-BFE7-E463-EEE69BCA790B}"/>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9164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hasCustomPrompt="1"/>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dirty="0"/>
              <a:t>要点</a:t>
            </a:r>
          </a:p>
        </p:txBody>
      </p:sp>
    </p:spTree>
    <p:extLst>
      <p:ext uri="{BB962C8B-B14F-4D97-AF65-F5344CB8AC3E}">
        <p14:creationId xmlns:p14="http://schemas.microsoft.com/office/powerpoint/2010/main" val="1740090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65339013-D057-B4A0-EF6F-6A8666057B05}"/>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E374D57A-345A-0E03-F785-A3E632CF075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66126D29-B171-914F-2BC6-5AA9359F821B}"/>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0DFD4CA3-397F-5789-6AEA-8AB217FF83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A0F90D9C-03BF-5CBF-D609-AF7394418B3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1B9B7C45-195D-9A4C-29DA-F89EB30CAB05}"/>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4" name="文本占位符 33">
            <a:extLst>
              <a:ext uri="{FF2B5EF4-FFF2-40B4-BE49-F238E27FC236}">
                <a16:creationId xmlns:a16="http://schemas.microsoft.com/office/drawing/2014/main" id="{AC93CC88-DF53-ED60-04D4-923BCD5916EF}"/>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Tree>
    <p:extLst>
      <p:ext uri="{BB962C8B-B14F-4D97-AF65-F5344CB8AC3E}">
        <p14:creationId xmlns:p14="http://schemas.microsoft.com/office/powerpoint/2010/main" val="216544042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5757528A-E74B-B984-AE26-8A0AABFFAD59}"/>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8A354E97-B216-6A28-0173-328B037444EF}"/>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3F5DE21F-54FC-3CB2-1F31-0633BFBDACA1}"/>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CC2B7A51-7274-78A0-3814-D3702E4481EC}"/>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58E5124B-2B3B-2266-EE32-E28C55802CE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4A2DCFCA-1B9C-B9FB-C9F2-DC6414D0923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8" name="文本占位符 33">
            <a:extLst>
              <a:ext uri="{FF2B5EF4-FFF2-40B4-BE49-F238E27FC236}">
                <a16:creationId xmlns:a16="http://schemas.microsoft.com/office/drawing/2014/main" id="{BF67191C-584B-C03E-EFA6-C93920721C88}"/>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485174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7407DA8B-1D45-2159-6DE0-FE153046B61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B6575145-25FF-EF71-7344-4B185786E52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1" name="组合 10">
            <a:extLst>
              <a:ext uri="{FF2B5EF4-FFF2-40B4-BE49-F238E27FC236}">
                <a16:creationId xmlns:a16="http://schemas.microsoft.com/office/drawing/2014/main" id="{DBDEE3AF-2DB8-3D8B-987F-310D11F6C202}"/>
              </a:ext>
            </a:extLst>
          </p:cNvPr>
          <p:cNvGrpSpPr/>
          <p:nvPr/>
        </p:nvGrpSpPr>
        <p:grpSpPr>
          <a:xfrm>
            <a:off x="123826" y="59558"/>
            <a:ext cx="593817" cy="593817"/>
            <a:chOff x="1131485" y="2234042"/>
            <a:chExt cx="1607262" cy="1607262"/>
          </a:xfrm>
        </p:grpSpPr>
        <p:sp>
          <p:nvSpPr>
            <p:cNvPr id="12" name="椭圆 11">
              <a:extLst>
                <a:ext uri="{FF2B5EF4-FFF2-40B4-BE49-F238E27FC236}">
                  <a16:creationId xmlns:a16="http://schemas.microsoft.com/office/drawing/2014/main" id="{FF9522AD-9AD1-1E1A-A03B-3F21D3C579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椭圆 12">
              <a:extLst>
                <a:ext uri="{FF2B5EF4-FFF2-40B4-BE49-F238E27FC236}">
                  <a16:creationId xmlns:a16="http://schemas.microsoft.com/office/drawing/2014/main" id="{3DA89778-4C63-9F82-6FA6-25DC75F71A0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1EF6CB7D-1C43-57E2-AA84-CFAFEB8E652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41" name="文本占位符 33">
            <a:extLst>
              <a:ext uri="{FF2B5EF4-FFF2-40B4-BE49-F238E27FC236}">
                <a16:creationId xmlns:a16="http://schemas.microsoft.com/office/drawing/2014/main" id="{A95EA908-A745-185B-055B-78584A4CFABC}"/>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260080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0" name="任意多边形 19">
            <a:extLst>
              <a:ext uri="{FF2B5EF4-FFF2-40B4-BE49-F238E27FC236}">
                <a16:creationId xmlns:a16="http://schemas.microsoft.com/office/drawing/2014/main" id="{93575A42-ED96-07D0-5F00-797106732D94}"/>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DB32254D-9F3E-9CE5-1306-8BC38D55EB4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3" name="组合 12">
            <a:extLst>
              <a:ext uri="{FF2B5EF4-FFF2-40B4-BE49-F238E27FC236}">
                <a16:creationId xmlns:a16="http://schemas.microsoft.com/office/drawing/2014/main" id="{35E30FD8-077D-B5A3-CE5C-EA3FD0E2BAD1}"/>
              </a:ext>
            </a:extLst>
          </p:cNvPr>
          <p:cNvGrpSpPr/>
          <p:nvPr/>
        </p:nvGrpSpPr>
        <p:grpSpPr>
          <a:xfrm>
            <a:off x="123826" y="59558"/>
            <a:ext cx="593817" cy="593817"/>
            <a:chOff x="1131485" y="2234042"/>
            <a:chExt cx="1607262" cy="1607262"/>
          </a:xfrm>
        </p:grpSpPr>
        <p:sp>
          <p:nvSpPr>
            <p:cNvPr id="14" name="椭圆 13">
              <a:extLst>
                <a:ext uri="{FF2B5EF4-FFF2-40B4-BE49-F238E27FC236}">
                  <a16:creationId xmlns:a16="http://schemas.microsoft.com/office/drawing/2014/main" id="{5701137A-7095-2FB8-325A-2535E5FA5FCD}"/>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椭圆 14">
              <a:extLst>
                <a:ext uri="{FF2B5EF4-FFF2-40B4-BE49-F238E27FC236}">
                  <a16:creationId xmlns:a16="http://schemas.microsoft.com/office/drawing/2014/main" id="{B131BFD9-0F54-637D-5F78-F0077443D51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 name="KSO_Shape">
              <a:extLst>
                <a:ext uri="{FF2B5EF4-FFF2-40B4-BE49-F238E27FC236}">
                  <a16:creationId xmlns:a16="http://schemas.microsoft.com/office/drawing/2014/main" id="{1D64EA1D-6C96-F4F6-6ADC-C3254FE161A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8" name="文本占位符 33">
            <a:extLst>
              <a:ext uri="{FF2B5EF4-FFF2-40B4-BE49-F238E27FC236}">
                <a16:creationId xmlns:a16="http://schemas.microsoft.com/office/drawing/2014/main" id="{B40F74BD-2A6F-508F-5FB4-8D1A56C87800}"/>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800931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
        <p:nvSpPr>
          <p:cNvPr id="6" name="任意多边形 19">
            <a:extLst>
              <a:ext uri="{FF2B5EF4-FFF2-40B4-BE49-F238E27FC236}">
                <a16:creationId xmlns:a16="http://schemas.microsoft.com/office/drawing/2014/main" id="{FDD4FE82-7D6F-720C-4871-714AEBA3A7C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18">
            <a:extLst>
              <a:ext uri="{FF2B5EF4-FFF2-40B4-BE49-F238E27FC236}">
                <a16:creationId xmlns:a16="http://schemas.microsoft.com/office/drawing/2014/main" id="{3E45CAA6-13E6-B6A3-2555-54BD2D3532B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B5091FD3-1609-36DC-D01C-A73EF31511F4}"/>
              </a:ext>
            </a:extLst>
          </p:cNvPr>
          <p:cNvGrpSpPr/>
          <p:nvPr/>
        </p:nvGrpSpPr>
        <p:grpSpPr>
          <a:xfrm>
            <a:off x="123826" y="59558"/>
            <a:ext cx="593817" cy="593817"/>
            <a:chOff x="1131485" y="2234042"/>
            <a:chExt cx="1607262" cy="1607262"/>
          </a:xfrm>
        </p:grpSpPr>
        <p:sp>
          <p:nvSpPr>
            <p:cNvPr id="10" name="椭圆 9">
              <a:extLst>
                <a:ext uri="{FF2B5EF4-FFF2-40B4-BE49-F238E27FC236}">
                  <a16:creationId xmlns:a16="http://schemas.microsoft.com/office/drawing/2014/main" id="{A60A328F-B093-068A-A243-557DCBBCB8C0}"/>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75D484E8-7212-326B-14C8-E61E0FFBB3B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271CD6B8-CE1A-EDDB-0E8D-31587A0F46B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aphicFrame>
        <p:nvGraphicFramePr>
          <p:cNvPr id="13" name="图表 12">
            <a:extLst>
              <a:ext uri="{FF2B5EF4-FFF2-40B4-BE49-F238E27FC236}">
                <a16:creationId xmlns:a16="http://schemas.microsoft.com/office/drawing/2014/main" id="{EA96DBCB-5C90-8781-C6BF-55324A1A022C}"/>
              </a:ext>
            </a:extLst>
          </p:cNvPr>
          <p:cNvGraphicFramePr/>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3" name="文本占位符 33">
            <a:extLst>
              <a:ext uri="{FF2B5EF4-FFF2-40B4-BE49-F238E27FC236}">
                <a16:creationId xmlns:a16="http://schemas.microsoft.com/office/drawing/2014/main" id="{70867633-A165-60B0-4D4B-A722D615AB92}"/>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653642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475556" y="805042"/>
            <a:ext cx="48593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任意多边形 19">
            <a:extLst>
              <a:ext uri="{FF2B5EF4-FFF2-40B4-BE49-F238E27FC236}">
                <a16:creationId xmlns:a16="http://schemas.microsoft.com/office/drawing/2014/main" id="{194BB307-7CD2-0519-F987-EE1B3B952F0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68ADC1FD-0F37-4839-9AB3-038B698024CC}"/>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2" name="组合 11">
            <a:extLst>
              <a:ext uri="{FF2B5EF4-FFF2-40B4-BE49-F238E27FC236}">
                <a16:creationId xmlns:a16="http://schemas.microsoft.com/office/drawing/2014/main" id="{9F91ADBE-8918-2609-78D9-55A6BE6320CC}"/>
              </a:ext>
            </a:extLst>
          </p:cNvPr>
          <p:cNvGrpSpPr/>
          <p:nvPr/>
        </p:nvGrpSpPr>
        <p:grpSpPr>
          <a:xfrm>
            <a:off x="123826" y="59558"/>
            <a:ext cx="593817" cy="593817"/>
            <a:chOff x="1131485" y="2234042"/>
            <a:chExt cx="1607262" cy="1607262"/>
          </a:xfrm>
        </p:grpSpPr>
        <p:sp>
          <p:nvSpPr>
            <p:cNvPr id="13" name="椭圆 12">
              <a:extLst>
                <a:ext uri="{FF2B5EF4-FFF2-40B4-BE49-F238E27FC236}">
                  <a16:creationId xmlns:a16="http://schemas.microsoft.com/office/drawing/2014/main" id="{F7238A78-91CC-3469-8ACD-6FB3980786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椭圆 13">
              <a:extLst>
                <a:ext uri="{FF2B5EF4-FFF2-40B4-BE49-F238E27FC236}">
                  <a16:creationId xmlns:a16="http://schemas.microsoft.com/office/drawing/2014/main" id="{0CB65898-6F95-A19E-C383-8D85C381FA6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KSO_Shape">
              <a:extLst>
                <a:ext uri="{FF2B5EF4-FFF2-40B4-BE49-F238E27FC236}">
                  <a16:creationId xmlns:a16="http://schemas.microsoft.com/office/drawing/2014/main" id="{11EF4BB9-E978-B4F6-BBBE-F67FDD7A6C8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6" name="文本占位符 33">
            <a:extLst>
              <a:ext uri="{FF2B5EF4-FFF2-40B4-BE49-F238E27FC236}">
                <a16:creationId xmlns:a16="http://schemas.microsoft.com/office/drawing/2014/main" id="{45330A77-8349-E793-AD39-6A80D7C2A9E6}"/>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74045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EE0614DB-9D87-BA32-305F-D8C6D877FACF}"/>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0AF01672-87F1-53FC-32DB-980A43595565}"/>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C36251E7-C68A-8CC4-D7FC-DAE79C14289E}"/>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222E1E72-88E6-9EB4-8F00-F11EC9617B3E}"/>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B8A1FC4-F4C1-6538-2F58-F8E69B23D3F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E6E512C7-2AA9-7999-05F9-A0A5915CB5F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文本占位符 33">
            <a:extLst>
              <a:ext uri="{FF2B5EF4-FFF2-40B4-BE49-F238E27FC236}">
                <a16:creationId xmlns:a16="http://schemas.microsoft.com/office/drawing/2014/main" id="{88587556-2378-6E30-C450-EBCB9B97ABC5}"/>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882478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1353723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1_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4C33A-652D-D6EA-75FB-20BA539CE8B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0699AC1-44D2-9D01-84C7-349CCFFA5B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097AF1F-BCB2-78D6-2AF6-1D5A95483653}"/>
              </a:ext>
            </a:extLst>
          </p:cNvPr>
          <p:cNvSpPr>
            <a:spLocks noGrp="1"/>
          </p:cNvSpPr>
          <p:nvPr>
            <p:ph type="dt" sz="half" idx="10"/>
          </p:nvPr>
        </p:nvSpPr>
        <p:spPr/>
        <p:txBody>
          <a:bodyPr/>
          <a:lstStyle/>
          <a:p>
            <a:fld id="{6C27C682-2477-42DE-A568-6C9C284CCCDD}"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B6302435-53E9-5255-4F17-7A6DBEF3EF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364607-AD4D-3521-31C6-EB568CA73FB8}"/>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435317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973006-97F2-F8C5-770C-3400BD0C60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4FC612F-652A-0B13-2A5C-25C862F317D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46D280F-2183-0311-7947-EA9A4932F66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1E69852-6210-F435-B3AE-1D3938493BF8}"/>
              </a:ext>
            </a:extLst>
          </p:cNvPr>
          <p:cNvSpPr>
            <a:spLocks noGrp="1"/>
          </p:cNvSpPr>
          <p:nvPr>
            <p:ph type="dt" sz="half" idx="10"/>
          </p:nvPr>
        </p:nvSpPr>
        <p:spPr/>
        <p:txBody>
          <a:bodyPr/>
          <a:lstStyle/>
          <a:p>
            <a:fld id="{6C27C682-2477-42DE-A568-6C9C284CCCDD}" type="datetimeFigureOut">
              <a:rPr lang="zh-CN" altLang="en-US" smtClean="0"/>
              <a:t>2026/5/8</a:t>
            </a:fld>
            <a:endParaRPr lang="zh-CN" altLang="en-US"/>
          </a:p>
        </p:txBody>
      </p:sp>
      <p:sp>
        <p:nvSpPr>
          <p:cNvPr id="6" name="页脚占位符 5">
            <a:extLst>
              <a:ext uri="{FF2B5EF4-FFF2-40B4-BE49-F238E27FC236}">
                <a16:creationId xmlns:a16="http://schemas.microsoft.com/office/drawing/2014/main" id="{83F5811F-BBB0-4EC6-37EC-6451F65F3B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CA0D28D-8BC9-83CF-33DA-46762576BC54}"/>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517039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cSld name="2_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B5F548-B019-0CF8-B07E-74D7DBF720D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5C0C63E-08E3-305A-F65B-BE1E36B1C2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F8D13BA-6FAA-7177-EBCD-905204B596E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6E0D660-FAE0-4101-D757-78ACD45D55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78630DB-2532-AEAF-ADD3-FFCE047B14C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2AF69AD-9EED-D02D-9F46-B9AEEB1D8C8E}"/>
              </a:ext>
            </a:extLst>
          </p:cNvPr>
          <p:cNvSpPr>
            <a:spLocks noGrp="1"/>
          </p:cNvSpPr>
          <p:nvPr>
            <p:ph type="dt" sz="half" idx="10"/>
          </p:nvPr>
        </p:nvSpPr>
        <p:spPr/>
        <p:txBody>
          <a:bodyPr/>
          <a:lstStyle/>
          <a:p>
            <a:fld id="{6C27C682-2477-42DE-A568-6C9C284CCCDD}" type="datetimeFigureOut">
              <a:rPr lang="zh-CN" altLang="en-US" smtClean="0"/>
              <a:t>2026/5/8</a:t>
            </a:fld>
            <a:endParaRPr lang="zh-CN" altLang="en-US"/>
          </a:p>
        </p:txBody>
      </p:sp>
      <p:sp>
        <p:nvSpPr>
          <p:cNvPr id="8" name="页脚占位符 7">
            <a:extLst>
              <a:ext uri="{FF2B5EF4-FFF2-40B4-BE49-F238E27FC236}">
                <a16:creationId xmlns:a16="http://schemas.microsoft.com/office/drawing/2014/main" id="{79D4CEE3-E290-1663-AC83-D4DC2889CD5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0D036DF-F04F-98E6-B807-25630E15E90B}"/>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8288082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5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CD5B79-226A-318A-8F98-62BFBBDB52C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6A6E471-6660-2901-C5C8-EE47B0D51F8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6A7F414-8C27-E0BC-BD6B-A9101F4D57A6}"/>
              </a:ext>
            </a:extLst>
          </p:cNvPr>
          <p:cNvSpPr>
            <a:spLocks noGrp="1"/>
          </p:cNvSpPr>
          <p:nvPr>
            <p:ph type="dt" sz="half" idx="10"/>
          </p:nvPr>
        </p:nvSpPr>
        <p:spPr/>
        <p:txBody>
          <a:bodyPr/>
          <a:lstStyle/>
          <a:p>
            <a:fld id="{6C27C682-2477-42DE-A568-6C9C284CCCDD}"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A10C9F21-D4F9-7E09-EEB4-9357F8F076D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5D3D51-0921-131E-4CB0-EC2643518E0E}"/>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510638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545581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2635227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03095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2026/5/8</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57329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2026/5/8</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9199487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2026/5/8</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423706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2026/5/8</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532403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618311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1408223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168552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8901344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4399275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679102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9692267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1370383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633767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639497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5786815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774112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8539305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0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8677529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0" y="0"/>
            <a:ext cx="1179076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10358312"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7556068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6426781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2" name="任意多边形 19">
            <a:extLst>
              <a:ext uri="{FF2B5EF4-FFF2-40B4-BE49-F238E27FC236}">
                <a16:creationId xmlns:a16="http://schemas.microsoft.com/office/drawing/2014/main" id="{055FE2DC-8CCB-5AF2-7B9F-27818F7C8F3A}"/>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28F4EE2-BF8B-7FEC-73AB-85F22C948A76}"/>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F408DB3-F77D-30B5-FC05-AD2CEBAAF0FF}"/>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50245ABA-1CD5-1912-DAA1-B46404B42F0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3DD970EB-F228-E952-35AC-3233DAE0FAF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1AC05127-E591-942C-5FA1-C61C6B44279A}"/>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9" name="文本占位符 33">
            <a:extLst>
              <a:ext uri="{FF2B5EF4-FFF2-40B4-BE49-F238E27FC236}">
                <a16:creationId xmlns:a16="http://schemas.microsoft.com/office/drawing/2014/main" id="{7C17CB12-44D2-53A7-0E81-329299EC5D2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720582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3" name="任意多边形 19">
            <a:extLst>
              <a:ext uri="{FF2B5EF4-FFF2-40B4-BE49-F238E27FC236}">
                <a16:creationId xmlns:a16="http://schemas.microsoft.com/office/drawing/2014/main" id="{30726538-1950-DA1B-6C70-74D79515D324}"/>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DF9A4799-8616-3FAC-1ABD-067FC0EF76DE}"/>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5" name="组合 4">
            <a:extLst>
              <a:ext uri="{FF2B5EF4-FFF2-40B4-BE49-F238E27FC236}">
                <a16:creationId xmlns:a16="http://schemas.microsoft.com/office/drawing/2014/main" id="{C815365D-E595-A1AC-93B2-0E8137C344E6}"/>
              </a:ext>
            </a:extLst>
          </p:cNvPr>
          <p:cNvGrpSpPr/>
          <p:nvPr/>
        </p:nvGrpSpPr>
        <p:grpSpPr>
          <a:xfrm>
            <a:off x="71844" y="60398"/>
            <a:ext cx="593817" cy="593817"/>
            <a:chOff x="1131485" y="2234042"/>
            <a:chExt cx="1607262" cy="1607262"/>
          </a:xfrm>
        </p:grpSpPr>
        <p:sp>
          <p:nvSpPr>
            <p:cNvPr id="6" name="椭圆 5">
              <a:extLst>
                <a:ext uri="{FF2B5EF4-FFF2-40B4-BE49-F238E27FC236}">
                  <a16:creationId xmlns:a16="http://schemas.microsoft.com/office/drawing/2014/main" id="{2672BBA0-146D-D873-BF57-D84F903390B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5C850287-10EC-8116-6F42-7B2950F735A7}"/>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7511D483-2AA7-FDA3-5858-2AAFA77DAE39}"/>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5B421191-774C-DBCE-0C86-1D01A8FB8ED7}"/>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3417122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单击此处编辑母版文本样式</a:t>
            </a:r>
          </a:p>
        </p:txBody>
      </p:sp>
    </p:spTree>
    <p:extLst>
      <p:ext uri="{BB962C8B-B14F-4D97-AF65-F5344CB8AC3E}">
        <p14:creationId xmlns:p14="http://schemas.microsoft.com/office/powerpoint/2010/main" val="26572168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2" name="任意多边形 19">
            <a:extLst>
              <a:ext uri="{FF2B5EF4-FFF2-40B4-BE49-F238E27FC236}">
                <a16:creationId xmlns:a16="http://schemas.microsoft.com/office/drawing/2014/main" id="{6FD56522-41BD-3874-221E-2ED19EDB0A4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28B7943B-A0DD-9D57-0C71-A6524CA97C08}"/>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CA5B158-C881-EE63-8FA8-D7C2525BF83B}"/>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70AC6E1-C221-3D22-620F-746CF1F631D1}"/>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D3D6D1F6-8CBF-BFD6-1D8C-98C90E89A6F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CD480A95-09EF-BD37-599E-5609BAF84E36}"/>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0" name="文本占位符 33">
            <a:extLst>
              <a:ext uri="{FF2B5EF4-FFF2-40B4-BE49-F238E27FC236}">
                <a16:creationId xmlns:a16="http://schemas.microsoft.com/office/drawing/2014/main" id="{3238B8E2-00DD-1436-0797-465D362F608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3640370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2" name="任意多边形 19">
            <a:extLst>
              <a:ext uri="{FF2B5EF4-FFF2-40B4-BE49-F238E27FC236}">
                <a16:creationId xmlns:a16="http://schemas.microsoft.com/office/drawing/2014/main" id="{DD23B938-82B8-5D8E-B08D-34A7DC4140C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F53E1FF8-B1FE-FA80-5F9C-7A27CAE7D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28A181E-71B6-D3DB-56C9-A821B72D6AF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C5040EC-22EB-4C2A-507B-CA68AC3FFCC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287D3874-53FE-6039-811D-482FBEA4EDD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8738C97D-3869-0DFC-A367-D92A9DF8D4F7}"/>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9" name="文本占位符 33">
            <a:extLst>
              <a:ext uri="{FF2B5EF4-FFF2-40B4-BE49-F238E27FC236}">
                <a16:creationId xmlns:a16="http://schemas.microsoft.com/office/drawing/2014/main" id="{0EE89A7A-D1A2-3582-C4D1-BB49B68A0511}"/>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163143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2" name="任意多边形 19">
            <a:extLst>
              <a:ext uri="{FF2B5EF4-FFF2-40B4-BE49-F238E27FC236}">
                <a16:creationId xmlns:a16="http://schemas.microsoft.com/office/drawing/2014/main" id="{D69A9641-6A39-4AD2-57BD-108712518F7F}"/>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E75A45A8-2DB6-1C74-6A8F-3E3F92A1B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94F4C546-4944-7237-C884-8A085E585C30}"/>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24CC488A-BBCD-4815-A960-9C9E09FAB3F9}"/>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5BEB546A-394E-0C9E-EF74-37DAB47871E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136C53B-6273-E2FD-B172-8D5246EFAAA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 name="文本占位符 33">
            <a:extLst>
              <a:ext uri="{FF2B5EF4-FFF2-40B4-BE49-F238E27FC236}">
                <a16:creationId xmlns:a16="http://schemas.microsoft.com/office/drawing/2014/main" id="{1901C94C-3893-2D8E-C0B8-7F5D378F1330}"/>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2295544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2" name="任意多边形 19">
            <a:extLst>
              <a:ext uri="{FF2B5EF4-FFF2-40B4-BE49-F238E27FC236}">
                <a16:creationId xmlns:a16="http://schemas.microsoft.com/office/drawing/2014/main" id="{3927B935-30EC-F6B9-BA7D-09D6C2A709B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88A9A10-F697-E2C5-75D7-91724222CD4D}"/>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61B494B-45F2-63AD-0FAA-0C7A984A82CD}"/>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AF67261A-4AD6-82C6-8E72-40ECC6FC17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89CFAA14-B024-745C-08EB-219FB555994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BE3E1D2-A68F-4510-F2DF-E8ACB59BDFA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8" name="文本占位符 33">
            <a:extLst>
              <a:ext uri="{FF2B5EF4-FFF2-40B4-BE49-F238E27FC236}">
                <a16:creationId xmlns:a16="http://schemas.microsoft.com/office/drawing/2014/main" id="{BF860834-ABC8-4042-673B-FB1D08270EC2}"/>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11122626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graphicFrame>
        <p:nvGraphicFramePr>
          <p:cNvPr id="13" name="图表 12">
            <a:extLst>
              <a:ext uri="{FF2B5EF4-FFF2-40B4-BE49-F238E27FC236}">
                <a16:creationId xmlns:a16="http://schemas.microsoft.com/office/drawing/2014/main" id="{EA96DBCB-5C90-8781-C6BF-55324A1A022C}"/>
              </a:ext>
            </a:extLst>
          </p:cNvPr>
          <p:cNvGraphicFramePr/>
          <p:nvPr>
            <p:extLst>
              <p:ext uri="{D42A27DB-BD31-4B8C-83A1-F6EECF244321}">
                <p14:modId xmlns:p14="http://schemas.microsoft.com/office/powerpoint/2010/main" val="3514732628"/>
              </p:ext>
            </p:extLst>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 name="任意多边形 19">
            <a:extLst>
              <a:ext uri="{FF2B5EF4-FFF2-40B4-BE49-F238E27FC236}">
                <a16:creationId xmlns:a16="http://schemas.microsoft.com/office/drawing/2014/main" id="{79915C22-054D-787C-A90E-A252AAB3F7D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81076CB6-11D0-96C1-E116-6A582B134163}"/>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B6F6EBD2-75BC-669B-78DA-D5F40DEB2A03}"/>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4118FBBF-2AE3-AD5D-2051-BE117C745562}"/>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039DD9A-B716-1B22-A87F-F228874CD0A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4" name="KSO_Shape">
              <a:extLst>
                <a:ext uri="{FF2B5EF4-FFF2-40B4-BE49-F238E27FC236}">
                  <a16:creationId xmlns:a16="http://schemas.microsoft.com/office/drawing/2014/main" id="{D5B354F8-A069-C331-9575-9259B70646C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5" name="文本占位符 33">
            <a:extLst>
              <a:ext uri="{FF2B5EF4-FFF2-40B4-BE49-F238E27FC236}">
                <a16:creationId xmlns:a16="http://schemas.microsoft.com/office/drawing/2014/main" id="{57CBC1EA-D2F8-1F27-A35B-0EB35D8D0545}"/>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5242939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588963" y="805042"/>
            <a:ext cx="576446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79284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45274C2E-F0AD-2292-B1D2-A6E0BAAE7CF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1200640A-65BF-9929-A439-D583B2A0CC3A}"/>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6" name="组合 5">
            <a:extLst>
              <a:ext uri="{FF2B5EF4-FFF2-40B4-BE49-F238E27FC236}">
                <a16:creationId xmlns:a16="http://schemas.microsoft.com/office/drawing/2014/main" id="{5157EBAF-558A-CD90-B9F6-43CCCB87FB4B}"/>
              </a:ext>
            </a:extLst>
          </p:cNvPr>
          <p:cNvGrpSpPr/>
          <p:nvPr/>
        </p:nvGrpSpPr>
        <p:grpSpPr>
          <a:xfrm>
            <a:off x="71844" y="60398"/>
            <a:ext cx="593817" cy="593817"/>
            <a:chOff x="1131485" y="2234042"/>
            <a:chExt cx="1607262" cy="1607262"/>
          </a:xfrm>
        </p:grpSpPr>
        <p:sp>
          <p:nvSpPr>
            <p:cNvPr id="7" name="椭圆 6">
              <a:extLst>
                <a:ext uri="{FF2B5EF4-FFF2-40B4-BE49-F238E27FC236}">
                  <a16:creationId xmlns:a16="http://schemas.microsoft.com/office/drawing/2014/main" id="{E308B397-2839-4B6A-4D25-E7D2F2C321D3}"/>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103061F-CC05-33B7-0CD3-00006CD4B02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5372DDED-8415-8A28-814B-6B958870DDD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文本占位符 33">
            <a:extLst>
              <a:ext uri="{FF2B5EF4-FFF2-40B4-BE49-F238E27FC236}">
                <a16:creationId xmlns:a16="http://schemas.microsoft.com/office/drawing/2014/main" id="{F877CA57-D86B-59DA-065F-9A7B7CC6A258}"/>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9875211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6E7F149E-FDF3-A2E4-46B1-5F45E42A948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AA469707-33CD-2919-718B-7E3D05A6BBA9}"/>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D057A4CC-57C1-1C9D-0D52-813AF05E20E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D1B808A0-679A-AC62-9527-3C8A20F8FEB4}"/>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E2BE32F6-BB06-B9C2-2DAB-A984078A764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8FAAABC9-F0B3-2024-785A-F7EAAD190FF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FDFC6117-3B35-5E72-42F6-C59BD58A315C}"/>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26772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22548646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extLst>
      <p:ext uri="{BB962C8B-B14F-4D97-AF65-F5344CB8AC3E}">
        <p14:creationId xmlns:p14="http://schemas.microsoft.com/office/powerpoint/2010/main" val="10465534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9880FA-7953-AB94-20A3-423A02C6F82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5DD66B0-0EC3-DD03-7884-33601555B0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C8914AC-028D-E30F-021B-D97D188001CA}"/>
              </a:ext>
            </a:extLst>
          </p:cNvPr>
          <p:cNvSpPr>
            <a:spLocks noGrp="1"/>
          </p:cNvSpPr>
          <p:nvPr>
            <p:ph type="dt" sz="half" idx="10"/>
          </p:nvPr>
        </p:nvSpPr>
        <p:spPr/>
        <p:txBody>
          <a:bodyPr/>
          <a:lstStyle/>
          <a:p>
            <a:fld id="{19D62E01-43A6-484F-8DB8-44C5F907219B}"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4BD6CA26-E3DC-02EA-8654-6FD22D9A58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E9E422-93DC-3B55-4FEB-7FEBAC7A36C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37746869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646D28-B1E9-211A-267B-F093D029B29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46A6FE8-BC63-D0BF-A487-63D239078F7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D30D72A-52ED-2855-9420-587E872B6135}"/>
              </a:ext>
            </a:extLst>
          </p:cNvPr>
          <p:cNvSpPr>
            <a:spLocks noGrp="1"/>
          </p:cNvSpPr>
          <p:nvPr>
            <p:ph type="dt" sz="half" idx="10"/>
          </p:nvPr>
        </p:nvSpPr>
        <p:spPr/>
        <p:txBody>
          <a:bodyPr/>
          <a:lstStyle/>
          <a:p>
            <a:fld id="{19D62E01-43A6-484F-8DB8-44C5F907219B}"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6748881F-A8F7-9999-72B1-06842FC029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E5E46C-CBC1-5437-ABD8-E0BED454B60F}"/>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511815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DB498-A9A5-4822-126C-C3575A06EA8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0AB6DBA-1291-72C4-69CF-5F8A5AFF94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FEB7348-4087-92AC-49CA-4EE3D799D777}"/>
              </a:ext>
            </a:extLst>
          </p:cNvPr>
          <p:cNvSpPr>
            <a:spLocks noGrp="1"/>
          </p:cNvSpPr>
          <p:nvPr>
            <p:ph type="dt" sz="half" idx="10"/>
          </p:nvPr>
        </p:nvSpPr>
        <p:spPr/>
        <p:txBody>
          <a:bodyPr/>
          <a:lstStyle/>
          <a:p>
            <a:fld id="{19D62E01-43A6-484F-8DB8-44C5F907219B}"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F6F32B8C-BE47-EF8E-D3BE-85E9CD6E43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B331D5F-5502-E31D-5F6D-6D5946BC4FA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7242404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28CA06-EA23-DFA8-5061-26E693C562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8B90FA1-EF10-968E-7B65-2DA75CEB40F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7B24C5A-DDD8-F711-6069-85BB3C677DC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BF3C253-41B1-B459-3819-7FF285222942}"/>
              </a:ext>
            </a:extLst>
          </p:cNvPr>
          <p:cNvSpPr>
            <a:spLocks noGrp="1"/>
          </p:cNvSpPr>
          <p:nvPr>
            <p:ph type="dt" sz="half" idx="10"/>
          </p:nvPr>
        </p:nvSpPr>
        <p:spPr/>
        <p:txBody>
          <a:bodyPr/>
          <a:lstStyle/>
          <a:p>
            <a:fld id="{19D62E01-43A6-484F-8DB8-44C5F907219B}" type="datetimeFigureOut">
              <a:rPr lang="zh-CN" altLang="en-US" smtClean="0"/>
              <a:t>2026/5/8</a:t>
            </a:fld>
            <a:endParaRPr lang="zh-CN" altLang="en-US"/>
          </a:p>
        </p:txBody>
      </p:sp>
      <p:sp>
        <p:nvSpPr>
          <p:cNvPr id="6" name="页脚占位符 5">
            <a:extLst>
              <a:ext uri="{FF2B5EF4-FFF2-40B4-BE49-F238E27FC236}">
                <a16:creationId xmlns:a16="http://schemas.microsoft.com/office/drawing/2014/main" id="{984CA635-DF1A-C282-9F80-7C819B339A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9B89C3-6B35-6390-FF94-50FB49F17B1E}"/>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248274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394B5F-080A-FC52-5610-8A764DCD059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7A794F8-BA96-DCCB-17C0-A274240A74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970BE5-6560-16AF-1FE9-F457EBD43F2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25674BC-728B-522F-542B-DDDC49306D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E0C3F68-826F-ECE2-3CED-AC5D9553066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67F0031-A1FA-0F6E-A072-66921B42B5C1}"/>
              </a:ext>
            </a:extLst>
          </p:cNvPr>
          <p:cNvSpPr>
            <a:spLocks noGrp="1"/>
          </p:cNvSpPr>
          <p:nvPr>
            <p:ph type="dt" sz="half" idx="10"/>
          </p:nvPr>
        </p:nvSpPr>
        <p:spPr/>
        <p:txBody>
          <a:bodyPr/>
          <a:lstStyle/>
          <a:p>
            <a:fld id="{19D62E01-43A6-484F-8DB8-44C5F907219B}" type="datetimeFigureOut">
              <a:rPr lang="zh-CN" altLang="en-US" smtClean="0"/>
              <a:t>2026/5/8</a:t>
            </a:fld>
            <a:endParaRPr lang="zh-CN" altLang="en-US"/>
          </a:p>
        </p:txBody>
      </p:sp>
      <p:sp>
        <p:nvSpPr>
          <p:cNvPr id="8" name="页脚占位符 7">
            <a:extLst>
              <a:ext uri="{FF2B5EF4-FFF2-40B4-BE49-F238E27FC236}">
                <a16:creationId xmlns:a16="http://schemas.microsoft.com/office/drawing/2014/main" id="{5F45F4DE-FFF4-A21F-B006-FC8523C3523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77CD7ED-08CA-D495-27DA-CE4A0E9E6CCB}"/>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04587788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68D76-4C72-1001-F286-6CC1ADF5137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29F94D8-F944-C3BD-D8D0-6B379CF26AF7}"/>
              </a:ext>
            </a:extLst>
          </p:cNvPr>
          <p:cNvSpPr>
            <a:spLocks noGrp="1"/>
          </p:cNvSpPr>
          <p:nvPr>
            <p:ph type="dt" sz="half" idx="10"/>
          </p:nvPr>
        </p:nvSpPr>
        <p:spPr/>
        <p:txBody>
          <a:bodyPr/>
          <a:lstStyle/>
          <a:p>
            <a:fld id="{19D62E01-43A6-484F-8DB8-44C5F907219B}" type="datetimeFigureOut">
              <a:rPr lang="zh-CN" altLang="en-US" smtClean="0"/>
              <a:t>2026/5/8</a:t>
            </a:fld>
            <a:endParaRPr lang="zh-CN" altLang="en-US"/>
          </a:p>
        </p:txBody>
      </p:sp>
      <p:sp>
        <p:nvSpPr>
          <p:cNvPr id="4" name="页脚占位符 3">
            <a:extLst>
              <a:ext uri="{FF2B5EF4-FFF2-40B4-BE49-F238E27FC236}">
                <a16:creationId xmlns:a16="http://schemas.microsoft.com/office/drawing/2014/main" id="{7B63B473-0382-905E-A2A7-E76F10A39ED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6A031A0-B9D5-449C-71E8-5EE1A0C858C7}"/>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671283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39E3E3E-07AE-A9D4-CE18-6E68D91AEB83}"/>
              </a:ext>
            </a:extLst>
          </p:cNvPr>
          <p:cNvSpPr>
            <a:spLocks noGrp="1"/>
          </p:cNvSpPr>
          <p:nvPr>
            <p:ph type="dt" sz="half" idx="10"/>
          </p:nvPr>
        </p:nvSpPr>
        <p:spPr/>
        <p:txBody>
          <a:bodyPr/>
          <a:lstStyle/>
          <a:p>
            <a:fld id="{19D62E01-43A6-484F-8DB8-44C5F907219B}" type="datetimeFigureOut">
              <a:rPr lang="zh-CN" altLang="en-US" smtClean="0"/>
              <a:t>2026/5/8</a:t>
            </a:fld>
            <a:endParaRPr lang="zh-CN" altLang="en-US"/>
          </a:p>
        </p:txBody>
      </p:sp>
      <p:sp>
        <p:nvSpPr>
          <p:cNvPr id="3" name="页脚占位符 2">
            <a:extLst>
              <a:ext uri="{FF2B5EF4-FFF2-40B4-BE49-F238E27FC236}">
                <a16:creationId xmlns:a16="http://schemas.microsoft.com/office/drawing/2014/main" id="{49B578EB-0268-EBD3-6074-1CE4D3381A9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921B1D0-C260-C78D-9038-A7FFE4ED127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04485275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9CADC-DC9B-E421-479C-175306EE298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DEB2E77-F59F-D7DD-4906-A882C11EFB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C7EB9D6-F287-94AC-48C8-C6F1FF44F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BB87458-6975-4344-FE79-96434D0E154C}"/>
              </a:ext>
            </a:extLst>
          </p:cNvPr>
          <p:cNvSpPr>
            <a:spLocks noGrp="1"/>
          </p:cNvSpPr>
          <p:nvPr>
            <p:ph type="dt" sz="half" idx="10"/>
          </p:nvPr>
        </p:nvSpPr>
        <p:spPr/>
        <p:txBody>
          <a:bodyPr/>
          <a:lstStyle/>
          <a:p>
            <a:fld id="{19D62E01-43A6-484F-8DB8-44C5F907219B}" type="datetimeFigureOut">
              <a:rPr lang="zh-CN" altLang="en-US" smtClean="0"/>
              <a:t>2026/5/8</a:t>
            </a:fld>
            <a:endParaRPr lang="zh-CN" altLang="en-US"/>
          </a:p>
        </p:txBody>
      </p:sp>
      <p:sp>
        <p:nvSpPr>
          <p:cNvPr id="6" name="页脚占位符 5">
            <a:extLst>
              <a:ext uri="{FF2B5EF4-FFF2-40B4-BE49-F238E27FC236}">
                <a16:creationId xmlns:a16="http://schemas.microsoft.com/office/drawing/2014/main" id="{20655F48-A265-3AA6-7855-9DEB79A1F5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47E8523-5EE2-9C94-E7F1-5F0B9E9EA25A}"/>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3686596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D12804-2541-245C-F5F2-B1AB95967C6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409348E-F173-9EE8-C431-A0A2B437C2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097A82EA-FEEF-6CA5-5672-CA53EA23D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DCF668C-C775-B132-DFE5-5804377A7A81}"/>
              </a:ext>
            </a:extLst>
          </p:cNvPr>
          <p:cNvSpPr>
            <a:spLocks noGrp="1"/>
          </p:cNvSpPr>
          <p:nvPr>
            <p:ph type="dt" sz="half" idx="10"/>
          </p:nvPr>
        </p:nvSpPr>
        <p:spPr/>
        <p:txBody>
          <a:bodyPr/>
          <a:lstStyle/>
          <a:p>
            <a:fld id="{19D62E01-43A6-484F-8DB8-44C5F907219B}" type="datetimeFigureOut">
              <a:rPr lang="zh-CN" altLang="en-US" smtClean="0"/>
              <a:t>2026/5/8</a:t>
            </a:fld>
            <a:endParaRPr lang="zh-CN" altLang="en-US"/>
          </a:p>
        </p:txBody>
      </p:sp>
      <p:sp>
        <p:nvSpPr>
          <p:cNvPr id="6" name="页脚占位符 5">
            <a:extLst>
              <a:ext uri="{FF2B5EF4-FFF2-40B4-BE49-F238E27FC236}">
                <a16:creationId xmlns:a16="http://schemas.microsoft.com/office/drawing/2014/main" id="{8836AA60-13AF-64F5-66DA-C051B1541C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80809DA-BD91-4F80-B88E-B692B55F1A0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57384294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D58E44-25A3-D324-3191-DC7E452E1EE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665D06F-158E-E088-E943-AB07227C54C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E67D29-00B2-0C68-6AF6-8CF48CE420B3}"/>
              </a:ext>
            </a:extLst>
          </p:cNvPr>
          <p:cNvSpPr>
            <a:spLocks noGrp="1"/>
          </p:cNvSpPr>
          <p:nvPr>
            <p:ph type="dt" sz="half" idx="10"/>
          </p:nvPr>
        </p:nvSpPr>
        <p:spPr/>
        <p:txBody>
          <a:bodyPr/>
          <a:lstStyle/>
          <a:p>
            <a:fld id="{19D62E01-43A6-484F-8DB8-44C5F907219B}"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D8A2AC42-41AC-5CD5-56B4-26BB87FCB9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1873157-1C5F-69B1-96BA-63A5180FB4C3}"/>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8932594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DB0DB60-468E-D154-CC93-67C6280CCEA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34E5848-C8DB-C14A-9198-723B9F3A9D0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2975CBC-4361-1CFE-D284-C7ECADC20944}"/>
              </a:ext>
            </a:extLst>
          </p:cNvPr>
          <p:cNvSpPr>
            <a:spLocks noGrp="1"/>
          </p:cNvSpPr>
          <p:nvPr>
            <p:ph type="dt" sz="half" idx="10"/>
          </p:nvPr>
        </p:nvSpPr>
        <p:spPr/>
        <p:txBody>
          <a:bodyPr/>
          <a:lstStyle/>
          <a:p>
            <a:fld id="{19D62E01-43A6-484F-8DB8-44C5F907219B}"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DF9A52FD-C21C-5CF8-3BBE-4E3D2585D6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64A33B-9A6F-63C9-2E23-0A7135FC1069}"/>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66672217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Tree>
    <p:extLst>
      <p:ext uri="{BB962C8B-B14F-4D97-AF65-F5344CB8AC3E}">
        <p14:creationId xmlns:p14="http://schemas.microsoft.com/office/powerpoint/2010/main" val="341376891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secHead" preserve="1">
  <p:cSld name="1_节标题">
    <p:bg>
      <p:bgRef idx="1003">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828801" y="2743200"/>
            <a:ext cx="9497484" cy="1673225"/>
          </a:xfrm>
        </p:spPr>
        <p:txBody>
          <a:bodyPr anchor="t"/>
          <a:lstStyle>
            <a:lvl1pPr marL="514350" indent="-514350">
              <a:buFont typeface="+mj-lt"/>
              <a:buAutoNum type="arabicPeriod"/>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2" name="标题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zh-CN" altLang="en-US"/>
              <a:t>单击此处编辑母版标题样式</a:t>
            </a:r>
            <a:endParaRPr kumimoji="0" lang="en-US"/>
          </a:p>
        </p:txBody>
      </p:sp>
    </p:spTree>
    <p:extLst>
      <p:ext uri="{BB962C8B-B14F-4D97-AF65-F5344CB8AC3E}">
        <p14:creationId xmlns:p14="http://schemas.microsoft.com/office/powerpoint/2010/main" val="313345607"/>
      </p:ext>
    </p:extLst>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Tree>
    <p:extLst>
      <p:ext uri="{BB962C8B-B14F-4D97-AF65-F5344CB8AC3E}">
        <p14:creationId xmlns:p14="http://schemas.microsoft.com/office/powerpoint/2010/main" val="156262601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711200" y="273050"/>
            <a:ext cx="10871200" cy="869950"/>
          </a:xfrm>
        </p:spPr>
        <p:txBody>
          <a:bodyPr anchor="ctr"/>
          <a:lstStyle>
            <a:lvl1pPr>
              <a:defRPr/>
            </a:lvl1pPr>
          </a:lstStyle>
          <a:p>
            <a:r>
              <a:rPr kumimoji="0" lang="zh-CN" altLang="en-US"/>
              <a:t>单击此处编辑母版标题样式</a:t>
            </a:r>
            <a:endParaRPr kumimoji="0" lang="en-US"/>
          </a:p>
        </p:txBody>
      </p:sp>
      <p:sp>
        <p:nvSpPr>
          <p:cNvPr id="11" name="内容占位符 10"/>
          <p:cNvSpPr>
            <a:spLocks noGrp="1"/>
          </p:cNvSpPr>
          <p:nvPr>
            <p:ph sz="quarter" idx="2"/>
          </p:nvPr>
        </p:nvSpPr>
        <p:spPr>
          <a:xfrm>
            <a:off x="812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3" name="内容占位符 12"/>
          <p:cNvSpPr>
            <a:spLocks noGrp="1"/>
          </p:cNvSpPr>
          <p:nvPr>
            <p:ph sz="quarter" idx="4"/>
          </p:nvPr>
        </p:nvSpPr>
        <p:spPr>
          <a:xfrm>
            <a:off x="6400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6" name="文本占位符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
        <p:nvSpPr>
          <p:cNvPr id="15" name="文本占位符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Tree>
    <p:extLst>
      <p:ext uri="{BB962C8B-B14F-4D97-AF65-F5344CB8AC3E}">
        <p14:creationId xmlns:p14="http://schemas.microsoft.com/office/powerpoint/2010/main" val="292249092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4721164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714342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64305200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2026/5/8</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4135850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2026/5/8</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0587676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2026/5/8</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37768360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2026/5/8</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3698963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7393735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2877768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11543442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3121289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16743578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016301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75481777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402077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51778979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407899402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3451545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6314520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626192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10"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theme" Target="../theme/theme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7.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6999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08957355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966430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766118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58"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BD20DCB-D3B3-149B-27FD-3054D60899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E2F6981-36A2-7BE9-2269-D6D548DE1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B62050-5C6C-A75F-FC7B-2AEA8722A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D62E01-43A6-484F-8DB8-44C5F907219B}"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75D0F5FE-152F-CFF4-BA7B-839DED2E6A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3B0E4A5-BA5F-450F-9A8C-84D6C5AEFB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1290592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6027278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3793157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0.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0.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1.png"/><Relationship Id="rId1" Type="http://schemas.openxmlformats.org/officeDocument/2006/relationships/slideLayout" Target="../slideLayouts/slideLayout40.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0.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0.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a:extLst>
              <a:ext uri="{FF2B5EF4-FFF2-40B4-BE49-F238E27FC236}">
                <a16:creationId xmlns:a16="http://schemas.microsoft.com/office/drawing/2014/main" id="{BE3B49BE-CD15-77E2-9163-14D70F6E1084}"/>
              </a:ext>
            </a:extLst>
          </p:cNvPr>
          <p:cNvSpPr>
            <a:spLocks noGrp="1"/>
          </p:cNvSpPr>
          <p:nvPr>
            <p:ph type="subTitle" idx="1"/>
          </p:nvPr>
        </p:nvSpPr>
        <p:spPr/>
        <p:txBody>
          <a:bodyPr/>
          <a:lstStyle/>
          <a:p>
            <a:r>
              <a:rPr lang="zh-CN" altLang="en-US"/>
              <a:t>注销及修改密码功能的实现</a:t>
            </a:r>
          </a:p>
        </p:txBody>
      </p:sp>
      <p:sp>
        <p:nvSpPr>
          <p:cNvPr id="3" name="标题 2"/>
          <p:cNvSpPr>
            <a:spLocks noGrp="1"/>
          </p:cNvSpPr>
          <p:nvPr>
            <p:ph type="ctrTitle"/>
          </p:nvPr>
        </p:nvSpPr>
        <p:spPr/>
        <p:txBody>
          <a:bodyPr/>
          <a:lstStyle/>
          <a:p>
            <a:r>
              <a:rPr lang="en-US" altLang="zh-CN" sz="4000"/>
              <a:t>252602 WEB</a:t>
            </a:r>
            <a:r>
              <a:rPr lang="zh-CN" altLang="en-US" sz="4000"/>
              <a:t>项目应用</a:t>
            </a:r>
          </a:p>
        </p:txBody>
      </p:sp>
      <p:sp>
        <p:nvSpPr>
          <p:cNvPr id="2" name="文本占位符 1"/>
          <p:cNvSpPr>
            <a:spLocks noGrp="1"/>
          </p:cNvSpPr>
          <p:nvPr>
            <p:ph type="body" sz="quarter" idx="10"/>
          </p:nvPr>
        </p:nvSpPr>
        <p:spPr/>
        <p:txBody>
          <a:bodyPr>
            <a:normAutofit fontScale="97500"/>
          </a:bodyPr>
          <a:lstStyle/>
          <a:p>
            <a:pPr lvl="0">
              <a:lnSpc>
                <a:spcPct val="100000"/>
              </a:lnSpc>
              <a:spcBef>
                <a:spcPct val="0"/>
              </a:spcBef>
              <a:spcAft>
                <a:spcPct val="15000"/>
              </a:spcAft>
            </a:pPr>
            <a:r>
              <a:rPr lang="en-US" altLang="zh-CN">
                <a:solidFill>
                  <a:schemeClr val="tx1"/>
                </a:solidFill>
                <a:latin typeface="+mn-ea"/>
              </a:rPr>
              <a:t>2026-5-8</a:t>
            </a:r>
            <a:endParaRPr lang="zh-CN" altLang="en-US">
              <a:solidFill>
                <a:srgbClr val="FFC000"/>
              </a:solidFill>
              <a:latin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79CA544-8678-E563-8725-0339EECD9050}"/>
              </a:ext>
            </a:extLst>
          </p:cNvPr>
          <p:cNvSpPr>
            <a:spLocks noGrp="1"/>
          </p:cNvSpPr>
          <p:nvPr>
            <p:ph type="body" sz="quarter" idx="18"/>
          </p:nvPr>
        </p:nvSpPr>
        <p:spPr/>
        <p:txBody>
          <a:bodyPr/>
          <a:lstStyle/>
          <a:p>
            <a:r>
              <a:rPr lang="zh-CN" altLang="en-US"/>
              <a:t>本次课内容</a:t>
            </a:r>
          </a:p>
        </p:txBody>
      </p:sp>
      <p:graphicFrame>
        <p:nvGraphicFramePr>
          <p:cNvPr id="4" name="内容占位符 3">
            <a:extLst>
              <a:ext uri="{FF2B5EF4-FFF2-40B4-BE49-F238E27FC236}">
                <a16:creationId xmlns:a16="http://schemas.microsoft.com/office/drawing/2014/main" id="{A28D2291-B642-93F4-2AEA-E43F1D6F7DE8}"/>
              </a:ext>
            </a:extLst>
          </p:cNvPr>
          <p:cNvGraphicFramePr>
            <a:graphicFrameLocks noGrp="1"/>
          </p:cNvGraphicFramePr>
          <p:nvPr>
            <p:ph sz="quarter" idx="19"/>
            <p:extLst>
              <p:ext uri="{D42A27DB-BD31-4B8C-83A1-F6EECF244321}">
                <p14:modId xmlns:p14="http://schemas.microsoft.com/office/powerpoint/2010/main" val="3713175132"/>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2915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F9E51-DCD5-9FA7-14F6-C4508794B346}"/>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33700A81-1FFA-F7BE-29F8-97CF898C63A3}"/>
              </a:ext>
            </a:extLst>
          </p:cNvPr>
          <p:cNvSpPr>
            <a:spLocks noGrp="1"/>
          </p:cNvSpPr>
          <p:nvPr>
            <p:ph type="body" sz="quarter" idx="10"/>
          </p:nvPr>
        </p:nvSpPr>
        <p:spPr/>
        <p:txBody>
          <a:bodyPr/>
          <a:lstStyle/>
          <a:p>
            <a:pPr lvl="0"/>
            <a:r>
              <a:rPr lang="zh-CN" altLang="en-US"/>
              <a:t>登录认证请求体的输入验证</a:t>
            </a:r>
          </a:p>
          <a:p>
            <a:pPr lvl="0"/>
            <a:r>
              <a:rPr lang="en-US" altLang="zh-CN"/>
              <a:t>Stu</a:t>
            </a:r>
            <a:r>
              <a:rPr lang="zh-CN" altLang="en-US"/>
              <a:t>类的完善</a:t>
            </a:r>
          </a:p>
          <a:p>
            <a:pPr lvl="0"/>
            <a:r>
              <a:rPr lang="zh-CN" altLang="en-US"/>
              <a:t>登录认证的实现</a:t>
            </a:r>
          </a:p>
        </p:txBody>
      </p:sp>
      <p:sp>
        <p:nvSpPr>
          <p:cNvPr id="5" name="文本占位符 4">
            <a:extLst>
              <a:ext uri="{FF2B5EF4-FFF2-40B4-BE49-F238E27FC236}">
                <a16:creationId xmlns:a16="http://schemas.microsoft.com/office/drawing/2014/main" id="{B779C91F-D455-B85D-808F-5F199360A025}"/>
              </a:ext>
            </a:extLst>
          </p:cNvPr>
          <p:cNvSpPr>
            <a:spLocks noGrp="1"/>
          </p:cNvSpPr>
          <p:nvPr>
            <p:ph type="body" sz="quarter" idx="12"/>
          </p:nvPr>
        </p:nvSpPr>
        <p:spPr/>
        <p:txBody>
          <a:bodyPr/>
          <a:lstStyle/>
          <a:p>
            <a:pPr lvl="0"/>
            <a:r>
              <a:rPr lang="zh-CN" altLang="en-US"/>
              <a:t>登录认证功能的回顾</a:t>
            </a:r>
          </a:p>
        </p:txBody>
      </p:sp>
    </p:spTree>
    <p:extLst>
      <p:ext uri="{BB962C8B-B14F-4D97-AF65-F5344CB8AC3E}">
        <p14:creationId xmlns:p14="http://schemas.microsoft.com/office/powerpoint/2010/main" val="378249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9E740670-CCA6-1C34-79AF-AFAA3F5005F1}"/>
              </a:ext>
            </a:extLst>
          </p:cNvPr>
          <p:cNvSpPr>
            <a:spLocks noGrp="1"/>
          </p:cNvSpPr>
          <p:nvPr>
            <p:ph type="body" sz="quarter" idx="18"/>
          </p:nvPr>
        </p:nvSpPr>
        <p:spPr/>
        <p:txBody>
          <a:bodyPr/>
          <a:lstStyle/>
          <a:p>
            <a:r>
              <a:rPr lang="zh-CN" altLang="en-US"/>
              <a:t>登录认证请求体输入判断</a:t>
            </a:r>
          </a:p>
        </p:txBody>
      </p:sp>
      <p:pic>
        <p:nvPicPr>
          <p:cNvPr id="7" name="内容占位符 6">
            <a:extLst>
              <a:ext uri="{FF2B5EF4-FFF2-40B4-BE49-F238E27FC236}">
                <a16:creationId xmlns:a16="http://schemas.microsoft.com/office/drawing/2014/main" id="{549BD52C-7A5C-B690-CB70-50CC833C09EE}"/>
              </a:ext>
            </a:extLst>
          </p:cNvPr>
          <p:cNvPicPr>
            <a:picLocks noGrp="1" noChangeAspect="1"/>
          </p:cNvPicPr>
          <p:nvPr>
            <p:ph sz="quarter" idx="19"/>
          </p:nvPr>
        </p:nvPicPr>
        <p:blipFill>
          <a:blip r:embed="rId2"/>
          <a:stretch>
            <a:fillRect/>
          </a:stretch>
        </p:blipFill>
        <p:spPr>
          <a:xfrm>
            <a:off x="2044927" y="836613"/>
            <a:ext cx="8159296" cy="5761037"/>
          </a:xfrm>
          <a:prstGeom prst="rect">
            <a:avLst/>
          </a:prstGeom>
        </p:spPr>
      </p:pic>
    </p:spTree>
    <p:extLst>
      <p:ext uri="{BB962C8B-B14F-4D97-AF65-F5344CB8AC3E}">
        <p14:creationId xmlns:p14="http://schemas.microsoft.com/office/powerpoint/2010/main" val="3522369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9B26C6A-41BF-2480-2F0A-020B14F54805}"/>
              </a:ext>
            </a:extLst>
          </p:cNvPr>
          <p:cNvSpPr>
            <a:spLocks noGrp="1"/>
          </p:cNvSpPr>
          <p:nvPr>
            <p:ph type="body" sz="quarter" idx="18"/>
          </p:nvPr>
        </p:nvSpPr>
        <p:spPr/>
        <p:txBody>
          <a:bodyPr/>
          <a:lstStyle/>
          <a:p>
            <a:r>
              <a:rPr lang="en-US" altLang="zh-CN"/>
              <a:t>Stu</a:t>
            </a:r>
            <a:r>
              <a:rPr lang="zh-CN" altLang="en-US"/>
              <a:t>类的代码参考</a:t>
            </a:r>
            <a:r>
              <a:rPr lang="en-US" altLang="zh-CN"/>
              <a:t>1</a:t>
            </a:r>
            <a:endParaRPr lang="zh-CN" altLang="en-US"/>
          </a:p>
        </p:txBody>
      </p:sp>
      <p:pic>
        <p:nvPicPr>
          <p:cNvPr id="5" name="内容占位符 4">
            <a:extLst>
              <a:ext uri="{FF2B5EF4-FFF2-40B4-BE49-F238E27FC236}">
                <a16:creationId xmlns:a16="http://schemas.microsoft.com/office/drawing/2014/main" id="{C8671957-F1E4-CA89-EA4D-7BE04E4AE42E}"/>
              </a:ext>
            </a:extLst>
          </p:cNvPr>
          <p:cNvPicPr>
            <a:picLocks noGrp="1" noChangeAspect="1"/>
          </p:cNvPicPr>
          <p:nvPr>
            <p:ph sz="quarter" idx="19"/>
          </p:nvPr>
        </p:nvPicPr>
        <p:blipFill>
          <a:blip r:embed="rId2"/>
          <a:stretch>
            <a:fillRect/>
          </a:stretch>
        </p:blipFill>
        <p:spPr>
          <a:xfrm>
            <a:off x="1628557" y="836613"/>
            <a:ext cx="8992036" cy="5761037"/>
          </a:xfrm>
          <a:prstGeom prst="rect">
            <a:avLst/>
          </a:prstGeom>
        </p:spPr>
      </p:pic>
    </p:spTree>
    <p:extLst>
      <p:ext uri="{BB962C8B-B14F-4D97-AF65-F5344CB8AC3E}">
        <p14:creationId xmlns:p14="http://schemas.microsoft.com/office/powerpoint/2010/main" val="42193480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18431-2AC2-0274-E3F6-E083E96EE544}"/>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9F250C5A-86B7-5A49-1A3E-7E7B3BB2F62D}"/>
              </a:ext>
            </a:extLst>
          </p:cNvPr>
          <p:cNvSpPr>
            <a:spLocks noGrp="1"/>
          </p:cNvSpPr>
          <p:nvPr>
            <p:ph type="body" sz="quarter" idx="18"/>
          </p:nvPr>
        </p:nvSpPr>
        <p:spPr/>
        <p:txBody>
          <a:bodyPr/>
          <a:lstStyle/>
          <a:p>
            <a:r>
              <a:rPr lang="en-US" altLang="zh-CN"/>
              <a:t>Stu</a:t>
            </a:r>
            <a:r>
              <a:rPr lang="zh-CN" altLang="en-US"/>
              <a:t>类的代码参考</a:t>
            </a:r>
            <a:r>
              <a:rPr lang="en-US" altLang="zh-CN"/>
              <a:t>2</a:t>
            </a:r>
            <a:endParaRPr lang="zh-CN" altLang="en-US"/>
          </a:p>
        </p:txBody>
      </p:sp>
      <p:pic>
        <p:nvPicPr>
          <p:cNvPr id="7" name="内容占位符 6">
            <a:extLst>
              <a:ext uri="{FF2B5EF4-FFF2-40B4-BE49-F238E27FC236}">
                <a16:creationId xmlns:a16="http://schemas.microsoft.com/office/drawing/2014/main" id="{7C3EDB32-E58C-A289-F332-9D05B4735FB8}"/>
              </a:ext>
            </a:extLst>
          </p:cNvPr>
          <p:cNvPicPr>
            <a:picLocks noGrp="1" noChangeAspect="1"/>
          </p:cNvPicPr>
          <p:nvPr>
            <p:ph sz="quarter" idx="19"/>
          </p:nvPr>
        </p:nvPicPr>
        <p:blipFill>
          <a:blip r:embed="rId2"/>
          <a:stretch>
            <a:fillRect/>
          </a:stretch>
        </p:blipFill>
        <p:spPr>
          <a:xfrm>
            <a:off x="2308823" y="836613"/>
            <a:ext cx="7631503" cy="5761037"/>
          </a:xfrm>
          <a:prstGeom prst="rect">
            <a:avLst/>
          </a:prstGeom>
        </p:spPr>
      </p:pic>
    </p:spTree>
    <p:extLst>
      <p:ext uri="{BB962C8B-B14F-4D97-AF65-F5344CB8AC3E}">
        <p14:creationId xmlns:p14="http://schemas.microsoft.com/office/powerpoint/2010/main" val="1143189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D9C1E9B-7189-0D0A-0586-3EED9F11D872}"/>
              </a:ext>
            </a:extLst>
          </p:cNvPr>
          <p:cNvSpPr>
            <a:spLocks noGrp="1"/>
          </p:cNvSpPr>
          <p:nvPr>
            <p:ph type="body" sz="quarter" idx="18"/>
          </p:nvPr>
        </p:nvSpPr>
        <p:spPr/>
        <p:txBody>
          <a:bodyPr/>
          <a:lstStyle/>
          <a:p>
            <a:r>
              <a:rPr lang="zh-CN" altLang="en-US"/>
              <a:t>登录认证的编程思路</a:t>
            </a:r>
          </a:p>
        </p:txBody>
      </p:sp>
      <p:sp>
        <p:nvSpPr>
          <p:cNvPr id="6" name="内容占位符 5">
            <a:extLst>
              <a:ext uri="{FF2B5EF4-FFF2-40B4-BE49-F238E27FC236}">
                <a16:creationId xmlns:a16="http://schemas.microsoft.com/office/drawing/2014/main" id="{9BDFABAD-B974-0BE1-FFEF-B3536159F2D8}"/>
              </a:ext>
            </a:extLst>
          </p:cNvPr>
          <p:cNvSpPr>
            <a:spLocks noGrp="1"/>
          </p:cNvSpPr>
          <p:nvPr>
            <p:ph sz="quarter" idx="19"/>
          </p:nvPr>
        </p:nvSpPr>
        <p:spPr/>
        <p:txBody>
          <a:bodyPr/>
          <a:lstStyle/>
          <a:p>
            <a:pPr marL="0" indent="0">
              <a:buNone/>
            </a:pPr>
            <a:r>
              <a:rPr lang="en-US" altLang="zh-CN"/>
              <a:t>try {</a:t>
            </a:r>
          </a:p>
          <a:p>
            <a:pPr marL="914400" lvl="2" indent="0">
              <a:buNone/>
            </a:pPr>
            <a:r>
              <a:rPr lang="en-US" altLang="zh-CN"/>
              <a:t>// 1 </a:t>
            </a:r>
            <a:r>
              <a:rPr lang="zh-CN" altLang="en-US"/>
              <a:t>获取前端</a:t>
            </a:r>
            <a:r>
              <a:rPr lang="en-US" altLang="zh-CN"/>
              <a:t>json</a:t>
            </a:r>
            <a:r>
              <a:rPr lang="zh-CN" altLang="en-US"/>
              <a:t>数据转换为数组</a:t>
            </a:r>
            <a:endParaRPr lang="en-US" altLang="zh-CN"/>
          </a:p>
          <a:p>
            <a:pPr marL="914400" lvl="2" indent="0">
              <a:buNone/>
            </a:pPr>
            <a:r>
              <a:rPr lang="en-US" altLang="zh-CN"/>
              <a:t>// 2 </a:t>
            </a:r>
            <a:r>
              <a:rPr lang="zh-CN" altLang="en-US"/>
              <a:t>判断输入，抛出</a:t>
            </a:r>
            <a:r>
              <a:rPr lang="en-US" altLang="zh-CN"/>
              <a:t>400</a:t>
            </a:r>
            <a:r>
              <a:rPr lang="zh-CN" altLang="en-US"/>
              <a:t>或</a:t>
            </a:r>
            <a:r>
              <a:rPr lang="en-US" altLang="zh-CN"/>
              <a:t>422</a:t>
            </a:r>
            <a:r>
              <a:rPr lang="zh-CN" altLang="en-US"/>
              <a:t>异常</a:t>
            </a:r>
            <a:endParaRPr lang="en-US" altLang="zh-CN"/>
          </a:p>
          <a:p>
            <a:pPr marL="914400" lvl="2" indent="0">
              <a:buNone/>
            </a:pPr>
            <a:r>
              <a:rPr lang="en-US" altLang="zh-CN"/>
              <a:t>// 3 </a:t>
            </a:r>
            <a:r>
              <a:rPr lang="zh-CN" altLang="en-US"/>
              <a:t>获取</a:t>
            </a:r>
            <a:r>
              <a:rPr lang="en-US" altLang="zh-CN"/>
              <a:t>DB</a:t>
            </a:r>
            <a:r>
              <a:rPr lang="zh-CN" altLang="en-US"/>
              <a:t>类的单例</a:t>
            </a:r>
            <a:endParaRPr lang="en-US" altLang="zh-CN"/>
          </a:p>
          <a:p>
            <a:pPr marL="914400" lvl="2" indent="0">
              <a:buNone/>
            </a:pPr>
            <a:r>
              <a:rPr lang="en-US" altLang="zh-CN"/>
              <a:t>// 4 </a:t>
            </a:r>
            <a:r>
              <a:rPr lang="zh-CN" altLang="en-US"/>
              <a:t>根据身份，实例化对应子类</a:t>
            </a:r>
            <a:endParaRPr lang="en-US" altLang="zh-CN"/>
          </a:p>
          <a:p>
            <a:pPr marL="914400" lvl="2" indent="0">
              <a:buNone/>
            </a:pPr>
            <a:r>
              <a:rPr lang="en-US" altLang="zh-CN"/>
              <a:t>// 5 </a:t>
            </a:r>
            <a:r>
              <a:rPr lang="zh-CN" altLang="en-US"/>
              <a:t>打印登录认证的结果</a:t>
            </a:r>
            <a:endParaRPr lang="en-US" altLang="zh-CN"/>
          </a:p>
          <a:p>
            <a:pPr marL="0" indent="0">
              <a:buNone/>
            </a:pPr>
            <a:r>
              <a:rPr lang="en-US" altLang="zh-CN"/>
              <a:t>} catch (\Throwable </a:t>
            </a:r>
            <a:r>
              <a:rPr lang="en-US" altLang="zh-CN" i="1"/>
              <a:t>$th</a:t>
            </a:r>
            <a:r>
              <a:rPr lang="en-US" altLang="zh-CN"/>
              <a:t>) {</a:t>
            </a:r>
          </a:p>
          <a:p>
            <a:pPr marL="914400" lvl="2" indent="0">
              <a:buNone/>
            </a:pPr>
            <a:r>
              <a:rPr lang="en-US" altLang="zh-CN"/>
              <a:t>// ApiResponse</a:t>
            </a:r>
            <a:r>
              <a:rPr lang="zh-CN" altLang="en-US"/>
              <a:t>的</a:t>
            </a:r>
            <a:r>
              <a:rPr lang="en-US" altLang="zh-CN"/>
              <a:t>error</a:t>
            </a:r>
            <a:r>
              <a:rPr lang="zh-CN" altLang="en-US"/>
              <a:t>方法调用</a:t>
            </a:r>
            <a:endParaRPr lang="en-US" altLang="zh-CN"/>
          </a:p>
          <a:p>
            <a:pPr marL="0" indent="0">
              <a:buNone/>
            </a:pPr>
            <a:r>
              <a:rPr lang="en-US" altLang="zh-CN"/>
              <a:t>}</a:t>
            </a:r>
          </a:p>
          <a:p>
            <a:pPr marL="0" indent="0">
              <a:buNone/>
            </a:pPr>
            <a:endParaRPr lang="en-US" altLang="zh-CN"/>
          </a:p>
          <a:p>
            <a:pPr marL="0" indent="0">
              <a:buNone/>
            </a:pPr>
            <a:endParaRPr lang="zh-CN" altLang="en-US"/>
          </a:p>
        </p:txBody>
      </p:sp>
    </p:spTree>
    <p:extLst>
      <p:ext uri="{BB962C8B-B14F-4D97-AF65-F5344CB8AC3E}">
        <p14:creationId xmlns:p14="http://schemas.microsoft.com/office/powerpoint/2010/main" val="2869114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1BAB25C-C761-6797-657C-7DFDDA52B038}"/>
              </a:ext>
            </a:extLst>
          </p:cNvPr>
          <p:cNvSpPr>
            <a:spLocks noGrp="1"/>
          </p:cNvSpPr>
          <p:nvPr>
            <p:ph type="body" sz="quarter" idx="10"/>
          </p:nvPr>
        </p:nvSpPr>
        <p:spPr/>
        <p:txBody>
          <a:bodyPr/>
          <a:lstStyle/>
          <a:p>
            <a:pPr lvl="0"/>
            <a:r>
              <a:rPr lang="zh-CN" altLang="en-US"/>
              <a:t>注销的原理</a:t>
            </a:r>
          </a:p>
          <a:p>
            <a:pPr lvl="0"/>
            <a:r>
              <a:rPr lang="zh-CN" altLang="en-US"/>
              <a:t>注销接口的设计</a:t>
            </a:r>
          </a:p>
          <a:p>
            <a:pPr lvl="0"/>
            <a:r>
              <a:rPr lang="zh-CN" altLang="en-US"/>
              <a:t>注销功能的编码</a:t>
            </a:r>
          </a:p>
          <a:p>
            <a:r>
              <a:rPr lang="zh-CN" altLang="en-US"/>
              <a:t>作业一</a:t>
            </a:r>
          </a:p>
          <a:p>
            <a:endParaRPr lang="zh-CN" altLang="en-US"/>
          </a:p>
        </p:txBody>
      </p:sp>
      <p:sp>
        <p:nvSpPr>
          <p:cNvPr id="3" name="文本占位符 2">
            <a:extLst>
              <a:ext uri="{FF2B5EF4-FFF2-40B4-BE49-F238E27FC236}">
                <a16:creationId xmlns:a16="http://schemas.microsoft.com/office/drawing/2014/main" id="{D9405B3C-F06C-24CB-C51B-D8BE6B75F720}"/>
              </a:ext>
            </a:extLst>
          </p:cNvPr>
          <p:cNvSpPr>
            <a:spLocks noGrp="1"/>
          </p:cNvSpPr>
          <p:nvPr>
            <p:ph type="body" sz="quarter" idx="12"/>
          </p:nvPr>
        </p:nvSpPr>
        <p:spPr/>
        <p:txBody>
          <a:bodyPr/>
          <a:lstStyle/>
          <a:p>
            <a:r>
              <a:rPr lang="zh-CN" altLang="en-US"/>
              <a:t>注销功能的实现</a:t>
            </a:r>
          </a:p>
        </p:txBody>
      </p:sp>
    </p:spTree>
    <p:extLst>
      <p:ext uri="{BB962C8B-B14F-4D97-AF65-F5344CB8AC3E}">
        <p14:creationId xmlns:p14="http://schemas.microsoft.com/office/powerpoint/2010/main" val="187416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E1C5FAF3-36B5-5592-7788-ADE6BD10BAA1}"/>
              </a:ext>
            </a:extLst>
          </p:cNvPr>
          <p:cNvSpPr>
            <a:spLocks noGrp="1"/>
          </p:cNvSpPr>
          <p:nvPr>
            <p:ph type="body" idx="1"/>
          </p:nvPr>
        </p:nvSpPr>
        <p:spPr/>
        <p:txBody>
          <a:bodyPr/>
          <a:lstStyle/>
          <a:p>
            <a:r>
              <a:rPr lang="zh-CN" altLang="en-US"/>
              <a:t>登录</a:t>
            </a:r>
          </a:p>
        </p:txBody>
      </p:sp>
      <p:sp>
        <p:nvSpPr>
          <p:cNvPr id="6" name="文本占位符 5">
            <a:extLst>
              <a:ext uri="{FF2B5EF4-FFF2-40B4-BE49-F238E27FC236}">
                <a16:creationId xmlns:a16="http://schemas.microsoft.com/office/drawing/2014/main" id="{F1503FE2-D899-136F-5E79-6E0CD981BB70}"/>
              </a:ext>
            </a:extLst>
          </p:cNvPr>
          <p:cNvSpPr>
            <a:spLocks noGrp="1"/>
          </p:cNvSpPr>
          <p:nvPr>
            <p:ph type="body" sz="quarter" idx="3"/>
          </p:nvPr>
        </p:nvSpPr>
        <p:spPr/>
        <p:txBody>
          <a:bodyPr/>
          <a:lstStyle/>
          <a:p>
            <a:r>
              <a:rPr lang="zh-CN" altLang="en-US"/>
              <a:t>注销</a:t>
            </a:r>
          </a:p>
        </p:txBody>
      </p:sp>
      <p:sp>
        <p:nvSpPr>
          <p:cNvPr id="8" name="内容占位符 7">
            <a:extLst>
              <a:ext uri="{FF2B5EF4-FFF2-40B4-BE49-F238E27FC236}">
                <a16:creationId xmlns:a16="http://schemas.microsoft.com/office/drawing/2014/main" id="{B2F15246-5904-C601-B711-606BBAD618A9}"/>
              </a:ext>
            </a:extLst>
          </p:cNvPr>
          <p:cNvSpPr>
            <a:spLocks noGrp="1"/>
          </p:cNvSpPr>
          <p:nvPr>
            <p:ph sz="quarter" idx="19"/>
          </p:nvPr>
        </p:nvSpPr>
        <p:spPr/>
        <p:txBody>
          <a:bodyPr/>
          <a:lstStyle/>
          <a:p>
            <a:r>
              <a:rPr lang="zh-CN" altLang="en-US"/>
              <a:t>登录认证后使用</a:t>
            </a:r>
            <a:r>
              <a:rPr lang="en-US" altLang="zh-CN"/>
              <a:t>session</a:t>
            </a:r>
            <a:r>
              <a:rPr lang="zh-CN" altLang="en-US"/>
              <a:t>文件记录用户数据</a:t>
            </a:r>
          </a:p>
        </p:txBody>
      </p:sp>
      <p:sp>
        <p:nvSpPr>
          <p:cNvPr id="9" name="内容占位符 8">
            <a:extLst>
              <a:ext uri="{FF2B5EF4-FFF2-40B4-BE49-F238E27FC236}">
                <a16:creationId xmlns:a16="http://schemas.microsoft.com/office/drawing/2014/main" id="{DB2503CE-90A5-376E-C5D0-8F0204320D8C}"/>
              </a:ext>
            </a:extLst>
          </p:cNvPr>
          <p:cNvSpPr>
            <a:spLocks noGrp="1"/>
          </p:cNvSpPr>
          <p:nvPr>
            <p:ph sz="quarter" idx="20"/>
          </p:nvPr>
        </p:nvSpPr>
        <p:spPr/>
        <p:txBody>
          <a:bodyPr/>
          <a:lstStyle/>
          <a:p>
            <a:r>
              <a:rPr lang="zh-CN" altLang="en-US"/>
              <a:t>删除用户的数据</a:t>
            </a:r>
            <a:endParaRPr lang="en-US" altLang="zh-CN"/>
          </a:p>
          <a:p>
            <a:r>
              <a:rPr lang="zh-CN" altLang="en-US"/>
              <a:t>删除文件</a:t>
            </a:r>
          </a:p>
        </p:txBody>
      </p:sp>
      <p:sp>
        <p:nvSpPr>
          <p:cNvPr id="7" name="文本占位符 6">
            <a:extLst>
              <a:ext uri="{FF2B5EF4-FFF2-40B4-BE49-F238E27FC236}">
                <a16:creationId xmlns:a16="http://schemas.microsoft.com/office/drawing/2014/main" id="{B04C3800-F1DD-F017-09E6-4B0F5B407B82}"/>
              </a:ext>
            </a:extLst>
          </p:cNvPr>
          <p:cNvSpPr>
            <a:spLocks noGrp="1"/>
          </p:cNvSpPr>
          <p:nvPr>
            <p:ph type="body" sz="quarter" idx="18"/>
          </p:nvPr>
        </p:nvSpPr>
        <p:spPr/>
        <p:txBody>
          <a:bodyPr/>
          <a:lstStyle/>
          <a:p>
            <a:r>
              <a:rPr lang="zh-CN" altLang="en-US"/>
              <a:t>注销的原理</a:t>
            </a:r>
          </a:p>
        </p:txBody>
      </p:sp>
    </p:spTree>
    <p:extLst>
      <p:ext uri="{BB962C8B-B14F-4D97-AF65-F5344CB8AC3E}">
        <p14:creationId xmlns:p14="http://schemas.microsoft.com/office/powerpoint/2010/main" val="2650333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a:extLst>
              <a:ext uri="{FF2B5EF4-FFF2-40B4-BE49-F238E27FC236}">
                <a16:creationId xmlns:a16="http://schemas.microsoft.com/office/drawing/2014/main" id="{E0257FE3-1520-BBC4-988B-4441534DB16A}"/>
              </a:ext>
            </a:extLst>
          </p:cNvPr>
          <p:cNvSpPr>
            <a:spLocks noGrp="1"/>
          </p:cNvSpPr>
          <p:nvPr>
            <p:ph type="body" sz="quarter" idx="18"/>
          </p:nvPr>
        </p:nvSpPr>
        <p:spPr/>
        <p:txBody>
          <a:bodyPr/>
          <a:lstStyle/>
          <a:p>
            <a:r>
              <a:rPr lang="zh-CN" altLang="en-US"/>
              <a:t>服务器端的注销操作</a:t>
            </a:r>
          </a:p>
        </p:txBody>
      </p:sp>
      <p:pic>
        <p:nvPicPr>
          <p:cNvPr id="10" name="内容占位符 9">
            <a:extLst>
              <a:ext uri="{FF2B5EF4-FFF2-40B4-BE49-F238E27FC236}">
                <a16:creationId xmlns:a16="http://schemas.microsoft.com/office/drawing/2014/main" id="{BF03120A-EC5A-7B02-E5CB-4B518A100498}"/>
              </a:ext>
            </a:extLst>
          </p:cNvPr>
          <p:cNvPicPr>
            <a:picLocks noGrp="1" noChangeAspect="1"/>
          </p:cNvPicPr>
          <p:nvPr>
            <p:ph sz="quarter" idx="19"/>
          </p:nvPr>
        </p:nvPicPr>
        <p:blipFill>
          <a:blip r:embed="rId2"/>
          <a:stretch>
            <a:fillRect/>
          </a:stretch>
        </p:blipFill>
        <p:spPr>
          <a:xfrm>
            <a:off x="2976186" y="836613"/>
            <a:ext cx="5436166" cy="5761037"/>
          </a:xfrm>
          <a:prstGeom prst="rect">
            <a:avLst/>
          </a:prstGeom>
        </p:spPr>
      </p:pic>
    </p:spTree>
    <p:extLst>
      <p:ext uri="{BB962C8B-B14F-4D97-AF65-F5344CB8AC3E}">
        <p14:creationId xmlns:p14="http://schemas.microsoft.com/office/powerpoint/2010/main" val="2933418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EF2E1-C721-D7B5-3D08-A4E56901F2CC}"/>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0D8FCBA6-A4F8-00C0-A163-0421BB5BA08F}"/>
              </a:ext>
            </a:extLst>
          </p:cNvPr>
          <p:cNvSpPr>
            <a:spLocks noGrp="1"/>
          </p:cNvSpPr>
          <p:nvPr>
            <p:ph type="body" sz="quarter" idx="18"/>
          </p:nvPr>
        </p:nvSpPr>
        <p:spPr/>
        <p:txBody>
          <a:bodyPr/>
          <a:lstStyle/>
          <a:p>
            <a:r>
              <a:rPr lang="zh-CN" altLang="en-US"/>
              <a:t>注销请求和响应设计</a:t>
            </a:r>
          </a:p>
        </p:txBody>
      </p:sp>
      <p:pic>
        <p:nvPicPr>
          <p:cNvPr id="7" name="内容占位符 6">
            <a:extLst>
              <a:ext uri="{FF2B5EF4-FFF2-40B4-BE49-F238E27FC236}">
                <a16:creationId xmlns:a16="http://schemas.microsoft.com/office/drawing/2014/main" id="{CD21C4A5-1B2A-4771-6C77-B20D00B06AA6}"/>
              </a:ext>
            </a:extLst>
          </p:cNvPr>
          <p:cNvPicPr>
            <a:picLocks noGrp="1" noChangeAspect="1"/>
          </p:cNvPicPr>
          <p:nvPr>
            <p:ph sz="quarter" idx="19"/>
          </p:nvPr>
        </p:nvPicPr>
        <p:blipFill>
          <a:blip r:embed="rId2"/>
          <a:stretch>
            <a:fillRect/>
          </a:stretch>
        </p:blipFill>
        <p:spPr>
          <a:xfrm>
            <a:off x="925115" y="1183679"/>
            <a:ext cx="10076190" cy="1885714"/>
          </a:xfrm>
          <a:prstGeom prst="rect">
            <a:avLst/>
          </a:prstGeom>
        </p:spPr>
      </p:pic>
      <p:pic>
        <p:nvPicPr>
          <p:cNvPr id="3" name="图片 2">
            <a:extLst>
              <a:ext uri="{FF2B5EF4-FFF2-40B4-BE49-F238E27FC236}">
                <a16:creationId xmlns:a16="http://schemas.microsoft.com/office/drawing/2014/main" id="{17AD3607-BFDE-7B59-88BA-8A7B1A6710C9}"/>
              </a:ext>
            </a:extLst>
          </p:cNvPr>
          <p:cNvPicPr>
            <a:picLocks noChangeAspect="1"/>
          </p:cNvPicPr>
          <p:nvPr/>
        </p:nvPicPr>
        <p:blipFill>
          <a:blip r:embed="rId3"/>
          <a:stretch>
            <a:fillRect/>
          </a:stretch>
        </p:blipFill>
        <p:spPr>
          <a:xfrm>
            <a:off x="1732470" y="3150434"/>
            <a:ext cx="8342857" cy="2247619"/>
          </a:xfrm>
          <a:prstGeom prst="rect">
            <a:avLst/>
          </a:prstGeom>
        </p:spPr>
      </p:pic>
      <p:pic>
        <p:nvPicPr>
          <p:cNvPr id="6" name="图片 5">
            <a:extLst>
              <a:ext uri="{FF2B5EF4-FFF2-40B4-BE49-F238E27FC236}">
                <a16:creationId xmlns:a16="http://schemas.microsoft.com/office/drawing/2014/main" id="{908EA403-35F8-52BA-8C26-A537E604D716}"/>
              </a:ext>
            </a:extLst>
          </p:cNvPr>
          <p:cNvPicPr>
            <a:picLocks noChangeAspect="1"/>
          </p:cNvPicPr>
          <p:nvPr/>
        </p:nvPicPr>
        <p:blipFill>
          <a:blip r:embed="rId4"/>
          <a:srcRect t="19140"/>
          <a:stretch>
            <a:fillRect/>
          </a:stretch>
        </p:blipFill>
        <p:spPr>
          <a:xfrm>
            <a:off x="1732470" y="5312377"/>
            <a:ext cx="8402770" cy="725771"/>
          </a:xfrm>
          <a:prstGeom prst="rect">
            <a:avLst/>
          </a:prstGeom>
        </p:spPr>
      </p:pic>
    </p:spTree>
    <p:extLst>
      <p:ext uri="{BB962C8B-B14F-4D97-AF65-F5344CB8AC3E}">
        <p14:creationId xmlns:p14="http://schemas.microsoft.com/office/powerpoint/2010/main" val="3028979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CB6E3C4-25CC-68AA-F343-51CB878C938D}"/>
              </a:ext>
            </a:extLst>
          </p:cNvPr>
          <p:cNvSpPr>
            <a:spLocks noGrp="1"/>
          </p:cNvSpPr>
          <p:nvPr>
            <p:ph type="body" sz="quarter" idx="18"/>
          </p:nvPr>
        </p:nvSpPr>
        <p:spPr/>
        <p:txBody>
          <a:bodyPr/>
          <a:lstStyle/>
          <a:p>
            <a:r>
              <a:rPr lang="zh-CN" altLang="en-US"/>
              <a:t>注销</a:t>
            </a:r>
            <a:r>
              <a:rPr lang="en-US" altLang="zh-CN"/>
              <a:t>API</a:t>
            </a:r>
            <a:r>
              <a:rPr lang="zh-CN" altLang="en-US"/>
              <a:t>设计</a:t>
            </a:r>
          </a:p>
        </p:txBody>
      </p:sp>
      <p:pic>
        <p:nvPicPr>
          <p:cNvPr id="4" name="内容占位符 3">
            <a:extLst>
              <a:ext uri="{FF2B5EF4-FFF2-40B4-BE49-F238E27FC236}">
                <a16:creationId xmlns:a16="http://schemas.microsoft.com/office/drawing/2014/main" id="{A58449CC-48AF-41B7-5833-47E14F85597B}"/>
              </a:ext>
            </a:extLst>
          </p:cNvPr>
          <p:cNvPicPr>
            <a:picLocks noGrp="1" noChangeAspect="1"/>
          </p:cNvPicPr>
          <p:nvPr>
            <p:ph sz="quarter" idx="19"/>
          </p:nvPr>
        </p:nvPicPr>
        <p:blipFill>
          <a:blip r:embed="rId2"/>
          <a:stretch>
            <a:fillRect/>
          </a:stretch>
        </p:blipFill>
        <p:spPr>
          <a:xfrm>
            <a:off x="1927395" y="996096"/>
            <a:ext cx="4798233" cy="5761037"/>
          </a:xfrm>
          <a:prstGeom prst="rect">
            <a:avLst/>
          </a:prstGeom>
          <a:ln>
            <a:solidFill>
              <a:srgbClr val="92D050"/>
            </a:solidFill>
          </a:ln>
        </p:spPr>
      </p:pic>
      <p:pic>
        <p:nvPicPr>
          <p:cNvPr id="5" name="图片 4">
            <a:extLst>
              <a:ext uri="{FF2B5EF4-FFF2-40B4-BE49-F238E27FC236}">
                <a16:creationId xmlns:a16="http://schemas.microsoft.com/office/drawing/2014/main" id="{8640B150-EE5E-71DC-228C-1B94343A794D}"/>
              </a:ext>
            </a:extLst>
          </p:cNvPr>
          <p:cNvPicPr>
            <a:picLocks noChangeAspect="1"/>
          </p:cNvPicPr>
          <p:nvPr/>
        </p:nvPicPr>
        <p:blipFill rotWithShape="1">
          <a:blip r:embed="rId3"/>
          <a:srcRect t="50043" r="64922"/>
          <a:stretch>
            <a:fillRect/>
          </a:stretch>
        </p:blipFill>
        <p:spPr bwMode="auto">
          <a:xfrm>
            <a:off x="7244082" y="996096"/>
            <a:ext cx="4150365" cy="5761036"/>
          </a:xfrm>
          <a:prstGeom prst="rect">
            <a:avLst/>
          </a:prstGeom>
          <a:ln w="9525" cap="flat" cmpd="sng" algn="ctr">
            <a:solidFill>
              <a:srgbClr val="92D050"/>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74521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8212A8D-5E58-3CF9-BA87-67CB14693C50}"/>
              </a:ext>
            </a:extLst>
          </p:cNvPr>
          <p:cNvSpPr>
            <a:spLocks noGrp="1"/>
          </p:cNvSpPr>
          <p:nvPr>
            <p:ph type="body" sz="quarter" idx="18"/>
          </p:nvPr>
        </p:nvSpPr>
        <p:spPr/>
        <p:txBody>
          <a:bodyPr/>
          <a:lstStyle/>
          <a:p>
            <a:r>
              <a:rPr lang="zh-CN" altLang="en-US"/>
              <a:t>环境变量的设置</a:t>
            </a:r>
          </a:p>
        </p:txBody>
      </p:sp>
      <p:pic>
        <p:nvPicPr>
          <p:cNvPr id="7" name="内容占位符 3">
            <a:extLst>
              <a:ext uri="{FF2B5EF4-FFF2-40B4-BE49-F238E27FC236}">
                <a16:creationId xmlns:a16="http://schemas.microsoft.com/office/drawing/2014/main" id="{9F28F750-2CE0-0DF2-7129-A9738A69183B}"/>
              </a:ext>
            </a:extLst>
          </p:cNvPr>
          <p:cNvPicPr>
            <a:picLocks noChangeAspect="1"/>
          </p:cNvPicPr>
          <p:nvPr/>
        </p:nvPicPr>
        <p:blipFill>
          <a:blip r:embed="rId2"/>
          <a:stretch>
            <a:fillRect/>
          </a:stretch>
        </p:blipFill>
        <p:spPr>
          <a:xfrm>
            <a:off x="508000" y="1039906"/>
            <a:ext cx="11176000" cy="2250101"/>
          </a:xfrm>
          <a:prstGeom prst="rect">
            <a:avLst/>
          </a:prstGeom>
          <a:ln>
            <a:solidFill>
              <a:srgbClr val="92D050"/>
            </a:solidFill>
          </a:ln>
        </p:spPr>
      </p:pic>
      <p:pic>
        <p:nvPicPr>
          <p:cNvPr id="8" name="内容占位符 7">
            <a:extLst>
              <a:ext uri="{FF2B5EF4-FFF2-40B4-BE49-F238E27FC236}">
                <a16:creationId xmlns:a16="http://schemas.microsoft.com/office/drawing/2014/main" id="{76339CE0-5211-3EC5-3BB0-348BC8EAFF63}"/>
              </a:ext>
            </a:extLst>
          </p:cNvPr>
          <p:cNvPicPr>
            <a:picLocks noGrp="1" noChangeAspect="1"/>
          </p:cNvPicPr>
          <p:nvPr>
            <p:ph sz="quarter" idx="19"/>
          </p:nvPr>
        </p:nvPicPr>
        <p:blipFill>
          <a:blip r:embed="rId3"/>
          <a:stretch>
            <a:fillRect/>
          </a:stretch>
        </p:blipFill>
        <p:spPr>
          <a:xfrm>
            <a:off x="1604808" y="790507"/>
            <a:ext cx="8849208" cy="5761037"/>
          </a:xfrm>
          <a:prstGeom prst="rect">
            <a:avLst/>
          </a:prstGeom>
          <a:ln>
            <a:solidFill>
              <a:srgbClr val="92D050"/>
            </a:solidFill>
          </a:ln>
        </p:spPr>
      </p:pic>
    </p:spTree>
    <p:extLst>
      <p:ext uri="{BB962C8B-B14F-4D97-AF65-F5344CB8AC3E}">
        <p14:creationId xmlns:p14="http://schemas.microsoft.com/office/powerpoint/2010/main" val="3518576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E5E1E82-EC45-EE9A-56BE-79B630B3D008}"/>
              </a:ext>
            </a:extLst>
          </p:cNvPr>
          <p:cNvSpPr>
            <a:spLocks noGrp="1"/>
          </p:cNvSpPr>
          <p:nvPr>
            <p:ph type="body" sz="quarter" idx="18"/>
          </p:nvPr>
        </p:nvSpPr>
        <p:spPr/>
        <p:txBody>
          <a:bodyPr/>
          <a:lstStyle/>
          <a:p>
            <a:r>
              <a:rPr lang="zh-CN" altLang="en-US"/>
              <a:t>为环境变量赋值</a:t>
            </a:r>
          </a:p>
        </p:txBody>
      </p:sp>
      <p:pic>
        <p:nvPicPr>
          <p:cNvPr id="4" name="内容占位符 3">
            <a:extLst>
              <a:ext uri="{FF2B5EF4-FFF2-40B4-BE49-F238E27FC236}">
                <a16:creationId xmlns:a16="http://schemas.microsoft.com/office/drawing/2014/main" id="{7A55737A-A0DA-FFE3-FE36-ECEF7A208639}"/>
              </a:ext>
            </a:extLst>
          </p:cNvPr>
          <p:cNvPicPr>
            <a:picLocks noGrp="1" noChangeAspect="1"/>
          </p:cNvPicPr>
          <p:nvPr>
            <p:ph sz="quarter" idx="19"/>
          </p:nvPr>
        </p:nvPicPr>
        <p:blipFill>
          <a:blip r:embed="rId2"/>
          <a:stretch>
            <a:fillRect/>
          </a:stretch>
        </p:blipFill>
        <p:spPr>
          <a:xfrm>
            <a:off x="2697918" y="836613"/>
            <a:ext cx="6853314" cy="5761037"/>
          </a:xfrm>
          <a:prstGeom prst="rect">
            <a:avLst/>
          </a:prstGeom>
          <a:ln>
            <a:solidFill>
              <a:srgbClr val="92D050"/>
            </a:solidFill>
          </a:ln>
        </p:spPr>
      </p:pic>
    </p:spTree>
    <p:extLst>
      <p:ext uri="{BB962C8B-B14F-4D97-AF65-F5344CB8AC3E}">
        <p14:creationId xmlns:p14="http://schemas.microsoft.com/office/powerpoint/2010/main" val="4277435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951680A-B9E0-7AB1-C889-C9B15BCA856F}"/>
              </a:ext>
            </a:extLst>
          </p:cNvPr>
          <p:cNvSpPr>
            <a:spLocks noGrp="1"/>
          </p:cNvSpPr>
          <p:nvPr>
            <p:ph type="body" sz="quarter" idx="18"/>
          </p:nvPr>
        </p:nvSpPr>
        <p:spPr/>
        <p:txBody>
          <a:bodyPr/>
          <a:lstStyle/>
          <a:p>
            <a:r>
              <a:rPr lang="zh-CN" altLang="en-US"/>
              <a:t>为登录后续请求设置</a:t>
            </a:r>
            <a:r>
              <a:rPr lang="en-US" altLang="zh-CN"/>
              <a:t>Headers</a:t>
            </a:r>
            <a:r>
              <a:rPr lang="zh-CN" altLang="en-US"/>
              <a:t>的</a:t>
            </a:r>
            <a:r>
              <a:rPr lang="en-US" altLang="zh-CN"/>
              <a:t>Authorization</a:t>
            </a:r>
            <a:r>
              <a:rPr lang="zh-CN" altLang="en-US"/>
              <a:t>字段</a:t>
            </a:r>
          </a:p>
        </p:txBody>
      </p:sp>
      <p:pic>
        <p:nvPicPr>
          <p:cNvPr id="4" name="内容占位符 3">
            <a:extLst>
              <a:ext uri="{FF2B5EF4-FFF2-40B4-BE49-F238E27FC236}">
                <a16:creationId xmlns:a16="http://schemas.microsoft.com/office/drawing/2014/main" id="{D1555CF0-A557-FC34-3BB3-253170F0F962}"/>
              </a:ext>
            </a:extLst>
          </p:cNvPr>
          <p:cNvPicPr>
            <a:picLocks noGrp="1" noChangeAspect="1"/>
          </p:cNvPicPr>
          <p:nvPr>
            <p:ph sz="quarter" idx="19"/>
          </p:nvPr>
        </p:nvPicPr>
        <p:blipFill>
          <a:blip r:embed="rId2"/>
          <a:stretch>
            <a:fillRect/>
          </a:stretch>
        </p:blipFill>
        <p:spPr>
          <a:xfrm>
            <a:off x="536575" y="935440"/>
            <a:ext cx="11176000" cy="5563383"/>
          </a:xfrm>
          <a:prstGeom prst="rect">
            <a:avLst/>
          </a:prstGeom>
          <a:ln>
            <a:solidFill>
              <a:srgbClr val="92D050"/>
            </a:solidFill>
          </a:ln>
        </p:spPr>
      </p:pic>
    </p:spTree>
    <p:extLst>
      <p:ext uri="{BB962C8B-B14F-4D97-AF65-F5344CB8AC3E}">
        <p14:creationId xmlns:p14="http://schemas.microsoft.com/office/powerpoint/2010/main" val="3016337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A331CB1-E555-B7FE-2464-3509DE4AFC8E}"/>
              </a:ext>
            </a:extLst>
          </p:cNvPr>
          <p:cNvSpPr>
            <a:spLocks noGrp="1"/>
          </p:cNvSpPr>
          <p:nvPr>
            <p:ph type="body" sz="quarter" idx="18"/>
          </p:nvPr>
        </p:nvSpPr>
        <p:spPr/>
        <p:txBody>
          <a:bodyPr/>
          <a:lstStyle/>
          <a:p>
            <a:r>
              <a:rPr lang="zh-CN" altLang="en-US"/>
              <a:t>作业一</a:t>
            </a:r>
          </a:p>
        </p:txBody>
      </p:sp>
      <p:pic>
        <p:nvPicPr>
          <p:cNvPr id="5" name="内容占位符 4">
            <a:extLst>
              <a:ext uri="{FF2B5EF4-FFF2-40B4-BE49-F238E27FC236}">
                <a16:creationId xmlns:a16="http://schemas.microsoft.com/office/drawing/2014/main" id="{321CB55C-C5C1-EDC8-5B38-84E123A5A9E8}"/>
              </a:ext>
            </a:extLst>
          </p:cNvPr>
          <p:cNvPicPr>
            <a:picLocks noGrp="1" noChangeAspect="1"/>
          </p:cNvPicPr>
          <p:nvPr>
            <p:ph sz="quarter" idx="19"/>
          </p:nvPr>
        </p:nvPicPr>
        <p:blipFill>
          <a:blip r:embed="rId2"/>
          <a:stretch>
            <a:fillRect/>
          </a:stretch>
        </p:blipFill>
        <p:spPr>
          <a:xfrm>
            <a:off x="915047" y="902730"/>
            <a:ext cx="10361905" cy="3123809"/>
          </a:xfrm>
          <a:prstGeom prst="rect">
            <a:avLst/>
          </a:prstGeom>
        </p:spPr>
      </p:pic>
      <p:pic>
        <p:nvPicPr>
          <p:cNvPr id="7" name="图片 6">
            <a:extLst>
              <a:ext uri="{FF2B5EF4-FFF2-40B4-BE49-F238E27FC236}">
                <a16:creationId xmlns:a16="http://schemas.microsoft.com/office/drawing/2014/main" id="{87ACE1DE-7721-E996-DA65-7E005987B10A}"/>
              </a:ext>
            </a:extLst>
          </p:cNvPr>
          <p:cNvPicPr>
            <a:picLocks noChangeAspect="1"/>
          </p:cNvPicPr>
          <p:nvPr/>
        </p:nvPicPr>
        <p:blipFill>
          <a:blip r:embed="rId3"/>
          <a:stretch>
            <a:fillRect/>
          </a:stretch>
        </p:blipFill>
        <p:spPr>
          <a:xfrm>
            <a:off x="1586904" y="4091780"/>
            <a:ext cx="7542857" cy="1809524"/>
          </a:xfrm>
          <a:prstGeom prst="rect">
            <a:avLst/>
          </a:prstGeom>
        </p:spPr>
      </p:pic>
    </p:spTree>
    <p:extLst>
      <p:ext uri="{BB962C8B-B14F-4D97-AF65-F5344CB8AC3E}">
        <p14:creationId xmlns:p14="http://schemas.microsoft.com/office/powerpoint/2010/main" val="3374551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BCDA611-1F4C-A7CA-6A25-BD0A829C3DBA}"/>
              </a:ext>
            </a:extLst>
          </p:cNvPr>
          <p:cNvSpPr>
            <a:spLocks noGrp="1"/>
          </p:cNvSpPr>
          <p:nvPr>
            <p:ph type="body" sz="quarter" idx="18"/>
          </p:nvPr>
        </p:nvSpPr>
        <p:spPr/>
        <p:txBody>
          <a:bodyPr/>
          <a:lstStyle/>
          <a:p>
            <a:r>
              <a:rPr lang="en-US" altLang="zh-CN"/>
              <a:t>logOut</a:t>
            </a:r>
            <a:r>
              <a:rPr lang="zh-CN" altLang="en-US"/>
              <a:t>代码参考</a:t>
            </a:r>
          </a:p>
        </p:txBody>
      </p:sp>
      <p:pic>
        <p:nvPicPr>
          <p:cNvPr id="4" name="内容占位符 3">
            <a:extLst>
              <a:ext uri="{FF2B5EF4-FFF2-40B4-BE49-F238E27FC236}">
                <a16:creationId xmlns:a16="http://schemas.microsoft.com/office/drawing/2014/main" id="{D8740F83-949D-E355-1976-D4D5E5574108}"/>
              </a:ext>
            </a:extLst>
          </p:cNvPr>
          <p:cNvPicPr>
            <a:picLocks noGrp="1" noChangeAspect="1"/>
          </p:cNvPicPr>
          <p:nvPr>
            <p:ph sz="quarter" idx="19"/>
          </p:nvPr>
        </p:nvPicPr>
        <p:blipFill>
          <a:blip r:embed="rId2"/>
          <a:stretch>
            <a:fillRect/>
          </a:stretch>
        </p:blipFill>
        <p:spPr>
          <a:xfrm>
            <a:off x="3596120" y="836613"/>
            <a:ext cx="5056910" cy="5761037"/>
          </a:xfrm>
          <a:prstGeom prst="rect">
            <a:avLst/>
          </a:prstGeom>
          <a:ln>
            <a:solidFill>
              <a:srgbClr val="92D050"/>
            </a:solidFill>
          </a:ln>
        </p:spPr>
      </p:pic>
    </p:spTree>
    <p:extLst>
      <p:ext uri="{BB962C8B-B14F-4D97-AF65-F5344CB8AC3E}">
        <p14:creationId xmlns:p14="http://schemas.microsoft.com/office/powerpoint/2010/main" val="827750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DD520C71-73A9-66A0-DBD0-394DD98A9AF7}"/>
              </a:ext>
            </a:extLst>
          </p:cNvPr>
          <p:cNvPicPr>
            <a:picLocks noGrp="1" noChangeAspect="1"/>
          </p:cNvPicPr>
          <p:nvPr>
            <p:ph sz="quarter" idx="19"/>
          </p:nvPr>
        </p:nvPicPr>
        <p:blipFill>
          <a:blip r:embed="rId2"/>
          <a:stretch>
            <a:fillRect/>
          </a:stretch>
        </p:blipFill>
        <p:spPr>
          <a:xfrm>
            <a:off x="1485545" y="1052513"/>
            <a:ext cx="4191709" cy="5329237"/>
          </a:xfrm>
          <a:prstGeom prst="rect">
            <a:avLst/>
          </a:prstGeom>
          <a:ln>
            <a:solidFill>
              <a:srgbClr val="00B050"/>
            </a:solidFill>
          </a:ln>
        </p:spPr>
      </p:pic>
      <p:sp>
        <p:nvSpPr>
          <p:cNvPr id="5" name="内容占位符 4">
            <a:extLst>
              <a:ext uri="{FF2B5EF4-FFF2-40B4-BE49-F238E27FC236}">
                <a16:creationId xmlns:a16="http://schemas.microsoft.com/office/drawing/2014/main" id="{861558FE-0B46-83FD-E4B1-6FF6007D09B6}"/>
              </a:ext>
            </a:extLst>
          </p:cNvPr>
          <p:cNvSpPr>
            <a:spLocks noGrp="1"/>
          </p:cNvSpPr>
          <p:nvPr>
            <p:ph sz="quarter" idx="20"/>
          </p:nvPr>
        </p:nvSpPr>
        <p:spPr/>
        <p:txBody>
          <a:bodyPr/>
          <a:lstStyle/>
          <a:p>
            <a:r>
              <a:rPr lang="zh-CN" altLang="zh-CN"/>
              <a:t>由此</a:t>
            </a:r>
            <a:r>
              <a:rPr lang="en-US" altLang="zh-CN"/>
              <a:t>logOut</a:t>
            </a:r>
            <a:r>
              <a:rPr lang="zh-CN" altLang="zh-CN"/>
              <a:t>方法进行会话恢复的代码</a:t>
            </a:r>
            <a:r>
              <a:rPr lang="en-US" altLang="zh-CN"/>
              <a:t>(79</a:t>
            </a:r>
            <a:r>
              <a:rPr lang="zh-CN" altLang="zh-CN"/>
              <a:t>行</a:t>
            </a:r>
            <a:r>
              <a:rPr lang="en-US" altLang="zh-CN"/>
              <a:t>~95</a:t>
            </a:r>
            <a:r>
              <a:rPr lang="zh-CN" altLang="zh-CN"/>
              <a:t>行</a:t>
            </a:r>
            <a:r>
              <a:rPr lang="en-US" altLang="zh-CN"/>
              <a:t>)</a:t>
            </a:r>
            <a:r>
              <a:rPr lang="zh-CN" altLang="zh-CN"/>
              <a:t>可替换为：</a:t>
            </a:r>
          </a:p>
          <a:p>
            <a:pPr marL="0" indent="0">
              <a:buNone/>
            </a:pPr>
            <a:r>
              <a:rPr lang="en-US" altLang="zh-CN"/>
              <a:t>\Guirz\SuitEdu\core\Sess::resumeSess();</a:t>
            </a:r>
            <a:endParaRPr lang="zh-CN" altLang="zh-CN"/>
          </a:p>
          <a:p>
            <a:pPr marL="0" indent="0">
              <a:buNone/>
            </a:pPr>
            <a:endParaRPr lang="zh-CN" altLang="en-US"/>
          </a:p>
        </p:txBody>
      </p:sp>
      <p:sp>
        <p:nvSpPr>
          <p:cNvPr id="2" name="文本占位符 1">
            <a:extLst>
              <a:ext uri="{FF2B5EF4-FFF2-40B4-BE49-F238E27FC236}">
                <a16:creationId xmlns:a16="http://schemas.microsoft.com/office/drawing/2014/main" id="{7B2A5F2F-8821-000B-B8AF-1AAED4D96DBF}"/>
              </a:ext>
            </a:extLst>
          </p:cNvPr>
          <p:cNvSpPr>
            <a:spLocks noGrp="1"/>
          </p:cNvSpPr>
          <p:nvPr>
            <p:ph type="body" sz="quarter" idx="18"/>
          </p:nvPr>
        </p:nvSpPr>
        <p:spPr/>
        <p:txBody>
          <a:bodyPr/>
          <a:lstStyle/>
          <a:p>
            <a:r>
              <a:rPr lang="zh-CN" altLang="en-US"/>
              <a:t>优化：工具类</a:t>
            </a:r>
            <a:r>
              <a:rPr lang="en-US" altLang="zh-CN"/>
              <a:t>Sess</a:t>
            </a:r>
            <a:r>
              <a:rPr lang="zh-CN" altLang="en-US"/>
              <a:t>的定义</a:t>
            </a:r>
          </a:p>
        </p:txBody>
      </p:sp>
    </p:spTree>
    <p:extLst>
      <p:ext uri="{BB962C8B-B14F-4D97-AF65-F5344CB8AC3E}">
        <p14:creationId xmlns:p14="http://schemas.microsoft.com/office/powerpoint/2010/main" val="30415453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3BB3860-C272-71DB-2809-C1834984B881}"/>
              </a:ext>
            </a:extLst>
          </p:cNvPr>
          <p:cNvSpPr>
            <a:spLocks noGrp="1"/>
          </p:cNvSpPr>
          <p:nvPr>
            <p:ph type="body" sz="quarter" idx="10"/>
          </p:nvPr>
        </p:nvSpPr>
        <p:spPr/>
        <p:txBody>
          <a:bodyPr/>
          <a:lstStyle/>
          <a:p>
            <a:pPr lvl="0"/>
            <a:r>
              <a:rPr lang="zh-CN" altLang="en-US"/>
              <a:t>修改密码接口的设计</a:t>
            </a:r>
          </a:p>
          <a:p>
            <a:pPr lvl="0"/>
            <a:r>
              <a:rPr lang="zh-CN" altLang="en-US"/>
              <a:t>修改密码功能的编码</a:t>
            </a:r>
          </a:p>
          <a:p>
            <a:pPr lvl="0"/>
            <a:r>
              <a:rPr lang="zh-CN" altLang="en-US"/>
              <a:t>作业二</a:t>
            </a:r>
          </a:p>
          <a:p>
            <a:endParaRPr lang="zh-CN" altLang="en-US"/>
          </a:p>
        </p:txBody>
      </p:sp>
      <p:sp>
        <p:nvSpPr>
          <p:cNvPr id="3" name="文本占位符 2">
            <a:extLst>
              <a:ext uri="{FF2B5EF4-FFF2-40B4-BE49-F238E27FC236}">
                <a16:creationId xmlns:a16="http://schemas.microsoft.com/office/drawing/2014/main" id="{D9974A9B-55CE-D971-0035-CC6F79391C7D}"/>
              </a:ext>
            </a:extLst>
          </p:cNvPr>
          <p:cNvSpPr>
            <a:spLocks noGrp="1"/>
          </p:cNvSpPr>
          <p:nvPr>
            <p:ph type="body" sz="quarter" idx="12"/>
          </p:nvPr>
        </p:nvSpPr>
        <p:spPr/>
        <p:txBody>
          <a:bodyPr/>
          <a:lstStyle/>
          <a:p>
            <a:r>
              <a:rPr lang="zh-CN" altLang="en-US"/>
              <a:t>修改密码功能的实现</a:t>
            </a:r>
          </a:p>
        </p:txBody>
      </p:sp>
    </p:spTree>
    <p:extLst>
      <p:ext uri="{BB962C8B-B14F-4D97-AF65-F5344CB8AC3E}">
        <p14:creationId xmlns:p14="http://schemas.microsoft.com/office/powerpoint/2010/main" val="694981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3D0364BD-F999-E7B9-6C47-A7670D1D0418}"/>
              </a:ext>
            </a:extLst>
          </p:cNvPr>
          <p:cNvSpPr>
            <a:spLocks noGrp="1"/>
          </p:cNvSpPr>
          <p:nvPr>
            <p:ph type="body" sz="quarter" idx="18"/>
          </p:nvPr>
        </p:nvSpPr>
        <p:spPr/>
        <p:txBody>
          <a:bodyPr/>
          <a:lstStyle/>
          <a:p>
            <a:r>
              <a:rPr lang="zh-CN" altLang="en-US"/>
              <a:t>修改密码请求和响应设计</a:t>
            </a:r>
          </a:p>
        </p:txBody>
      </p:sp>
      <p:pic>
        <p:nvPicPr>
          <p:cNvPr id="7" name="内容占位符 6">
            <a:extLst>
              <a:ext uri="{FF2B5EF4-FFF2-40B4-BE49-F238E27FC236}">
                <a16:creationId xmlns:a16="http://schemas.microsoft.com/office/drawing/2014/main" id="{6763A1EE-0360-7279-FBAE-45C06EFAEB2A}"/>
              </a:ext>
            </a:extLst>
          </p:cNvPr>
          <p:cNvPicPr>
            <a:picLocks noGrp="1" noChangeAspect="1"/>
          </p:cNvPicPr>
          <p:nvPr>
            <p:ph sz="quarter" idx="19"/>
          </p:nvPr>
        </p:nvPicPr>
        <p:blipFill>
          <a:blip r:embed="rId2"/>
          <a:stretch>
            <a:fillRect/>
          </a:stretch>
        </p:blipFill>
        <p:spPr>
          <a:xfrm>
            <a:off x="1057905" y="784109"/>
            <a:ext cx="10076190" cy="1885714"/>
          </a:xfrm>
          <a:prstGeom prst="rect">
            <a:avLst/>
          </a:prstGeom>
        </p:spPr>
      </p:pic>
      <p:pic>
        <p:nvPicPr>
          <p:cNvPr id="9" name="图片 8">
            <a:extLst>
              <a:ext uri="{FF2B5EF4-FFF2-40B4-BE49-F238E27FC236}">
                <a16:creationId xmlns:a16="http://schemas.microsoft.com/office/drawing/2014/main" id="{11EBB9C3-E4B2-7545-C8E4-A07CDD62C257}"/>
              </a:ext>
            </a:extLst>
          </p:cNvPr>
          <p:cNvPicPr>
            <a:picLocks noChangeAspect="1"/>
          </p:cNvPicPr>
          <p:nvPr/>
        </p:nvPicPr>
        <p:blipFill>
          <a:blip r:embed="rId3"/>
          <a:stretch>
            <a:fillRect/>
          </a:stretch>
        </p:blipFill>
        <p:spPr>
          <a:xfrm>
            <a:off x="1943619" y="2669824"/>
            <a:ext cx="6808495" cy="3903954"/>
          </a:xfrm>
          <a:prstGeom prst="rect">
            <a:avLst/>
          </a:prstGeom>
        </p:spPr>
      </p:pic>
    </p:spTree>
    <p:extLst>
      <p:ext uri="{BB962C8B-B14F-4D97-AF65-F5344CB8AC3E}">
        <p14:creationId xmlns:p14="http://schemas.microsoft.com/office/powerpoint/2010/main" val="3506489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4087906-76E7-83C0-0E47-EEBF38321C84}"/>
              </a:ext>
            </a:extLst>
          </p:cNvPr>
          <p:cNvSpPr>
            <a:spLocks noGrp="1"/>
          </p:cNvSpPr>
          <p:nvPr>
            <p:ph type="body" sz="quarter" idx="18"/>
          </p:nvPr>
        </p:nvSpPr>
        <p:spPr/>
        <p:txBody>
          <a:bodyPr/>
          <a:lstStyle/>
          <a:p>
            <a:r>
              <a:rPr lang="zh-CN" altLang="en-US"/>
              <a:t>修改密码</a:t>
            </a:r>
            <a:r>
              <a:rPr lang="en-US" altLang="zh-CN"/>
              <a:t>API</a:t>
            </a:r>
            <a:r>
              <a:rPr lang="zh-CN" altLang="en-US"/>
              <a:t>设计</a:t>
            </a:r>
          </a:p>
        </p:txBody>
      </p:sp>
      <p:pic>
        <p:nvPicPr>
          <p:cNvPr id="7" name="内容占位符 3">
            <a:extLst>
              <a:ext uri="{FF2B5EF4-FFF2-40B4-BE49-F238E27FC236}">
                <a16:creationId xmlns:a16="http://schemas.microsoft.com/office/drawing/2014/main" id="{CB20B445-F44F-1167-F865-B9FD90D11F9C}"/>
              </a:ext>
            </a:extLst>
          </p:cNvPr>
          <p:cNvPicPr>
            <a:picLocks noChangeAspect="1"/>
          </p:cNvPicPr>
          <p:nvPr/>
        </p:nvPicPr>
        <p:blipFill>
          <a:blip r:embed="rId2"/>
          <a:stretch>
            <a:fillRect/>
          </a:stretch>
        </p:blipFill>
        <p:spPr>
          <a:xfrm>
            <a:off x="2805801" y="775140"/>
            <a:ext cx="2503537" cy="5761037"/>
          </a:xfrm>
          <a:prstGeom prst="rect">
            <a:avLst/>
          </a:prstGeom>
          <a:ln>
            <a:solidFill>
              <a:srgbClr val="92D050"/>
            </a:solidFill>
          </a:ln>
        </p:spPr>
      </p:pic>
      <p:pic>
        <p:nvPicPr>
          <p:cNvPr id="8" name="内容占位符 7">
            <a:extLst>
              <a:ext uri="{FF2B5EF4-FFF2-40B4-BE49-F238E27FC236}">
                <a16:creationId xmlns:a16="http://schemas.microsoft.com/office/drawing/2014/main" id="{C98A3591-DCB2-56EE-F7BD-F317C5812595}"/>
              </a:ext>
            </a:extLst>
          </p:cNvPr>
          <p:cNvPicPr>
            <a:picLocks noGrp="1" noChangeAspect="1"/>
          </p:cNvPicPr>
          <p:nvPr>
            <p:ph sz="quarter" idx="19"/>
          </p:nvPr>
        </p:nvPicPr>
        <p:blipFill>
          <a:blip r:embed="rId3"/>
          <a:stretch>
            <a:fillRect/>
          </a:stretch>
        </p:blipFill>
        <p:spPr>
          <a:xfrm>
            <a:off x="5540408" y="775140"/>
            <a:ext cx="2397779" cy="5761037"/>
          </a:xfrm>
          <a:prstGeom prst="rect">
            <a:avLst/>
          </a:prstGeom>
          <a:ln>
            <a:solidFill>
              <a:srgbClr val="92D050"/>
            </a:solidFill>
          </a:ln>
        </p:spPr>
      </p:pic>
    </p:spTree>
    <p:extLst>
      <p:ext uri="{BB962C8B-B14F-4D97-AF65-F5344CB8AC3E}">
        <p14:creationId xmlns:p14="http://schemas.microsoft.com/office/powerpoint/2010/main" val="9651289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7E07741-9EC7-EB0E-19B8-0D2264F22AC2}"/>
              </a:ext>
            </a:extLst>
          </p:cNvPr>
          <p:cNvSpPr>
            <a:spLocks noGrp="1"/>
          </p:cNvSpPr>
          <p:nvPr>
            <p:ph type="body" sz="quarter" idx="18"/>
          </p:nvPr>
        </p:nvSpPr>
        <p:spPr/>
        <p:txBody>
          <a:bodyPr/>
          <a:lstStyle/>
          <a:p>
            <a:r>
              <a:rPr lang="zh-CN" altLang="en-US"/>
              <a:t>作业二</a:t>
            </a:r>
          </a:p>
        </p:txBody>
      </p:sp>
      <p:pic>
        <p:nvPicPr>
          <p:cNvPr id="5" name="内容占位符 4">
            <a:extLst>
              <a:ext uri="{FF2B5EF4-FFF2-40B4-BE49-F238E27FC236}">
                <a16:creationId xmlns:a16="http://schemas.microsoft.com/office/drawing/2014/main" id="{239DA68A-681D-83CB-BB30-08F25CB13C67}"/>
              </a:ext>
            </a:extLst>
          </p:cNvPr>
          <p:cNvPicPr>
            <a:picLocks noGrp="1" noChangeAspect="1"/>
          </p:cNvPicPr>
          <p:nvPr>
            <p:ph sz="quarter" idx="19"/>
          </p:nvPr>
        </p:nvPicPr>
        <p:blipFill>
          <a:blip r:embed="rId2"/>
          <a:stretch>
            <a:fillRect/>
          </a:stretch>
        </p:blipFill>
        <p:spPr>
          <a:xfrm>
            <a:off x="1090570" y="836613"/>
            <a:ext cx="10068010" cy="5761037"/>
          </a:xfrm>
          <a:prstGeom prst="rect">
            <a:avLst/>
          </a:prstGeom>
        </p:spPr>
      </p:pic>
    </p:spTree>
    <p:extLst>
      <p:ext uri="{BB962C8B-B14F-4D97-AF65-F5344CB8AC3E}">
        <p14:creationId xmlns:p14="http://schemas.microsoft.com/office/powerpoint/2010/main" val="16939748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2B53F84-1B75-3F66-45D1-EFE2331F2C2E}"/>
              </a:ext>
            </a:extLst>
          </p:cNvPr>
          <p:cNvSpPr>
            <a:spLocks noGrp="1"/>
          </p:cNvSpPr>
          <p:nvPr>
            <p:ph type="body" sz="quarter" idx="18"/>
          </p:nvPr>
        </p:nvSpPr>
        <p:spPr/>
        <p:txBody>
          <a:bodyPr/>
          <a:lstStyle/>
          <a:p>
            <a:r>
              <a:rPr lang="en-US" altLang="zh-CN"/>
              <a:t>changePwd</a:t>
            </a:r>
            <a:r>
              <a:rPr lang="zh-CN" altLang="en-US"/>
              <a:t>方法代码参考</a:t>
            </a:r>
          </a:p>
        </p:txBody>
      </p:sp>
      <p:pic>
        <p:nvPicPr>
          <p:cNvPr id="4" name="内容占位符 3">
            <a:extLst>
              <a:ext uri="{FF2B5EF4-FFF2-40B4-BE49-F238E27FC236}">
                <a16:creationId xmlns:a16="http://schemas.microsoft.com/office/drawing/2014/main" id="{9A3F0F50-44A5-990A-7443-37BDB1FFB520}"/>
              </a:ext>
            </a:extLst>
          </p:cNvPr>
          <p:cNvPicPr>
            <a:picLocks noGrp="1" noChangeAspect="1"/>
          </p:cNvPicPr>
          <p:nvPr>
            <p:ph sz="quarter" idx="19"/>
          </p:nvPr>
        </p:nvPicPr>
        <p:blipFill>
          <a:blip r:embed="rId2"/>
          <a:stretch>
            <a:fillRect/>
          </a:stretch>
        </p:blipFill>
        <p:spPr>
          <a:xfrm>
            <a:off x="1584383" y="836613"/>
            <a:ext cx="9080384" cy="5761037"/>
          </a:xfrm>
          <a:prstGeom prst="rect">
            <a:avLst/>
          </a:prstGeom>
          <a:ln>
            <a:solidFill>
              <a:srgbClr val="00B050"/>
            </a:solidFill>
          </a:ln>
        </p:spPr>
      </p:pic>
    </p:spTree>
    <p:extLst>
      <p:ext uri="{BB962C8B-B14F-4D97-AF65-F5344CB8AC3E}">
        <p14:creationId xmlns:p14="http://schemas.microsoft.com/office/powerpoint/2010/main" val="28346483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ABD3012-1F9B-76EB-F806-93CD343C46E8}"/>
              </a:ext>
            </a:extLst>
          </p:cNvPr>
          <p:cNvSpPr>
            <a:spLocks noGrp="1"/>
          </p:cNvSpPr>
          <p:nvPr>
            <p:ph type="body" sz="quarter" idx="18"/>
          </p:nvPr>
        </p:nvSpPr>
        <p:spPr/>
        <p:txBody>
          <a:bodyPr/>
          <a:lstStyle/>
          <a:p>
            <a:r>
              <a:rPr lang="en-US" altLang="zh-CN"/>
              <a:t>Te</a:t>
            </a:r>
            <a:r>
              <a:rPr lang="zh-CN" altLang="zh-CN"/>
              <a:t>类的方法</a:t>
            </a:r>
            <a:r>
              <a:rPr lang="en-US" altLang="zh-CN"/>
              <a:t>userSql</a:t>
            </a:r>
            <a:r>
              <a:rPr lang="zh-CN" altLang="zh-CN"/>
              <a:t>的代码参考</a:t>
            </a:r>
            <a:endParaRPr lang="zh-CN" altLang="en-US"/>
          </a:p>
        </p:txBody>
      </p:sp>
      <p:pic>
        <p:nvPicPr>
          <p:cNvPr id="4" name="内容占位符 3">
            <a:extLst>
              <a:ext uri="{FF2B5EF4-FFF2-40B4-BE49-F238E27FC236}">
                <a16:creationId xmlns:a16="http://schemas.microsoft.com/office/drawing/2014/main" id="{8F795BCD-8638-6E5A-BCD0-2D267EBC35E6}"/>
              </a:ext>
            </a:extLst>
          </p:cNvPr>
          <p:cNvPicPr>
            <a:picLocks noGrp="1" noChangeAspect="1"/>
          </p:cNvPicPr>
          <p:nvPr>
            <p:ph sz="quarter" idx="19"/>
          </p:nvPr>
        </p:nvPicPr>
        <p:blipFill>
          <a:blip r:embed="rId2"/>
          <a:stretch>
            <a:fillRect/>
          </a:stretch>
        </p:blipFill>
        <p:spPr>
          <a:xfrm>
            <a:off x="1141344" y="836613"/>
            <a:ext cx="9966462" cy="5761037"/>
          </a:xfrm>
          <a:prstGeom prst="rect">
            <a:avLst/>
          </a:prstGeom>
          <a:ln>
            <a:solidFill>
              <a:srgbClr val="00B050"/>
            </a:solidFill>
          </a:ln>
        </p:spPr>
      </p:pic>
    </p:spTree>
    <p:extLst>
      <p:ext uri="{BB962C8B-B14F-4D97-AF65-F5344CB8AC3E}">
        <p14:creationId xmlns:p14="http://schemas.microsoft.com/office/powerpoint/2010/main" val="16797997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作业一</a:t>
            </a:r>
            <a:r>
              <a:rPr lang="en-US" altLang="zh-CN"/>
              <a:t>~</a:t>
            </a:r>
            <a:r>
              <a:rPr lang="zh-CN" altLang="en-US"/>
              <a:t>二的提交要求（第十一次课）</a:t>
            </a:r>
          </a:p>
        </p:txBody>
      </p:sp>
      <p:grpSp>
        <p:nvGrpSpPr>
          <p:cNvPr id="5" name="组合 4"/>
          <p:cNvGrpSpPr/>
          <p:nvPr/>
        </p:nvGrpSpPr>
        <p:grpSpPr>
          <a:xfrm>
            <a:off x="817563" y="1710901"/>
            <a:ext cx="10871200" cy="5092380"/>
            <a:chOff x="817563" y="1710901"/>
            <a:chExt cx="10871200" cy="5092380"/>
          </a:xfrm>
        </p:grpSpPr>
        <p:sp>
          <p:nvSpPr>
            <p:cNvPr id="6" name="任意多边形 5"/>
            <p:cNvSpPr/>
            <p:nvPr/>
          </p:nvSpPr>
          <p:spPr>
            <a:xfrm>
              <a:off x="817563" y="1991341"/>
              <a:ext cx="10871200" cy="3272222"/>
            </a:xfrm>
            <a:custGeom>
              <a:avLst/>
              <a:gdLst>
                <a:gd name="connsiteX0" fmla="*/ 0 w 10871200"/>
                <a:gd name="connsiteY0" fmla="*/ 0 h 3112200"/>
                <a:gd name="connsiteX1" fmla="*/ 10871200 w 10871200"/>
                <a:gd name="connsiteY1" fmla="*/ 0 h 3112200"/>
                <a:gd name="connsiteX2" fmla="*/ 10871200 w 10871200"/>
                <a:gd name="connsiteY2" fmla="*/ 3112200 h 3112200"/>
                <a:gd name="connsiteX3" fmla="*/ 0 w 10871200"/>
                <a:gd name="connsiteY3" fmla="*/ 3112200 h 3112200"/>
                <a:gd name="connsiteX4" fmla="*/ 0 w 10871200"/>
                <a:gd name="connsiteY4" fmla="*/ 0 h 311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3112200">
                  <a:moveTo>
                    <a:pt x="0" y="0"/>
                  </a:moveTo>
                  <a:lnTo>
                    <a:pt x="10871200" y="0"/>
                  </a:lnTo>
                  <a:lnTo>
                    <a:pt x="10871200" y="3112200"/>
                  </a:lnTo>
                  <a:lnTo>
                    <a:pt x="0" y="3112200"/>
                  </a:lnTo>
                  <a:lnTo>
                    <a:pt x="0" y="0"/>
                  </a:lnTo>
                  <a:close/>
                </a:path>
              </a:pathLst>
            </a:cu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85344" numCol="1" spcCol="1270" anchor="t" anchorCtr="0">
              <a:noAutofit/>
            </a:bodyPr>
            <a:lstStyle/>
            <a:p>
              <a:pPr marL="228600" lvl="1" indent="-228600" defTabSz="533400">
                <a:lnSpc>
                  <a:spcPts val="2300"/>
                </a:lnSpc>
                <a:spcBef>
                  <a:spcPct val="0"/>
                </a:spcBef>
                <a:spcAft>
                  <a:spcPct val="15000"/>
                </a:spcAft>
                <a:buFont typeface="+mj-ea"/>
                <a:buAutoNum type="circleNumDbPlain"/>
              </a:pPr>
              <a:r>
                <a:rPr lang="zh-CN" altLang="en-US" sz="1600"/>
                <a:t>作业一</a:t>
              </a:r>
              <a:r>
                <a:rPr lang="en-US" altLang="zh-CN" sz="1600"/>
                <a:t>~</a:t>
              </a:r>
              <a:r>
                <a:rPr lang="zh-CN" altLang="en-US" sz="1600"/>
                <a:t>二 </a:t>
              </a:r>
              <a:r>
                <a:rPr lang="en-US" altLang="zh-CN" sz="1600"/>
                <a:t>User</a:t>
              </a:r>
              <a:r>
                <a:rPr lang="zh-CN" altLang="en-US" sz="1600"/>
                <a:t>类的完整代码截图；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作业一</a:t>
              </a:r>
              <a:r>
                <a:rPr lang="en-US" altLang="zh-CN" sz="1600"/>
                <a:t>~</a:t>
              </a:r>
              <a:r>
                <a:rPr lang="zh-CN" altLang="en-US" sz="1600"/>
                <a:t>二 </a:t>
              </a:r>
              <a:r>
                <a:rPr lang="en-US" altLang="zh-CN" sz="1600"/>
                <a:t>Stu</a:t>
              </a:r>
              <a:r>
                <a:rPr lang="zh-CN" altLang="en-US" sz="1600"/>
                <a:t>类的完整代码截图；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作业一</a:t>
              </a:r>
              <a:r>
                <a:rPr lang="en-US" altLang="zh-CN" sz="1600"/>
                <a:t>~</a:t>
              </a:r>
              <a:r>
                <a:rPr lang="zh-CN" altLang="en-US" sz="1600"/>
                <a:t>二 </a:t>
              </a:r>
              <a:r>
                <a:rPr lang="en-US" altLang="zh-CN" sz="1600"/>
                <a:t>Te</a:t>
              </a:r>
              <a:r>
                <a:rPr lang="zh-CN" altLang="en-US" sz="1600"/>
                <a:t>类的完整代码截图；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作业一 </a:t>
              </a:r>
              <a:r>
                <a:rPr lang="en-US" altLang="zh-CN" sz="1600"/>
                <a:t>doLogOut.php</a:t>
              </a:r>
              <a:r>
                <a:rPr lang="zh-CN" altLang="en-US" sz="1600"/>
                <a:t>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作业一 </a:t>
              </a:r>
              <a:r>
                <a:rPr lang="en-US" altLang="zh-CN" sz="1600"/>
                <a:t>doLogOut.php</a:t>
              </a:r>
              <a:r>
                <a:rPr lang="zh-CN" altLang="en-US" sz="1600"/>
                <a:t>在</a:t>
              </a:r>
              <a:r>
                <a:rPr lang="en-US" altLang="zh-CN" sz="1600"/>
                <a:t>postman</a:t>
              </a:r>
              <a:r>
                <a:rPr lang="zh-CN" altLang="en-US" sz="1600"/>
                <a:t>的预览截图，含请求体和响应体内容完整代码截图（学生注销成功；老师注销成功）；</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作业二 </a:t>
              </a:r>
              <a:r>
                <a:rPr lang="en-US" altLang="zh-CN" sz="1600"/>
                <a:t>doChangePwd.php</a:t>
              </a:r>
              <a:r>
                <a:rPr lang="zh-CN" altLang="en-US" sz="1600"/>
                <a:t>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作业二 </a:t>
              </a:r>
              <a:r>
                <a:rPr lang="en-US" altLang="zh-CN" sz="1600"/>
                <a:t>doChangePwd.php</a:t>
              </a:r>
              <a:r>
                <a:rPr lang="zh-CN" altLang="en-US" sz="1600"/>
                <a:t>在</a:t>
              </a:r>
              <a:r>
                <a:rPr lang="en-US" altLang="zh-CN" sz="1600"/>
                <a:t>postman</a:t>
              </a:r>
              <a:r>
                <a:rPr lang="zh-CN" altLang="en-US" sz="1600"/>
                <a:t>的预览截图，含请求体和响应体内容完整代码截图（学生修改密码</a:t>
              </a:r>
              <a:r>
                <a:rPr lang="en-US" altLang="zh-CN" sz="1600"/>
                <a:t>+</a:t>
              </a:r>
              <a:r>
                <a:rPr lang="zh-CN" altLang="en-US" sz="1600"/>
                <a:t>老师修改密码，所有类型的响应通过两种身份完整展示）；</a:t>
              </a: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p:txBody>
        </p:sp>
        <p:sp>
          <p:nvSpPr>
            <p:cNvPr id="7" name="任意多边形 6"/>
            <p:cNvSpPr/>
            <p:nvPr/>
          </p:nvSpPr>
          <p:spPr>
            <a:xfrm>
              <a:off x="1361123" y="1710901"/>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提交内容（合并</a:t>
              </a:r>
              <a:r>
                <a:rPr lang="en-US" altLang="zh-CN" sz="1900" kern="1200"/>
                <a:t>7</a:t>
              </a:r>
              <a:r>
                <a:rPr lang="zh-CN" altLang="en-US" sz="1900" kern="1200"/>
                <a:t>张图片为一个文件，允许是图片或</a:t>
              </a:r>
              <a:r>
                <a:rPr lang="en-US" altLang="zh-CN" sz="1900" kern="1200"/>
                <a:t>pdf</a:t>
              </a:r>
              <a:r>
                <a:rPr lang="zh-CN" altLang="en-US" sz="1900" kern="1200"/>
                <a:t>）</a:t>
              </a:r>
            </a:p>
          </p:txBody>
        </p:sp>
        <p:sp>
          <p:nvSpPr>
            <p:cNvPr id="8" name="任意多边形 7"/>
            <p:cNvSpPr/>
            <p:nvPr/>
          </p:nvSpPr>
          <p:spPr>
            <a:xfrm>
              <a:off x="817563" y="5486581"/>
              <a:ext cx="10871200" cy="1316700"/>
            </a:xfrm>
            <a:custGeom>
              <a:avLst/>
              <a:gdLst>
                <a:gd name="connsiteX0" fmla="*/ 0 w 10871200"/>
                <a:gd name="connsiteY0" fmla="*/ 0 h 1316700"/>
                <a:gd name="connsiteX1" fmla="*/ 10871200 w 10871200"/>
                <a:gd name="connsiteY1" fmla="*/ 0 h 1316700"/>
                <a:gd name="connsiteX2" fmla="*/ 10871200 w 10871200"/>
                <a:gd name="connsiteY2" fmla="*/ 1316700 h 1316700"/>
                <a:gd name="connsiteX3" fmla="*/ 0 w 10871200"/>
                <a:gd name="connsiteY3" fmla="*/ 1316700 h 1316700"/>
                <a:gd name="connsiteX4" fmla="*/ 0 w 10871200"/>
                <a:gd name="connsiteY4" fmla="*/ 0 h 1316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1316700">
                  <a:moveTo>
                    <a:pt x="0" y="0"/>
                  </a:moveTo>
                  <a:lnTo>
                    <a:pt x="10871200" y="0"/>
                  </a:lnTo>
                  <a:lnTo>
                    <a:pt x="10871200" y="1316700"/>
                  </a:lnTo>
                  <a:lnTo>
                    <a:pt x="0" y="1316700"/>
                  </a:lnTo>
                  <a:lnTo>
                    <a:pt x="0" y="0"/>
                  </a:lnTo>
                  <a:close/>
                </a:path>
              </a:pathLst>
            </a:custGeom>
          </p:spPr>
          <p:style>
            <a:lnRef idx="2">
              <a:schemeClr val="accent5">
                <a:hueOff val="-3010874"/>
                <a:satOff val="15631"/>
                <a:lumOff val="1137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135128" numCol="1" spcCol="1270" anchor="t" anchorCtr="0">
              <a:noAutofit/>
            </a:bodyPr>
            <a:lstStyle/>
            <a:p>
              <a:pPr lvl="1" indent="-457200" algn="l" defTabSz="844550">
                <a:lnSpc>
                  <a:spcPct val="90000"/>
                </a:lnSpc>
                <a:spcBef>
                  <a:spcPct val="0"/>
                </a:spcBef>
                <a:spcAft>
                  <a:spcPct val="15000"/>
                </a:spcAft>
                <a:buFont typeface="+mj-ea"/>
                <a:buAutoNum type="circleNumDbPlain"/>
              </a:pPr>
              <a:r>
                <a:rPr lang="zh-CN" altLang="en-US" sz="1900" kern="1200"/>
                <a:t>图片显眼位置写入学号；方法的注释写入学号。</a:t>
              </a:r>
            </a:p>
          </p:txBody>
        </p:sp>
        <p:sp>
          <p:nvSpPr>
            <p:cNvPr id="9" name="任意多边形 8"/>
            <p:cNvSpPr/>
            <p:nvPr/>
          </p:nvSpPr>
          <p:spPr>
            <a:xfrm>
              <a:off x="1361123" y="5206142"/>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3010874"/>
                <a:satOff val="15631"/>
                <a:lumOff val="11372"/>
                <a:alphaOff val="0"/>
              </a:schemeClr>
            </a:fillRef>
            <a:effectRef idx="0">
              <a:schemeClr val="accent5">
                <a:hueOff val="-3010874"/>
                <a:satOff val="15631"/>
                <a:lumOff val="11372"/>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提交标识</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7354004"/>
      </p:ext>
    </p:extLst>
  </p:cSld>
  <p:clrMapOvr>
    <a:masterClrMapping/>
  </p:clrMapOvr>
</p:sld>
</file>

<file path=ppt/theme/theme1.xml><?xml version="1.0" encoding="utf-8"?>
<a:theme xmlns:a="http://schemas.openxmlformats.org/drawingml/2006/main" name="2026绿色主题">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6绿色主题" id="{9D59F0FF-9DE1-4FD8-B542-85E5090F44B8}" vid="{7C6C7B51-D446-4378-B131-6CFA378A3A87}"/>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主题1">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2094BA78-B0FD-4069-8085-5BDBD23254F9}" vid="{597F16F3-6BD7-41B8-9533-1A7E1BB3BB65}"/>
    </a:ext>
  </a:extLst>
</a:theme>
</file>

<file path=ppt/theme/theme5.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1523</TotalTime>
  <Words>506</Words>
  <Application>Microsoft Office PowerPoint</Application>
  <PresentationFormat>宽屏</PresentationFormat>
  <Paragraphs>78</Paragraphs>
  <Slides>26</Slides>
  <Notes>1</Notes>
  <HiddenSlides>0</HiddenSlides>
  <MMClips>0</MMClips>
  <ScaleCrop>false</ScaleCrop>
  <HeadingPairs>
    <vt:vector size="6" baseType="variant">
      <vt:variant>
        <vt:lpstr>已用的字体</vt:lpstr>
      </vt:variant>
      <vt:variant>
        <vt:i4>4</vt:i4>
      </vt:variant>
      <vt:variant>
        <vt:lpstr>主题</vt:lpstr>
      </vt:variant>
      <vt:variant>
        <vt:i4>7</vt:i4>
      </vt:variant>
      <vt:variant>
        <vt:lpstr>幻灯片标题</vt:lpstr>
      </vt:variant>
      <vt:variant>
        <vt:i4>26</vt:i4>
      </vt:variant>
    </vt:vector>
  </HeadingPairs>
  <TitlesOfParts>
    <vt:vector size="37" baseType="lpstr">
      <vt:lpstr>等线</vt:lpstr>
      <vt:lpstr>等线 Light</vt:lpstr>
      <vt:lpstr>Arial</vt:lpstr>
      <vt:lpstr>Calibri</vt:lpstr>
      <vt:lpstr>2026绿色主题</vt:lpstr>
      <vt:lpstr>1_自定义设计方案</vt:lpstr>
      <vt:lpstr>自定义设计方案</vt:lpstr>
      <vt:lpstr>主题1</vt:lpstr>
      <vt:lpstr>2_自定义设计方案</vt:lpstr>
      <vt:lpstr>3_自定义设计方案</vt:lpstr>
      <vt:lpstr>4_自定义设计方案</vt:lpstr>
      <vt:lpstr>252602 WEB项目应用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作业一~二的提交要求（第十一次课）</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荣枝 桂</dc:creator>
  <cp:lastModifiedBy>荣枝 桂</cp:lastModifiedBy>
  <cp:revision>469</cp:revision>
  <dcterms:created xsi:type="dcterms:W3CDTF">2026-03-27T11:24:42Z</dcterms:created>
  <dcterms:modified xsi:type="dcterms:W3CDTF">2026-05-08T12:04:52Z</dcterms:modified>
</cp:coreProperties>
</file>